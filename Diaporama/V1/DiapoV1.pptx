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66DED9-B353-9B63-DF9C-82B8F0D3AA60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79237" y="5779576"/>
            <a:ext cx="9144000" cy="514699"/>
          </a:xfrm>
        </p:spPr>
        <p:txBody>
          <a:bodyPr/>
          <a:lstStyle/>
          <a:p>
            <a:pPr>
              <a:defRPr/>
            </a:pPr>
            <a:r>
              <a:rPr lang="fr-FR" b="1" i="1"/>
              <a:t>Billion Alexandre  –  Dubuis Lucas  –  Gadeau Axel</a:t>
            </a:r>
            <a:endParaRPr b="1" i="1"/>
          </a:p>
        </p:txBody>
      </p:sp>
      <p:sp>
        <p:nvSpPr>
          <p:cNvPr id="1486267439" name=""/>
          <p:cNvSpPr txBox="1"/>
          <p:nvPr/>
        </p:nvSpPr>
        <p:spPr bwMode="auto">
          <a:xfrm flipH="0" flipV="0">
            <a:off x="243813" y="2744888"/>
            <a:ext cx="408588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i="1"/>
              <a:t>Présentation du 13 Janvier 2025</a:t>
            </a:r>
            <a:endParaRPr sz="2000" i="1"/>
          </a:p>
        </p:txBody>
      </p:sp>
      <p:pic>
        <p:nvPicPr>
          <p:cNvPr id="1855647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655766" y="4342754"/>
            <a:ext cx="2371550" cy="2371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65174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78343" y="130701"/>
            <a:ext cx="9229040" cy="6596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577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1022" y="9443"/>
            <a:ext cx="8672715" cy="6888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47207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20085" y="663863"/>
            <a:ext cx="6105309" cy="4921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15080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0009" y="347806"/>
            <a:ext cx="9615414" cy="5931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37788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48636" y="332710"/>
            <a:ext cx="5326045" cy="5901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0901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1888" y="50222"/>
            <a:ext cx="3942084" cy="6307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3692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8519" y="774555"/>
            <a:ext cx="6573752" cy="5079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70151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40634" y="177584"/>
            <a:ext cx="7510730" cy="6432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2025-01-13T07:39:25Z</dcterms:modified>
</cp:coreProperties>
</file>