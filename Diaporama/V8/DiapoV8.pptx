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4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27/01/2025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A029-6115-9FC1-EFC8-70169AD0C38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pour une imag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27/01/2025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276158" y="5528528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sz="2200" b="1" i="1"/>
              <a:t>Billion Alexandre  –  Dubuis Lucas  –  Gadeau Axel</a:t>
            </a:r>
            <a:endParaRPr sz="2200" b="1" i="1"/>
          </a:p>
        </p:txBody>
      </p:sp>
      <p:sp>
        <p:nvSpPr>
          <p:cNvPr id="1486267439" name="ZoneTexte 1486267438"/>
          <p:cNvSpPr txBox="1"/>
          <p:nvPr/>
        </p:nvSpPr>
        <p:spPr bwMode="auto">
          <a:xfrm>
            <a:off x="624812" y="2649637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000" i="1"/>
              <a:t>Présentation du 13 Janvier 2025</a:t>
            </a:r>
          </a:p>
        </p:txBody>
      </p:sp>
      <p:pic>
        <p:nvPicPr>
          <p:cNvPr id="1855647880" name="Image 185564787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Rectangle 1686964977"/>
          <p:cNvSpPr/>
          <p:nvPr/>
        </p:nvSpPr>
        <p:spPr bwMode="auto">
          <a:xfrm rot="2270666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549962" name="Rectangle 1209549961"/>
          <p:cNvSpPr/>
          <p:nvPr/>
        </p:nvSpPr>
        <p:spPr bwMode="auto">
          <a:xfrm rot="3989883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Image 185162257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4905" y="0"/>
            <a:ext cx="9882187" cy="6858000"/>
          </a:xfrm>
          <a:prstGeom prst="rect">
            <a:avLst/>
          </a:prstGeom>
        </p:spPr>
      </p:pic>
      <p:sp>
        <p:nvSpPr>
          <p:cNvPr id="1122952940" name="ZoneTexte 1122952939"/>
          <p:cNvSpPr txBox="1"/>
          <p:nvPr/>
        </p:nvSpPr>
        <p:spPr bwMode="auto">
          <a:xfrm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</a:p>
        </p:txBody>
      </p:sp>
      <p:sp>
        <p:nvSpPr>
          <p:cNvPr id="1621113" name="ZoneTexte 1621112"/>
          <p:cNvSpPr txBox="1"/>
          <p:nvPr/>
        </p:nvSpPr>
        <p:spPr bwMode="auto">
          <a:xfrm>
            <a:off x="11617687" y="6153742"/>
            <a:ext cx="10545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2</a:t>
            </a:r>
            <a:endParaRPr sz="8000">
              <a:solidFill>
                <a:schemeClr val="bg1"/>
              </a:solidFill>
            </a:endParaRPr>
          </a:p>
        </p:txBody>
      </p:sp>
      <p:sp>
        <p:nvSpPr>
          <p:cNvPr id="1290627527" name="Rectangle 1290627526"/>
          <p:cNvSpPr/>
          <p:nvPr/>
        </p:nvSpPr>
        <p:spPr bwMode="auto">
          <a:xfrm>
            <a:off x="6271973" y="6641853"/>
            <a:ext cx="601578" cy="2161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defRPr/>
            </a:pPr>
            <a:endParaRPr sz="1000">
              <a:solidFill>
                <a:schemeClr val="tx1"/>
              </a:solidFill>
            </a:endParaRPr>
          </a:p>
        </p:txBody>
      </p:sp>
      <p:sp>
        <p:nvSpPr>
          <p:cNvPr id="888147372" name="ZoneTexte 888147371"/>
          <p:cNvSpPr txBox="1"/>
          <p:nvPr/>
        </p:nvSpPr>
        <p:spPr bwMode="auto">
          <a:xfrm>
            <a:off x="6202495" y="6629039"/>
            <a:ext cx="58225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9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Sud07</a:t>
            </a:r>
            <a:endParaRPr sz="9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E9E22E5-9764-58C1-97FA-E6F2A14FFD23}"/>
              </a:ext>
            </a:extLst>
          </p:cNvPr>
          <p:cNvSpPr txBox="1"/>
          <p:nvPr/>
        </p:nvSpPr>
        <p:spPr bwMode="auto">
          <a:xfrm>
            <a:off x="128622" y="333373"/>
            <a:ext cx="3447698" cy="115416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chemeClr val="accent6"/>
                </a:solidFill>
              </a:rPr>
              <a:t>Diagramme de Gantt</a:t>
            </a:r>
            <a:endParaRPr sz="3600" b="1" dirty="0">
              <a:solidFill>
                <a:schemeClr val="accent6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4253725-B11C-0722-A6BC-C1811DB72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724" y="77366"/>
            <a:ext cx="5436236" cy="668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7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ZoneTexte 53703392"/>
          <p:cNvSpPr txBox="1"/>
          <p:nvPr/>
        </p:nvSpPr>
        <p:spPr bwMode="auto">
          <a:xfrm>
            <a:off x="128622" y="333373"/>
            <a:ext cx="263669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sz="3600" b="1" dirty="0">
                <a:solidFill>
                  <a:schemeClr val="accent6"/>
                </a:solidFill>
              </a:rPr>
              <a:t>Cahier des charges</a:t>
            </a:r>
          </a:p>
        </p:txBody>
      </p:sp>
      <p:sp>
        <p:nvSpPr>
          <p:cNvPr id="330864219" name="ZoneTexte 330864218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3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E2C1DA-722F-655C-4137-F58199AFE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467" y="0"/>
            <a:ext cx="58830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022200" name="ZoneTexte 540022199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4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282944573" name="Image 128294457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27682" y="162409"/>
            <a:ext cx="7820024" cy="6210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57295" name="ZoneTexte 1423057294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5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793859621" name="Image 179385962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33662" y="1866899"/>
            <a:ext cx="6924674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98414" name="ZoneTexte 2144998413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6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33549F-DCEE-0F92-8835-1E53FC39D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239" y="338822"/>
            <a:ext cx="8085521" cy="61803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58735" name="ZoneTexte 1680258734"/>
          <p:cNvSpPr txBox="1"/>
          <p:nvPr/>
        </p:nvSpPr>
        <p:spPr bwMode="auto">
          <a:xfrm>
            <a:off x="11617686" y="6153741"/>
            <a:ext cx="10563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7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904433412" name="Image 19044334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54843" y="533278"/>
            <a:ext cx="6751037" cy="57914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905337" name="ZoneTexte 1332905336"/>
          <p:cNvSpPr txBox="1"/>
          <p:nvPr/>
        </p:nvSpPr>
        <p:spPr bwMode="auto">
          <a:xfrm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8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284074056" name="Image 128407405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41152" y="1259237"/>
            <a:ext cx="8118698" cy="4037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028872" name="Image 164802887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62124" y="290512"/>
            <a:ext cx="8667749" cy="6276974"/>
          </a:xfrm>
          <a:prstGeom prst="rect">
            <a:avLst/>
          </a:prstGeom>
        </p:spPr>
      </p:pic>
      <p:sp>
        <p:nvSpPr>
          <p:cNvPr id="1131676905" name="ZoneTexte 1131676904"/>
          <p:cNvSpPr txBox="1"/>
          <p:nvPr/>
        </p:nvSpPr>
        <p:spPr bwMode="auto">
          <a:xfrm>
            <a:off x="11617686" y="6153741"/>
            <a:ext cx="1056028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9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5078470" name="Image 7550784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06046" y="-12596"/>
            <a:ext cx="9379907" cy="6873825"/>
          </a:xfrm>
          <a:prstGeom prst="rect">
            <a:avLst/>
          </a:prstGeom>
        </p:spPr>
      </p:pic>
      <p:sp>
        <p:nvSpPr>
          <p:cNvPr id="2120039491" name="ZoneTexte 2120039490"/>
          <p:cNvSpPr txBox="1"/>
          <p:nvPr/>
        </p:nvSpPr>
        <p:spPr bwMode="auto">
          <a:xfrm>
            <a:off x="11299004" y="6153741"/>
            <a:ext cx="1057108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10</a:t>
            </a:r>
            <a:endParaRPr sz="8000">
              <a:solidFill>
                <a:schemeClr val="bg1"/>
              </a:solidFill>
            </a:endParaRPr>
          </a:p>
        </p:txBody>
      </p:sp>
      <p:sp>
        <p:nvSpPr>
          <p:cNvPr id="455734024" name="ZoneTexte 455734023"/>
          <p:cNvSpPr txBox="1"/>
          <p:nvPr/>
        </p:nvSpPr>
        <p:spPr bwMode="auto">
          <a:xfrm>
            <a:off x="247776" y="1881036"/>
            <a:ext cx="2316539" cy="762359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200" b="1" dirty="0" err="1">
                <a:solidFill>
                  <a:schemeClr val="accent6"/>
                </a:solidFill>
              </a:rPr>
              <a:t>Diagramme</a:t>
            </a:r>
            <a:r>
              <a:rPr sz="2200" b="1" dirty="0">
                <a:solidFill>
                  <a:schemeClr val="accent6"/>
                </a:solidFill>
              </a:rPr>
              <a:t> de Use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Image 3384453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374" y="1235390"/>
            <a:ext cx="11320499" cy="5474971"/>
          </a:xfrm>
          <a:prstGeom prst="rect">
            <a:avLst/>
          </a:prstGeom>
        </p:spPr>
      </p:pic>
      <p:sp>
        <p:nvSpPr>
          <p:cNvPr id="1324695773" name="ZoneTexte 1324695772"/>
          <p:cNvSpPr txBox="1"/>
          <p:nvPr/>
        </p:nvSpPr>
        <p:spPr bwMode="auto">
          <a:xfrm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Diagramme de séquence</a:t>
            </a:r>
          </a:p>
        </p:txBody>
      </p:sp>
      <p:sp>
        <p:nvSpPr>
          <p:cNvPr id="550952698" name="ZoneTexte 550952697"/>
          <p:cNvSpPr txBox="1"/>
          <p:nvPr/>
        </p:nvSpPr>
        <p:spPr bwMode="auto">
          <a:xfrm>
            <a:off x="11399874" y="6153741"/>
            <a:ext cx="1056029" cy="8001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4800" b="1" dirty="0">
                <a:solidFill>
                  <a:schemeClr val="bg1"/>
                </a:solidFill>
              </a:rPr>
              <a:t>1</a:t>
            </a:r>
            <a:r>
              <a:rPr lang="fr-FR" sz="4800" b="1" dirty="0">
                <a:solidFill>
                  <a:schemeClr val="bg1"/>
                </a:solidFill>
              </a:rPr>
              <a:t>1</a:t>
            </a:r>
            <a:endParaRPr sz="8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</TotalTime>
  <Words>57</Words>
  <Application>Microsoft Office PowerPoint</Application>
  <PresentationFormat>Grand écran</PresentationFormat>
  <Paragraphs>30</Paragraphs>
  <Slides>12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Projet BTS SRSE V2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Eivacc L</cp:lastModifiedBy>
  <cp:revision>12</cp:revision>
  <dcterms:created xsi:type="dcterms:W3CDTF">2012-12-03T06:56:55Z</dcterms:created>
  <dcterms:modified xsi:type="dcterms:W3CDTF">2025-01-27T12:17:41Z</dcterms:modified>
</cp:coreProperties>
</file>