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fr-FR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pour la date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fr-FR"/>
              <a:t>10/30/2013</a:t>
            </a:fld>
            <a:endParaRPr lang="fr-FR"/>
          </a:p>
        </p:txBody>
      </p:sp>
      <p:sp>
        <p:nvSpPr>
          <p:cNvPr id="4" name="Espace réservé pour l'image de la diapositive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fr-FR"/>
          </a:p>
        </p:txBody>
      </p:sp>
      <p:sp>
        <p:nvSpPr>
          <p:cNvPr id="5" name="Remarques Espace réservé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4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1</a:t>
            </a:fld>
            <a:endParaRPr lang="fr-FR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4C4B79-9202-3A2B-4EF1-4658339A13A6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10226C-5E0C-4196-9B31-4476566EAED9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20D058-5239-2CC9-7847-923720CFB0F0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A5888F-02AD-FCD2-53E5-61C95BE006A2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47985E-AC24-FFFF-283A-ECCBEA65499B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734875-05D3-E10E-E493-C03E56FC4F7B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A8CA56-209C-C474-A6E3-AC5116F27D37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6BBC41-E5FF-8A66-5624-D1221C3699BC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AF1F33-6AD6-DED9-F67A-98DF20E45A35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pour une image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fr-FR"/>
              <a:t>Cliquez sur l'icône pour ajouter une image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4">
            <a:lumMod val="20000"/>
            <a:lumOff val="8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5348431" y="-277523"/>
            <a:ext cx="9144000" cy="2387599"/>
          </a:xfrm>
        </p:spPr>
        <p:txBody>
          <a:bodyPr/>
          <a:lstStyle/>
          <a:p>
            <a:pPr>
              <a:defRPr/>
            </a:pPr>
            <a:r>
              <a:rPr lang="fr-FR" b="1"/>
              <a:t>Projet BTS</a:t>
            </a:r>
            <a:br>
              <a:rPr lang="fr-FR" b="1"/>
            </a:br>
            <a:r>
              <a:rPr lang="fr-FR" b="1"/>
              <a:t>SRSE V2</a:t>
            </a:r>
            <a:endParaRPr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276158" y="5528528"/>
            <a:ext cx="9144000" cy="514699"/>
          </a:xfrm>
        </p:spPr>
        <p:txBody>
          <a:bodyPr/>
          <a:lstStyle/>
          <a:p>
            <a:pPr>
              <a:defRPr/>
            </a:pPr>
            <a:r>
              <a:rPr lang="fr-FR" sz="2200" b="1" i="1"/>
              <a:t>Billion Alexandre  –  Dubuis Lucas  –  Gadeau Axel</a:t>
            </a:r>
            <a:endParaRPr sz="2200" b="1" i="1"/>
          </a:p>
        </p:txBody>
      </p:sp>
      <p:sp>
        <p:nvSpPr>
          <p:cNvPr id="1486267439" name=""/>
          <p:cNvSpPr txBox="1"/>
          <p:nvPr/>
        </p:nvSpPr>
        <p:spPr bwMode="auto">
          <a:xfrm flipH="0" flipV="0">
            <a:off x="624812" y="2649637"/>
            <a:ext cx="408588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 i="1"/>
              <a:t>Présentation du 13 Janvier 2025</a:t>
            </a:r>
            <a:endParaRPr sz="2000" i="1"/>
          </a:p>
        </p:txBody>
      </p:sp>
      <p:pic>
        <p:nvPicPr>
          <p:cNvPr id="18556478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655766" y="4342754"/>
            <a:ext cx="2371550" cy="2371550"/>
          </a:xfrm>
          <a:prstGeom prst="rect">
            <a:avLst/>
          </a:prstGeom>
        </p:spPr>
      </p:pic>
      <p:sp>
        <p:nvSpPr>
          <p:cNvPr id="1686964978" name=""/>
          <p:cNvSpPr/>
          <p:nvPr/>
        </p:nvSpPr>
        <p:spPr bwMode="auto">
          <a:xfrm rot="2270666" flipH="0" flipV="0">
            <a:off x="-4808546" y="4815716"/>
            <a:ext cx="9975566" cy="2211067"/>
          </a:xfrm>
          <a:prstGeom prst="rect">
            <a:avLst/>
          </a:prstGeom>
          <a:solidFill>
            <a:schemeClr val="accent6">
              <a:lumMod val="60000"/>
              <a:lumOff val="40000"/>
              <a:alpha val="57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09549962" name=""/>
          <p:cNvSpPr/>
          <p:nvPr/>
        </p:nvSpPr>
        <p:spPr bwMode="auto">
          <a:xfrm rot="3989883" flipH="0" flipV="0">
            <a:off x="-4610620" y="3943911"/>
            <a:ext cx="9975566" cy="2211066"/>
          </a:xfrm>
          <a:prstGeom prst="rect">
            <a:avLst/>
          </a:prstGeom>
          <a:solidFill>
            <a:schemeClr val="accent6">
              <a:lumMod val="60000"/>
              <a:lumOff val="40000"/>
              <a:alpha val="57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516225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54905" y="0"/>
            <a:ext cx="9882187" cy="6858000"/>
          </a:xfrm>
          <a:prstGeom prst="rect">
            <a:avLst/>
          </a:prstGeom>
        </p:spPr>
      </p:pic>
      <p:sp>
        <p:nvSpPr>
          <p:cNvPr id="1122952940" name=""/>
          <p:cNvSpPr txBox="1"/>
          <p:nvPr/>
        </p:nvSpPr>
        <p:spPr bwMode="auto">
          <a:xfrm flipH="0" flipV="0">
            <a:off x="408024" y="396874"/>
            <a:ext cx="512902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1">
                <a:solidFill>
                  <a:schemeClr val="accent6"/>
                </a:solidFill>
              </a:rPr>
              <a:t>Schéma du réseau</a:t>
            </a:r>
            <a:endParaRPr sz="2800" b="1">
              <a:solidFill>
                <a:schemeClr val="accent6"/>
              </a:solidFill>
            </a:endParaRPr>
          </a:p>
        </p:txBody>
      </p:sp>
      <p:sp>
        <p:nvSpPr>
          <p:cNvPr id="1621113" name=""/>
          <p:cNvSpPr txBox="1"/>
          <p:nvPr/>
        </p:nvSpPr>
        <p:spPr bwMode="auto">
          <a:xfrm flipH="0" flipV="0">
            <a:off x="11617687" y="6153742"/>
            <a:ext cx="105458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 b="1">
                <a:solidFill>
                  <a:schemeClr val="bg1"/>
                </a:solidFill>
              </a:rPr>
              <a:t>2</a:t>
            </a:r>
            <a:endParaRPr sz="80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57756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54647" y="-15482"/>
            <a:ext cx="8672715" cy="6888965"/>
          </a:xfrm>
          <a:prstGeom prst="rect">
            <a:avLst/>
          </a:prstGeom>
        </p:spPr>
      </p:pic>
      <p:sp>
        <p:nvSpPr>
          <p:cNvPr id="53703393" name=""/>
          <p:cNvSpPr txBox="1"/>
          <p:nvPr/>
        </p:nvSpPr>
        <p:spPr bwMode="auto">
          <a:xfrm flipH="0" flipV="0">
            <a:off x="128623" y="333374"/>
            <a:ext cx="5132988" cy="884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2600" b="1">
                <a:solidFill>
                  <a:schemeClr val="accent6"/>
                </a:solidFill>
              </a:rPr>
              <a:t>Diagram</a:t>
            </a:r>
            <a:r>
              <a:rPr sz="2600" b="1">
                <a:solidFill>
                  <a:schemeClr val="accent6"/>
                </a:solidFill>
              </a:rPr>
              <a:t>me de</a:t>
            </a:r>
            <a:endParaRPr sz="2600" b="1">
              <a:solidFill>
                <a:schemeClr val="accent6"/>
              </a:solidFill>
            </a:endParaRPr>
          </a:p>
          <a:p>
            <a:pPr algn="l">
              <a:defRPr/>
            </a:pPr>
            <a:r>
              <a:rPr sz="2600" b="1">
                <a:solidFill>
                  <a:schemeClr val="accent6"/>
                </a:solidFill>
              </a:rPr>
              <a:t>requirements</a:t>
            </a:r>
            <a:endParaRPr sz="2600" b="1">
              <a:solidFill>
                <a:schemeClr val="accent6"/>
              </a:solidFill>
            </a:endParaRPr>
          </a:p>
        </p:txBody>
      </p:sp>
      <p:sp>
        <p:nvSpPr>
          <p:cNvPr id="330864219" name=""/>
          <p:cNvSpPr txBox="1"/>
          <p:nvPr/>
        </p:nvSpPr>
        <p:spPr bwMode="auto">
          <a:xfrm flipH="0" flipV="0">
            <a:off x="11617686" y="6153741"/>
            <a:ext cx="105566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 b="1">
                <a:solidFill>
                  <a:schemeClr val="bg1"/>
                </a:solidFill>
              </a:rPr>
              <a:t>3</a:t>
            </a:r>
            <a:endParaRPr sz="80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95767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24087" y="657224"/>
            <a:ext cx="7743825" cy="5543550"/>
          </a:xfrm>
          <a:prstGeom prst="rect">
            <a:avLst/>
          </a:prstGeom>
        </p:spPr>
      </p:pic>
      <p:sp>
        <p:nvSpPr>
          <p:cNvPr id="540022200" name=""/>
          <p:cNvSpPr txBox="1"/>
          <p:nvPr/>
        </p:nvSpPr>
        <p:spPr bwMode="auto">
          <a:xfrm flipH="0" flipV="0">
            <a:off x="11617686" y="6153741"/>
            <a:ext cx="105566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 b="1">
                <a:solidFill>
                  <a:schemeClr val="bg1"/>
                </a:solidFill>
              </a:rPr>
              <a:t>4</a:t>
            </a:r>
            <a:endParaRPr sz="80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52022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4915" y="254943"/>
            <a:ext cx="5314266" cy="6495213"/>
          </a:xfrm>
          <a:prstGeom prst="rect">
            <a:avLst/>
          </a:prstGeom>
        </p:spPr>
      </p:pic>
      <p:sp>
        <p:nvSpPr>
          <p:cNvPr id="1423057295" name=""/>
          <p:cNvSpPr txBox="1"/>
          <p:nvPr/>
        </p:nvSpPr>
        <p:spPr bwMode="auto">
          <a:xfrm flipH="0" flipV="0">
            <a:off x="11617686" y="6153741"/>
            <a:ext cx="105566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 b="1">
                <a:solidFill>
                  <a:schemeClr val="bg1"/>
                </a:solidFill>
              </a:rPr>
              <a:t>5</a:t>
            </a:r>
            <a:endParaRPr sz="80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534228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2262" y="200025"/>
            <a:ext cx="10848974" cy="6457950"/>
          </a:xfrm>
          <a:prstGeom prst="rect">
            <a:avLst/>
          </a:prstGeom>
        </p:spPr>
      </p:pic>
      <p:sp>
        <p:nvSpPr>
          <p:cNvPr id="2144998414" name=""/>
          <p:cNvSpPr txBox="1"/>
          <p:nvPr/>
        </p:nvSpPr>
        <p:spPr bwMode="auto">
          <a:xfrm flipH="0" flipV="0">
            <a:off x="11617686" y="6153741"/>
            <a:ext cx="105566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 b="1">
                <a:solidFill>
                  <a:schemeClr val="bg1"/>
                </a:solidFill>
              </a:rPr>
              <a:t>6</a:t>
            </a:r>
            <a:endParaRPr sz="80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020126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14593" y="307221"/>
            <a:ext cx="8362812" cy="6243556"/>
          </a:xfrm>
          <a:prstGeom prst="rect">
            <a:avLst/>
          </a:prstGeom>
        </p:spPr>
      </p:pic>
      <p:sp>
        <p:nvSpPr>
          <p:cNvPr id="1680258735" name=""/>
          <p:cNvSpPr txBox="1"/>
          <p:nvPr/>
        </p:nvSpPr>
        <p:spPr bwMode="auto">
          <a:xfrm flipH="0" flipV="0">
            <a:off x="11617686" y="6153741"/>
            <a:ext cx="105638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 b="1">
                <a:solidFill>
                  <a:schemeClr val="bg1"/>
                </a:solidFill>
              </a:rPr>
              <a:t>7</a:t>
            </a:r>
            <a:endParaRPr sz="80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137409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776662" y="195262"/>
            <a:ext cx="4638674" cy="6467474"/>
          </a:xfrm>
          <a:prstGeom prst="rect">
            <a:avLst/>
          </a:prstGeom>
        </p:spPr>
      </p:pic>
      <p:sp>
        <p:nvSpPr>
          <p:cNvPr id="621454714" name=""/>
          <p:cNvSpPr txBox="1"/>
          <p:nvPr/>
        </p:nvSpPr>
        <p:spPr bwMode="auto">
          <a:xfrm flipH="0" flipV="0">
            <a:off x="163092" y="565042"/>
            <a:ext cx="3779151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2000" b="1" i="0" u="none" strike="noStrike" cap="none" spc="0">
                <a:solidFill>
                  <a:srgbClr val="FF0000"/>
                </a:solidFill>
                <a:latin typeface="Arial"/>
                <a:ea typeface="Arial"/>
                <a:cs typeface="Arial"/>
              </a:rPr>
              <a:t>RGPD : Règlement Général de Protection des Données</a:t>
            </a:r>
            <a:endParaRPr sz="2000" b="1"/>
          </a:p>
        </p:txBody>
      </p:sp>
      <p:sp>
        <p:nvSpPr>
          <p:cNvPr id="1332905337" name=""/>
          <p:cNvSpPr txBox="1"/>
          <p:nvPr/>
        </p:nvSpPr>
        <p:spPr bwMode="auto">
          <a:xfrm flipH="0" flipV="0">
            <a:off x="11617686" y="6153741"/>
            <a:ext cx="105566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 b="1">
                <a:solidFill>
                  <a:schemeClr val="bg1"/>
                </a:solidFill>
              </a:rPr>
              <a:t>8</a:t>
            </a:r>
            <a:endParaRPr sz="80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95479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05249" y="41162"/>
            <a:ext cx="7911798" cy="6775675"/>
          </a:xfrm>
          <a:prstGeom prst="rect">
            <a:avLst/>
          </a:prstGeom>
        </p:spPr>
      </p:pic>
      <p:sp>
        <p:nvSpPr>
          <p:cNvPr id="455734024" name=""/>
          <p:cNvSpPr txBox="1"/>
          <p:nvPr/>
        </p:nvSpPr>
        <p:spPr bwMode="auto">
          <a:xfrm flipH="0" flipV="0">
            <a:off x="-744500" y="317499"/>
            <a:ext cx="5130108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solidFill>
                  <a:schemeClr val="accent6"/>
                </a:solidFill>
              </a:rPr>
              <a:t>Diagram</a:t>
            </a:r>
            <a:r>
              <a:rPr sz="2200" b="1">
                <a:solidFill>
                  <a:schemeClr val="accent6"/>
                </a:solidFill>
              </a:rPr>
              <a:t>me de Use Cases</a:t>
            </a:r>
            <a:endParaRPr sz="2200" b="1">
              <a:solidFill>
                <a:schemeClr val="accent6"/>
              </a:solidFill>
            </a:endParaRPr>
          </a:p>
        </p:txBody>
      </p:sp>
      <p:sp>
        <p:nvSpPr>
          <p:cNvPr id="2120039491" name=""/>
          <p:cNvSpPr txBox="1"/>
          <p:nvPr/>
        </p:nvSpPr>
        <p:spPr bwMode="auto">
          <a:xfrm flipH="0" flipV="0">
            <a:off x="11617686" y="6153741"/>
            <a:ext cx="105566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 b="1">
                <a:solidFill>
                  <a:schemeClr val="bg1"/>
                </a:solidFill>
              </a:rPr>
              <a:t>9</a:t>
            </a:r>
            <a:endParaRPr sz="80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8445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9374" y="1235390"/>
            <a:ext cx="11320499" cy="5474971"/>
          </a:xfrm>
          <a:prstGeom prst="rect">
            <a:avLst/>
          </a:prstGeom>
        </p:spPr>
      </p:pic>
      <p:sp>
        <p:nvSpPr>
          <p:cNvPr id="1324695773" name=""/>
          <p:cNvSpPr txBox="1"/>
          <p:nvPr/>
        </p:nvSpPr>
        <p:spPr bwMode="auto">
          <a:xfrm flipH="0" flipV="0">
            <a:off x="3652874" y="285750"/>
            <a:ext cx="512254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1">
                <a:solidFill>
                  <a:schemeClr val="accent6"/>
                </a:solidFill>
              </a:rPr>
              <a:t>Diagram</a:t>
            </a:r>
            <a:r>
              <a:rPr sz="2800" b="1">
                <a:solidFill>
                  <a:schemeClr val="accent6"/>
                </a:solidFill>
              </a:rPr>
              <a:t>me de séquence</a:t>
            </a:r>
            <a:endParaRPr sz="2800" b="1">
              <a:solidFill>
                <a:schemeClr val="accent6"/>
              </a:solidFill>
            </a:endParaRPr>
          </a:p>
        </p:txBody>
      </p:sp>
      <p:sp>
        <p:nvSpPr>
          <p:cNvPr id="550952698" name=""/>
          <p:cNvSpPr txBox="1"/>
          <p:nvPr/>
        </p:nvSpPr>
        <p:spPr bwMode="auto">
          <a:xfrm flipH="0" flipV="0">
            <a:off x="11399874" y="6153741"/>
            <a:ext cx="105602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 b="1">
                <a:solidFill>
                  <a:schemeClr val="bg1"/>
                </a:solidFill>
              </a:rPr>
              <a:t>10</a:t>
            </a:r>
            <a:endParaRPr sz="80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ONLYOFFICE/8.2.2.22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created xsi:type="dcterms:W3CDTF">2012-12-03T06:56:55Z</dcterms:created>
  <dcterms:modified xsi:type="dcterms:W3CDTF">2025-01-13T13:30:03Z</dcterms:modified>
</cp:coreProperties>
</file>