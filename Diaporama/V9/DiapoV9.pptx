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492333-428A-B9F0-15C7-C7EB23A450D4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69D164-CDC4-CCC3-7A61-5DA683F015B6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A029-6115-9FC1-EFC8-70169AD0C389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A232B5-E4A2-4376-94D8-E0F6FE4E49F5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4441A3-2984-BF08-EF62-B1AE391C36F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276158" y="5528528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sz="2200" b="1" i="1"/>
              <a:t>Billion Alexandre  –  Dubuis Lucas  –  Gadeau Axel</a:t>
            </a:r>
            <a:endParaRPr sz="2200" b="1" i="1"/>
          </a:p>
        </p:txBody>
      </p:sp>
      <p:sp>
        <p:nvSpPr>
          <p:cNvPr id="1486267439" name=""/>
          <p:cNvSpPr txBox="1"/>
          <p:nvPr/>
        </p:nvSpPr>
        <p:spPr bwMode="auto">
          <a:xfrm flipH="0" flipV="0">
            <a:off x="624812" y="2649637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i="1"/>
              <a:t>Présentation du 13 Janvier 2025</a:t>
            </a:r>
            <a:endParaRPr sz="2000" i="1"/>
          </a:p>
        </p:txBody>
      </p:sp>
      <p:pic>
        <p:nvPicPr>
          <p:cNvPr id="1855647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"/>
          <p:cNvSpPr/>
          <p:nvPr/>
        </p:nvSpPr>
        <p:spPr bwMode="auto">
          <a:xfrm rot="2270666" flipH="0" flipV="0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549962" name=""/>
          <p:cNvSpPr/>
          <p:nvPr/>
        </p:nvSpPr>
        <p:spPr bwMode="auto">
          <a:xfrm rot="3989883" flipH="0" flipV="0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00253" name=""/>
          <p:cNvSpPr/>
          <p:nvPr/>
        </p:nvSpPr>
        <p:spPr bwMode="auto">
          <a:xfrm rot="2270631" flipH="0" flipV="0">
            <a:off x="-4808545" y="4815715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3985115" name=""/>
          <p:cNvSpPr/>
          <p:nvPr/>
        </p:nvSpPr>
        <p:spPr bwMode="auto">
          <a:xfrm rot="3989848" flipH="0" flipV="0">
            <a:off x="-4610619" y="3943910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160337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4744" y="-35361"/>
            <a:ext cx="3984492" cy="1488327"/>
          </a:xfrm>
        </p:spPr>
        <p:txBody>
          <a:bodyPr/>
          <a:lstStyle/>
          <a:p>
            <a:pPr algn="ctr">
              <a:defRPr/>
            </a:pPr>
            <a:r>
              <a:rPr lang="fr-FR" b="1">
                <a:solidFill>
                  <a:schemeClr val="tx1"/>
                </a:solidFill>
              </a:rPr>
              <a:t>SOMMAIR</a:t>
            </a:r>
            <a:r>
              <a:rPr lang="fr-FR" b="1">
                <a:solidFill>
                  <a:schemeClr val="tx1"/>
                </a:solidFill>
              </a:rPr>
              <a:t>E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12311688" name=""/>
          <p:cNvSpPr txBox="1"/>
          <p:nvPr/>
        </p:nvSpPr>
        <p:spPr bwMode="auto">
          <a:xfrm flipH="0" flipV="0">
            <a:off x="3989237" y="2518474"/>
            <a:ext cx="7154701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Schéma du réseau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Détails des composants systèmes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Cahier des charges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Diagramme de Uses Cases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Scénario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Diagramme de séquence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Gantt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120342221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B502EA7-9614-E268-393C-F8A1128B89E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4905" y="0"/>
            <a:ext cx="9882187" cy="6858000"/>
          </a:xfrm>
          <a:prstGeom prst="rect">
            <a:avLst/>
          </a:prstGeom>
        </p:spPr>
      </p:pic>
      <p:sp>
        <p:nvSpPr>
          <p:cNvPr id="1122952940" name=""/>
          <p:cNvSpPr txBox="1"/>
          <p:nvPr/>
        </p:nvSpPr>
        <p:spPr bwMode="auto">
          <a:xfrm flipH="0" flipV="0"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290627527" name=""/>
          <p:cNvSpPr/>
          <p:nvPr/>
        </p:nvSpPr>
        <p:spPr bwMode="auto">
          <a:xfrm flipH="0" flipV="0">
            <a:off x="6271973" y="6641853"/>
            <a:ext cx="601578" cy="2161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l">
              <a:defRPr/>
            </a:pPr>
            <a:endParaRPr sz="1000">
              <a:solidFill>
                <a:schemeClr val="tx1"/>
              </a:solidFill>
            </a:endParaRPr>
          </a:p>
        </p:txBody>
      </p:sp>
      <p:sp>
        <p:nvSpPr>
          <p:cNvPr id="888147372" name=""/>
          <p:cNvSpPr txBox="1"/>
          <p:nvPr/>
        </p:nvSpPr>
        <p:spPr bwMode="auto">
          <a:xfrm flipH="0" flipV="0">
            <a:off x="6202495" y="6629039"/>
            <a:ext cx="58225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9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Sud07</a:t>
            </a:r>
            <a:endParaRPr sz="900" b="1">
              <a:solidFill>
                <a:schemeClr val="tx1"/>
              </a:solidFill>
            </a:endParaRPr>
          </a:p>
        </p:txBody>
      </p:sp>
      <p:sp>
        <p:nvSpPr>
          <p:cNvPr id="206917867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90E085-00DB-FBDE-D0F0-25E7F9C65B04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7169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14852" y="-6188"/>
            <a:ext cx="10515600" cy="958688"/>
          </a:xfrm>
        </p:spPr>
        <p:txBody>
          <a:bodyPr/>
          <a:lstStyle/>
          <a:p>
            <a:pPr>
              <a:defRPr/>
            </a:pPr>
            <a:r>
              <a:rPr sz="3600"/>
              <a:t>Détails des composants des systèmes</a:t>
            </a:r>
            <a:endParaRPr sz="3600"/>
          </a:p>
        </p:txBody>
      </p:sp>
      <p:sp>
        <p:nvSpPr>
          <p:cNvPr id="86597715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B358A7F-B052-8D68-75BE-9E96CBC746E0}" type="slidenum">
              <a:rPr lang="fr-FR"/>
              <a:t/>
            </a:fld>
            <a:endParaRPr lang="fr-FR"/>
          </a:p>
        </p:txBody>
      </p:sp>
      <p:pic>
        <p:nvPicPr>
          <p:cNvPr id="11297750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2609" y="1035964"/>
            <a:ext cx="3038504" cy="921046"/>
          </a:xfrm>
          <a:prstGeom prst="rect">
            <a:avLst/>
          </a:prstGeom>
        </p:spPr>
      </p:pic>
      <p:sp>
        <p:nvSpPr>
          <p:cNvPr id="1875352020" name=""/>
          <p:cNvSpPr txBox="1"/>
          <p:nvPr/>
        </p:nvSpPr>
        <p:spPr bwMode="auto">
          <a:xfrm flipH="0" flipV="0">
            <a:off x="72609" y="1957011"/>
            <a:ext cx="3132668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Dell PowerEdge R300</a:t>
            </a:r>
            <a:endParaRPr/>
          </a:p>
          <a:p>
            <a:pPr>
              <a:defRPr/>
            </a:pP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2009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Intel XEON 5130 (4x2Ghz</a:t>
            </a:r>
            <a:r>
              <a:rPr/>
              <a:t>)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8Gb DDR2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2x1Tb HDD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 port Ethernet</a:t>
            </a:r>
            <a:endParaRPr/>
          </a:p>
        </p:txBody>
      </p:sp>
      <p:sp>
        <p:nvSpPr>
          <p:cNvPr id="1808313947" name=""/>
          <p:cNvSpPr txBox="1"/>
          <p:nvPr/>
        </p:nvSpPr>
        <p:spPr bwMode="auto">
          <a:xfrm flipH="0" flipV="0">
            <a:off x="2962742" y="1965599"/>
            <a:ext cx="3890124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/>
              <a:t>Fortinet 51E</a:t>
            </a:r>
            <a:endParaRPr sz="1600"/>
          </a:p>
          <a:p>
            <a:pPr algn="ctr">
              <a:defRPr/>
            </a:pP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5 ports Ethernet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2500mbit/s en traitement firewall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capacité de 100 clients garanti</a:t>
            </a:r>
            <a:endParaRPr sz="1600"/>
          </a:p>
        </p:txBody>
      </p:sp>
      <p:grpSp>
        <p:nvGrpSpPr>
          <p:cNvPr id="1304108190" name=""/>
          <p:cNvGrpSpPr/>
          <p:nvPr/>
        </p:nvGrpSpPr>
        <p:grpSpPr bwMode="auto">
          <a:xfrm flipH="0" flipV="0">
            <a:off x="3144177" y="952499"/>
            <a:ext cx="3099172" cy="1008771"/>
            <a:chOff x="0" y="0"/>
            <a:chExt cx="3099172" cy="1008771"/>
          </a:xfrm>
        </p:grpSpPr>
        <p:sp>
          <p:nvSpPr>
            <p:cNvPr id="1763427411" name=""/>
            <p:cNvSpPr/>
            <p:nvPr/>
          </p:nvSpPr>
          <p:spPr bwMode="auto">
            <a:xfrm flipH="0" flipV="0">
              <a:off x="0" y="0"/>
              <a:ext cx="3099172" cy="100877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49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pic>
          <p:nvPicPr>
            <p:cNvPr id="790964231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69889" y="83609"/>
              <a:ext cx="2969570" cy="834281"/>
            </a:xfrm>
            <a:prstGeom prst="rect">
              <a:avLst/>
            </a:prstGeom>
          </p:spPr>
        </p:pic>
      </p:grpSp>
      <p:pic>
        <p:nvPicPr>
          <p:cNvPr id="53591435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610377" y="916587"/>
            <a:ext cx="3069096" cy="1040423"/>
          </a:xfrm>
          <a:prstGeom prst="rect">
            <a:avLst/>
          </a:prstGeom>
        </p:spPr>
      </p:pic>
      <p:sp>
        <p:nvSpPr>
          <p:cNvPr id="592638268" name=""/>
          <p:cNvSpPr txBox="1"/>
          <p:nvPr/>
        </p:nvSpPr>
        <p:spPr bwMode="auto">
          <a:xfrm flipH="0" flipV="0">
            <a:off x="6473107" y="1957011"/>
            <a:ext cx="3921444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/>
              <a:t>HP J8164A</a:t>
            </a:r>
            <a:endParaRPr sz="1600"/>
          </a:p>
          <a:p>
            <a:pPr algn="ctr">
              <a:defRPr/>
            </a:pP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Manageable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24 ports Ethernet</a:t>
            </a:r>
            <a:endParaRPr sz="1600"/>
          </a:p>
        </p:txBody>
      </p:sp>
      <p:pic>
        <p:nvPicPr>
          <p:cNvPr id="164925197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902908" y="3195879"/>
            <a:ext cx="3553129" cy="1998635"/>
          </a:xfrm>
          <a:prstGeom prst="rect">
            <a:avLst/>
          </a:prstGeom>
        </p:spPr>
      </p:pic>
      <p:sp>
        <p:nvSpPr>
          <p:cNvPr id="897823839" name=""/>
          <p:cNvSpPr txBox="1"/>
          <p:nvPr/>
        </p:nvSpPr>
        <p:spPr bwMode="auto">
          <a:xfrm flipH="0" flipV="0">
            <a:off x="8265099" y="5146083"/>
            <a:ext cx="3911004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/>
              <a:t>DLIN DSR-1000N</a:t>
            </a:r>
            <a:endParaRPr sz="1600"/>
          </a:p>
          <a:p>
            <a:pPr algn="ctr">
              <a:defRPr/>
            </a:pP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Support 2,4/5Ghz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Wifi N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"/>
          <p:cNvSpPr txBox="1"/>
          <p:nvPr/>
        </p:nvSpPr>
        <p:spPr bwMode="auto">
          <a:xfrm flipH="0" flipV="0">
            <a:off x="128622" y="333373"/>
            <a:ext cx="263669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chemeClr val="accent6"/>
                </a:solidFill>
              </a:rPr>
              <a:t>Cahier des charges</a:t>
            </a:r>
            <a:endParaRPr sz="3600" b="1">
              <a:solidFill>
                <a:schemeClr val="accent6"/>
              </a:solidFill>
            </a:endParaRPr>
          </a:p>
        </p:txBody>
      </p:sp>
      <p:pic>
        <p:nvPicPr>
          <p:cNvPr id="8799006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5507" y="0"/>
            <a:ext cx="5948187" cy="6858000"/>
          </a:xfrm>
          <a:prstGeom prst="rect">
            <a:avLst/>
          </a:prstGeom>
        </p:spPr>
      </p:pic>
      <p:sp>
        <p:nvSpPr>
          <p:cNvPr id="35643901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2465540-826C-1A58-3EE9-A8DA101073C2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29445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27682" y="162409"/>
            <a:ext cx="7820024" cy="6210299"/>
          </a:xfrm>
          <a:prstGeom prst="rect">
            <a:avLst/>
          </a:prstGeom>
        </p:spPr>
      </p:pic>
      <p:sp>
        <p:nvSpPr>
          <p:cNvPr id="119389473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83A848A-01DC-D382-99BF-3016EF2FBCB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38596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33662" y="1866899"/>
            <a:ext cx="6924674" cy="3124199"/>
          </a:xfrm>
          <a:prstGeom prst="rect">
            <a:avLst/>
          </a:prstGeom>
        </p:spPr>
      </p:pic>
      <p:sp>
        <p:nvSpPr>
          <p:cNvPr id="17924946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ADAA86-9AD5-DCAB-88FB-1746862BDA49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98414" name=""/>
          <p:cNvSpPr txBox="1"/>
          <p:nvPr/>
        </p:nvSpPr>
        <p:spPr bwMode="auto">
          <a:xfrm flipH="0" flipV="0">
            <a:off x="11617686" y="6153741"/>
            <a:ext cx="1056028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8000">
              <a:solidFill>
                <a:schemeClr val="bg1"/>
              </a:solidFill>
            </a:endParaRPr>
          </a:p>
        </p:txBody>
      </p:sp>
      <p:pic>
        <p:nvPicPr>
          <p:cNvPr id="4207233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4425" y="261937"/>
            <a:ext cx="9963148" cy="6334124"/>
          </a:xfrm>
          <a:prstGeom prst="rect">
            <a:avLst/>
          </a:prstGeom>
        </p:spPr>
      </p:pic>
      <p:sp>
        <p:nvSpPr>
          <p:cNvPr id="67206742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8F5073-2DE3-DBD0-FFA7-CC2DF3A8D402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4433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4843" y="533278"/>
            <a:ext cx="6751037" cy="5791442"/>
          </a:xfrm>
          <a:prstGeom prst="rect">
            <a:avLst/>
          </a:prstGeom>
        </p:spPr>
      </p:pic>
      <p:sp>
        <p:nvSpPr>
          <p:cNvPr id="212115593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1D3BAA6-6CFD-130E-D016-FACCF0F3010F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40740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1152" y="1259237"/>
            <a:ext cx="8118698" cy="4037227"/>
          </a:xfrm>
          <a:prstGeom prst="rect">
            <a:avLst/>
          </a:prstGeom>
        </p:spPr>
      </p:pic>
      <p:sp>
        <p:nvSpPr>
          <p:cNvPr id="22683879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9B715F-E8A1-29EE-4722-84F2DCE42C5C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0288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62124" y="290512"/>
            <a:ext cx="8667749" cy="6276974"/>
          </a:xfrm>
          <a:prstGeom prst="rect">
            <a:avLst/>
          </a:prstGeom>
        </p:spPr>
      </p:pic>
      <p:sp>
        <p:nvSpPr>
          <p:cNvPr id="126752536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AF17ACD-DD78-62E9-2E28-8F6AD639963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50784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06045" y="-12596"/>
            <a:ext cx="9379906" cy="6873825"/>
          </a:xfrm>
          <a:prstGeom prst="rect">
            <a:avLst/>
          </a:prstGeom>
        </p:spPr>
      </p:pic>
      <p:sp>
        <p:nvSpPr>
          <p:cNvPr id="455734024" name=""/>
          <p:cNvSpPr txBox="1"/>
          <p:nvPr/>
        </p:nvSpPr>
        <p:spPr bwMode="auto">
          <a:xfrm flipH="0" flipV="0">
            <a:off x="247776" y="1881036"/>
            <a:ext cx="2316539" cy="762359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solidFill>
                  <a:schemeClr val="accent6"/>
                </a:solidFill>
              </a:rPr>
              <a:t>Diagram</a:t>
            </a:r>
            <a:r>
              <a:rPr sz="2200" b="1">
                <a:solidFill>
                  <a:schemeClr val="accent6"/>
                </a:solidFill>
              </a:rPr>
              <a:t>me de Use Cases</a:t>
            </a:r>
            <a:endParaRPr sz="2200" b="1">
              <a:solidFill>
                <a:schemeClr val="accent6"/>
              </a:solidFill>
            </a:endParaRPr>
          </a:p>
        </p:txBody>
      </p:sp>
      <p:sp>
        <p:nvSpPr>
          <p:cNvPr id="209906795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208C99-E586-A78B-8356-43DD3768927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3823" y="804268"/>
            <a:ext cx="11320499" cy="5474971"/>
          </a:xfrm>
          <a:prstGeom prst="rect">
            <a:avLst/>
          </a:prstGeom>
        </p:spPr>
      </p:pic>
      <p:sp>
        <p:nvSpPr>
          <p:cNvPr id="1324695773" name=""/>
          <p:cNvSpPr txBox="1"/>
          <p:nvPr/>
        </p:nvSpPr>
        <p:spPr bwMode="auto">
          <a:xfrm flipH="0" flipV="0"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</a:t>
            </a:r>
            <a:r>
              <a:rPr sz="2800" b="1">
                <a:solidFill>
                  <a:schemeClr val="accent6"/>
                </a:solidFill>
              </a:rPr>
              <a:t>me de séquence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91025681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4C50310-7308-9D87-E1AC-2C0A2F96A058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7235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2C0244C-A266-C296-CE72-2D2EAA723A19}" type="slidenum">
              <a:rPr lang="fr-FR"/>
              <a:t/>
            </a:fld>
            <a:endParaRPr lang="fr-FR"/>
          </a:p>
        </p:txBody>
      </p:sp>
      <p:pic>
        <p:nvPicPr>
          <p:cNvPr id="3903539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0146" y="883645"/>
            <a:ext cx="11871707" cy="4750633"/>
          </a:xfrm>
          <a:prstGeom prst="rect">
            <a:avLst/>
          </a:prstGeom>
        </p:spPr>
      </p:pic>
      <p:sp>
        <p:nvSpPr>
          <p:cNvPr id="581247266" name=""/>
          <p:cNvSpPr txBox="1"/>
          <p:nvPr/>
        </p:nvSpPr>
        <p:spPr bwMode="auto">
          <a:xfrm flipH="0" flipV="0">
            <a:off x="-124837" y="285750"/>
            <a:ext cx="512866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Gantt du projet</a:t>
            </a:r>
            <a:endParaRPr sz="2800" b="1">
              <a:solidFill>
                <a:schemeClr val="accent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384840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6879025" y="-22332"/>
            <a:ext cx="5359830" cy="1572162"/>
          </a:xfrm>
        </p:spPr>
        <p:txBody>
          <a:bodyPr/>
          <a:lstStyle/>
          <a:p>
            <a:pPr algn="ctr">
              <a:defRPr/>
            </a:pPr>
            <a:r>
              <a:rPr b="1"/>
              <a:t>Conclusion</a:t>
            </a:r>
            <a:endParaRPr b="1"/>
          </a:p>
        </p:txBody>
      </p:sp>
      <p:sp>
        <p:nvSpPr>
          <p:cNvPr id="18371603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7DD280-EE85-FA59-11DE-AA6FAE5795FB}" type="slidenum">
              <a:rPr lang="fr-FR"/>
              <a:t/>
            </a:fld>
            <a:endParaRPr lang="fr-FR"/>
          </a:p>
        </p:txBody>
      </p:sp>
      <p:sp>
        <p:nvSpPr>
          <p:cNvPr id="2139967203" name=""/>
          <p:cNvSpPr/>
          <p:nvPr/>
        </p:nvSpPr>
        <p:spPr bwMode="auto">
          <a:xfrm rot="2270631" flipH="0" flipV="0">
            <a:off x="-4808545" y="4815715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4941391" name=""/>
          <p:cNvSpPr/>
          <p:nvPr/>
        </p:nvSpPr>
        <p:spPr bwMode="auto">
          <a:xfrm rot="3989848" flipH="0" flipV="0">
            <a:off x="-4610619" y="3943910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2012-12-03T06:56:55Z</dcterms:created>
  <dcterms:modified xsi:type="dcterms:W3CDTF">2025-01-27T13:30:03Z</dcterms:modified>
</cp:coreProperties>
</file>