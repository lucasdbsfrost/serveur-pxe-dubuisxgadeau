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16" y="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20/01/2025</a:t>
            </a:fld>
            <a:endParaRPr lang="fr-FR"/>
          </a:p>
        </p:txBody>
      </p:sp>
      <p:sp>
        <p:nvSpPr>
          <p:cNvPr id="4" name="Espace réservé pour l'image de la diapositive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5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pour l'image de la diapositiv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4C4B79-9202-3A2B-4EF1-4658339A13A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10226C-5E0C-4196-9B31-4476566EAED9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0D058-5239-2CC9-7847-923720CFB0F0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A5888F-02AD-FCD2-53E5-61C95BE006A2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47985E-AC24-FFFF-283A-ECCBEA65499B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34875-05D3-E10E-E493-C03E56FC4F7B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A8CA56-209C-C474-A6E3-AC5116F27D3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6BBC41-E5FF-8A66-5624-D1221C3699BC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F1F33-6AD6-DED9-F67A-98DF20E45A35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20/01/2025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20/01/2025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20/01/2025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20/01/2025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20/01/2025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20/01/2025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20/01/2025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20/01/2025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pour une image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20/01/2025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20/01/2025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20/01/2025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20/01/2025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348431" y="-277523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fr-FR" b="1"/>
              <a:t>Projet BTS</a:t>
            </a:r>
            <a:br>
              <a:rPr lang="fr-FR" b="1"/>
            </a:br>
            <a:r>
              <a:rPr lang="fr-FR" b="1"/>
              <a:t>SRSE V2</a:t>
            </a:r>
            <a:endParaRPr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276158" y="5528528"/>
            <a:ext cx="9144000" cy="514699"/>
          </a:xfrm>
        </p:spPr>
        <p:txBody>
          <a:bodyPr/>
          <a:lstStyle/>
          <a:p>
            <a:pPr>
              <a:defRPr/>
            </a:pPr>
            <a:r>
              <a:rPr lang="fr-FR" sz="2200" b="1" i="1"/>
              <a:t>Billion Alexandre  –  Dubuis Lucas  –  Gadeau Axel</a:t>
            </a:r>
            <a:endParaRPr sz="2200" b="1" i="1"/>
          </a:p>
        </p:txBody>
      </p:sp>
      <p:sp>
        <p:nvSpPr>
          <p:cNvPr id="1486267439" name="ZoneTexte 1486267438"/>
          <p:cNvSpPr txBox="1"/>
          <p:nvPr/>
        </p:nvSpPr>
        <p:spPr bwMode="auto">
          <a:xfrm>
            <a:off x="624812" y="2649637"/>
            <a:ext cx="408588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000" i="1"/>
              <a:t>Présentation du 13 Janvier 2025</a:t>
            </a:r>
          </a:p>
        </p:txBody>
      </p:sp>
      <p:pic>
        <p:nvPicPr>
          <p:cNvPr id="1855647880" name="Image 185564787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655766" y="4342754"/>
            <a:ext cx="2371550" cy="2371550"/>
          </a:xfrm>
          <a:prstGeom prst="rect">
            <a:avLst/>
          </a:prstGeom>
        </p:spPr>
      </p:pic>
      <p:sp>
        <p:nvSpPr>
          <p:cNvPr id="1686964978" name="Rectangle 1686964977"/>
          <p:cNvSpPr/>
          <p:nvPr/>
        </p:nvSpPr>
        <p:spPr bwMode="auto">
          <a:xfrm rot="2270666">
            <a:off x="-4808546" y="4815716"/>
            <a:ext cx="9975566" cy="2211067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09549962" name="Rectangle 1209549961"/>
          <p:cNvSpPr/>
          <p:nvPr/>
        </p:nvSpPr>
        <p:spPr bwMode="auto">
          <a:xfrm rot="3989883">
            <a:off x="-4610620" y="3943911"/>
            <a:ext cx="9975566" cy="2211066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1622575" name="Image 185162257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4905" y="0"/>
            <a:ext cx="9882187" cy="6858000"/>
          </a:xfrm>
          <a:prstGeom prst="rect">
            <a:avLst/>
          </a:prstGeom>
        </p:spPr>
      </p:pic>
      <p:sp>
        <p:nvSpPr>
          <p:cNvPr id="1122952940" name="ZoneTexte 1122952939"/>
          <p:cNvSpPr txBox="1"/>
          <p:nvPr/>
        </p:nvSpPr>
        <p:spPr bwMode="auto">
          <a:xfrm>
            <a:off x="408024" y="396874"/>
            <a:ext cx="512902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Schéma du réseau</a:t>
            </a:r>
          </a:p>
        </p:txBody>
      </p:sp>
      <p:sp>
        <p:nvSpPr>
          <p:cNvPr id="1621113" name="ZoneTexte 1621112"/>
          <p:cNvSpPr txBox="1"/>
          <p:nvPr/>
        </p:nvSpPr>
        <p:spPr bwMode="auto">
          <a:xfrm>
            <a:off x="11617687" y="6153742"/>
            <a:ext cx="105458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2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03393" name="ZoneTexte 53703392"/>
          <p:cNvSpPr txBox="1"/>
          <p:nvPr/>
        </p:nvSpPr>
        <p:spPr bwMode="auto">
          <a:xfrm>
            <a:off x="128623" y="333374"/>
            <a:ext cx="5132988" cy="884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2600" b="1">
                <a:solidFill>
                  <a:schemeClr val="accent6"/>
                </a:solidFill>
              </a:rPr>
              <a:t>Diagramme de</a:t>
            </a:r>
          </a:p>
          <a:p>
            <a:pPr algn="l">
              <a:defRPr/>
            </a:pPr>
            <a:r>
              <a:rPr sz="2600" b="1">
                <a:solidFill>
                  <a:schemeClr val="accent6"/>
                </a:solidFill>
              </a:rPr>
              <a:t>requirements</a:t>
            </a:r>
          </a:p>
        </p:txBody>
      </p:sp>
      <p:sp>
        <p:nvSpPr>
          <p:cNvPr id="330864219" name="ZoneTexte 330864218"/>
          <p:cNvSpPr txBox="1"/>
          <p:nvPr/>
        </p:nvSpPr>
        <p:spPr bwMode="auto">
          <a:xfrm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3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048CAAB-C183-7F2A-5F8C-77C421582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866" y="0"/>
            <a:ext cx="6383049" cy="68362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022200" name="ZoneTexte 540022199"/>
          <p:cNvSpPr txBox="1"/>
          <p:nvPr/>
        </p:nvSpPr>
        <p:spPr bwMode="auto">
          <a:xfrm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4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3196093-C193-6A68-9494-7E53E19C8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25" y="0"/>
            <a:ext cx="93011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057295" name="ZoneTexte 1423057294"/>
          <p:cNvSpPr txBox="1"/>
          <p:nvPr/>
        </p:nvSpPr>
        <p:spPr bwMode="auto">
          <a:xfrm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5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E4E9DCE-E062-B538-0704-D6E43F985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8" y="0"/>
            <a:ext cx="5189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998414" name="ZoneTexte 2144998413"/>
          <p:cNvSpPr txBox="1"/>
          <p:nvPr/>
        </p:nvSpPr>
        <p:spPr bwMode="auto">
          <a:xfrm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6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D46EAA2-69BE-3BEF-4E6E-7173AC9D0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233363"/>
            <a:ext cx="8496300" cy="639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258735" name="ZoneTexte 1680258734"/>
          <p:cNvSpPr txBox="1"/>
          <p:nvPr/>
        </p:nvSpPr>
        <p:spPr bwMode="auto">
          <a:xfrm>
            <a:off x="11617686" y="6153741"/>
            <a:ext cx="105638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7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ACFDCED-5C17-54A2-0C02-660DCFB87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0"/>
            <a:ext cx="7493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454714" name="ZoneTexte 621454713"/>
          <p:cNvSpPr txBox="1"/>
          <p:nvPr/>
        </p:nvSpPr>
        <p:spPr bwMode="auto">
          <a:xfrm>
            <a:off x="163092" y="565042"/>
            <a:ext cx="377915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2000" b="1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RGPD : Règlement Général de Protection des Données</a:t>
            </a:r>
            <a:endParaRPr sz="2000" b="1"/>
          </a:p>
        </p:txBody>
      </p:sp>
      <p:sp>
        <p:nvSpPr>
          <p:cNvPr id="1332905337" name="ZoneTexte 1332905336"/>
          <p:cNvSpPr txBox="1"/>
          <p:nvPr/>
        </p:nvSpPr>
        <p:spPr bwMode="auto">
          <a:xfrm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8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55CD402E-AB55-2935-5043-4BF2FD8AE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336" y="0"/>
            <a:ext cx="7880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9547924" name="Image 210954792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605249" y="41162"/>
            <a:ext cx="7911798" cy="6775675"/>
          </a:xfrm>
          <a:prstGeom prst="rect">
            <a:avLst/>
          </a:prstGeom>
        </p:spPr>
      </p:pic>
      <p:sp>
        <p:nvSpPr>
          <p:cNvPr id="455734024" name="ZoneTexte 455734023"/>
          <p:cNvSpPr txBox="1"/>
          <p:nvPr/>
        </p:nvSpPr>
        <p:spPr bwMode="auto">
          <a:xfrm>
            <a:off x="-744500" y="317499"/>
            <a:ext cx="513010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2200" b="1">
                <a:solidFill>
                  <a:schemeClr val="accent6"/>
                </a:solidFill>
              </a:rPr>
              <a:t>Diagramme de Use Cases</a:t>
            </a:r>
          </a:p>
        </p:txBody>
      </p:sp>
      <p:sp>
        <p:nvSpPr>
          <p:cNvPr id="2120039491" name="ZoneTexte 2120039490"/>
          <p:cNvSpPr txBox="1"/>
          <p:nvPr/>
        </p:nvSpPr>
        <p:spPr bwMode="auto">
          <a:xfrm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9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44539" name="Image 3384453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374" y="1235390"/>
            <a:ext cx="11320499" cy="5474971"/>
          </a:xfrm>
          <a:prstGeom prst="rect">
            <a:avLst/>
          </a:prstGeom>
        </p:spPr>
      </p:pic>
      <p:sp>
        <p:nvSpPr>
          <p:cNvPr id="1324695773" name="ZoneTexte 1324695772"/>
          <p:cNvSpPr txBox="1"/>
          <p:nvPr/>
        </p:nvSpPr>
        <p:spPr bwMode="auto">
          <a:xfrm>
            <a:off x="3652874" y="285750"/>
            <a:ext cx="51225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Diagramme de séquence</a:t>
            </a:r>
          </a:p>
        </p:txBody>
      </p:sp>
      <p:sp>
        <p:nvSpPr>
          <p:cNvPr id="550952698" name="ZoneTexte 550952697"/>
          <p:cNvSpPr txBox="1"/>
          <p:nvPr/>
        </p:nvSpPr>
        <p:spPr bwMode="auto">
          <a:xfrm>
            <a:off x="11399874" y="6153741"/>
            <a:ext cx="105602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10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</TotalTime>
  <Words>58</Words>
  <Application>Microsoft Office PowerPoint</Application>
  <PresentationFormat>Grand écran</PresentationFormat>
  <Paragraphs>28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Projet BTS SRSE V2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DUBUIS Lucas</cp:lastModifiedBy>
  <cp:revision>8</cp:revision>
  <dcterms:created xsi:type="dcterms:W3CDTF">2012-12-03T06:56:55Z</dcterms:created>
  <dcterms:modified xsi:type="dcterms:W3CDTF">2025-01-20T14:28:07Z</dcterms:modified>
</cp:coreProperties>
</file>