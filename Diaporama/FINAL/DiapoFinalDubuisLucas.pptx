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notesSlides/notesSlide3.xml" ContentType="application/vnd.openxmlformats-officedocument.presentationml.notesSlide+xml"/>
  <Override PartName="/ppt/ink/ink1.xml" ContentType="application/inkml+xml"/>
  <Override PartName="/ppt/notesSlides/notesSlide4.xml" ContentType="application/vnd.openxmlformats-officedocument.presentationml.notesSlide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0"/>
  </p:notesMasterIdLst>
  <p:sldIdLst>
    <p:sldId id="256" r:id="rId2"/>
    <p:sldId id="270" r:id="rId3"/>
    <p:sldId id="273" r:id="rId4"/>
    <p:sldId id="257" r:id="rId5"/>
    <p:sldId id="258" r:id="rId6"/>
    <p:sldId id="260" r:id="rId7"/>
    <p:sldId id="262" r:id="rId8"/>
    <p:sldId id="263" r:id="rId9"/>
    <p:sldId id="264" r:id="rId10"/>
    <p:sldId id="277" r:id="rId11"/>
    <p:sldId id="266" r:id="rId12"/>
    <p:sldId id="295" r:id="rId13"/>
    <p:sldId id="280" r:id="rId14"/>
    <p:sldId id="296" r:id="rId15"/>
    <p:sldId id="274" r:id="rId16"/>
    <p:sldId id="282" r:id="rId17"/>
    <p:sldId id="283" r:id="rId18"/>
    <p:sldId id="284" r:id="rId19"/>
    <p:sldId id="285" r:id="rId20"/>
    <p:sldId id="286" r:id="rId21"/>
    <p:sldId id="287" r:id="rId22"/>
    <p:sldId id="279" r:id="rId23"/>
    <p:sldId id="292" r:id="rId24"/>
    <p:sldId id="290" r:id="rId25"/>
    <p:sldId id="289" r:id="rId26"/>
    <p:sldId id="291" r:id="rId27"/>
    <p:sldId id="269" r:id="rId28"/>
    <p:sldId id="272" r:id="rId29"/>
  </p:sldIdLst>
  <p:sldSz cx="12192000" cy="6858000"/>
  <p:notesSz cx="6858000" cy="9144000"/>
  <p:defaultTextStyle>
    <a:defPPr>
      <a:defRPr lang="fr-FR"/>
    </a:defPPr>
    <a:lvl1pPr marL="0" algn="l" defTabSz="914400">
      <a:defRPr sz="18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>
      <a:defRPr sz="18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>
      <a:defRPr sz="18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>
      <a:defRPr sz="18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>
      <a:defRPr sz="18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>
      <a:defRPr sz="18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>
      <a:defRPr sz="18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>
      <a:defRPr sz="18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>
      <a:defRPr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pos="3840">
          <p15:clr>
            <a:srgbClr val="A4A3A4"/>
          </p15:clr>
        </p15:guide>
        <p15:guide id="2" orient="horz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1919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3162" autoAdjust="0"/>
    <p:restoredTop sz="87530" autoAdjust="0"/>
  </p:normalViewPr>
  <p:slideViewPr>
    <p:cSldViewPr snapToGrid="0">
      <p:cViewPr varScale="1">
        <p:scale>
          <a:sx n="97" d="100"/>
          <a:sy n="97" d="100"/>
        </p:scale>
        <p:origin x="1218" y="72"/>
      </p:cViewPr>
      <p:guideLst>
        <p:guide pos="3840"/>
        <p:guide orient="horz" pos="2160"/>
      </p:guideLst>
    </p:cSldViewPr>
  </p:slideViewPr>
  <p:notesTextViewPr>
    <p:cViewPr>
      <p:scale>
        <a:sx n="200" d="100"/>
        <a:sy n="2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notesMaster" Target="notesMasters/notesMaster1.xml"/><Relationship Id="rId8" Type="http://schemas.openxmlformats.org/officeDocument/2006/relationships/slide" Target="slides/slide7.xml"/></Relationships>
</file>

<file path=ppt/diagrams/_rels/data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svg"/><Relationship Id="rId1" Type="http://schemas.openxmlformats.org/officeDocument/2006/relationships/image" Target="../media/image3.png"/><Relationship Id="rId6" Type="http://schemas.openxmlformats.org/officeDocument/2006/relationships/image" Target="../media/image8.svg"/><Relationship Id="rId5" Type="http://schemas.openxmlformats.org/officeDocument/2006/relationships/image" Target="../media/image7.png"/><Relationship Id="rId4" Type="http://schemas.openxmlformats.org/officeDocument/2006/relationships/image" Target="../media/image6.svg"/></Relationships>
</file>

<file path=ppt/diagrams/_rels/drawing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svg"/><Relationship Id="rId1" Type="http://schemas.openxmlformats.org/officeDocument/2006/relationships/image" Target="../media/image3.png"/><Relationship Id="rId6" Type="http://schemas.openxmlformats.org/officeDocument/2006/relationships/image" Target="../media/image8.svg"/><Relationship Id="rId5" Type="http://schemas.openxmlformats.org/officeDocument/2006/relationships/image" Target="../media/image7.png"/><Relationship Id="rId4" Type="http://schemas.openxmlformats.org/officeDocument/2006/relationships/image" Target="../media/image6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448CB2D8-E3A3-4644-86CA-CDAD97B75ED6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83735F1A-8974-4C42-9C4A-B02482585FBC}">
      <dgm:prSet/>
      <dgm:spPr/>
      <dgm:t>
        <a:bodyPr/>
        <a:lstStyle/>
        <a:p>
          <a:r>
            <a:rPr lang="fr-FR" dirty="0"/>
            <a:t>Schéma du réseau</a:t>
          </a:r>
        </a:p>
      </dgm:t>
    </dgm:pt>
    <dgm:pt modelId="{50580F78-7FB7-4DDE-A1B5-799F5A26EFB4}" type="parTrans" cxnId="{6CEB5BD0-47C1-4915-9CE1-1A847B94387B}">
      <dgm:prSet/>
      <dgm:spPr/>
      <dgm:t>
        <a:bodyPr/>
        <a:lstStyle/>
        <a:p>
          <a:endParaRPr lang="fr-FR"/>
        </a:p>
      </dgm:t>
    </dgm:pt>
    <dgm:pt modelId="{78B03121-9325-4F6F-AD23-37D44487F180}" type="sibTrans" cxnId="{6CEB5BD0-47C1-4915-9CE1-1A847B94387B}">
      <dgm:prSet/>
      <dgm:spPr/>
      <dgm:t>
        <a:bodyPr/>
        <a:lstStyle/>
        <a:p>
          <a:endParaRPr lang="fr-FR"/>
        </a:p>
      </dgm:t>
    </dgm:pt>
    <dgm:pt modelId="{1514B622-0C7F-4BAC-B5A9-081A717749F6}">
      <dgm:prSet/>
      <dgm:spPr/>
      <dgm:t>
        <a:bodyPr/>
        <a:lstStyle/>
        <a:p>
          <a:r>
            <a:rPr lang="fr-FR" dirty="0"/>
            <a:t>Diagramme de cas d’utilisation</a:t>
          </a:r>
        </a:p>
      </dgm:t>
    </dgm:pt>
    <dgm:pt modelId="{1B8E76B6-FAD6-4276-8BF7-11C461E8A546}" type="parTrans" cxnId="{B709A42D-1E9E-436C-8E75-416AAA02F83E}">
      <dgm:prSet/>
      <dgm:spPr/>
      <dgm:t>
        <a:bodyPr/>
        <a:lstStyle/>
        <a:p>
          <a:endParaRPr lang="fr-FR"/>
        </a:p>
      </dgm:t>
    </dgm:pt>
    <dgm:pt modelId="{A8C8B851-B45C-468C-86EE-D375274E53C2}" type="sibTrans" cxnId="{B709A42D-1E9E-436C-8E75-416AAA02F83E}">
      <dgm:prSet/>
      <dgm:spPr/>
      <dgm:t>
        <a:bodyPr/>
        <a:lstStyle/>
        <a:p>
          <a:endParaRPr lang="fr-FR"/>
        </a:p>
      </dgm:t>
    </dgm:pt>
    <dgm:pt modelId="{535F972D-8CB8-4842-BFEA-17C90E7B5B2A}">
      <dgm:prSet/>
      <dgm:spPr/>
      <dgm:t>
        <a:bodyPr/>
        <a:lstStyle/>
        <a:p>
          <a:r>
            <a:rPr lang="fr-FR" dirty="0"/>
            <a:t>Diagramme de séquence</a:t>
          </a:r>
        </a:p>
      </dgm:t>
    </dgm:pt>
    <dgm:pt modelId="{0691D22A-AB3F-4245-9692-F81E2F379C30}" type="parTrans" cxnId="{B3DBB6AB-64E9-4356-9867-4DB292893BCA}">
      <dgm:prSet/>
      <dgm:spPr/>
      <dgm:t>
        <a:bodyPr/>
        <a:lstStyle/>
        <a:p>
          <a:endParaRPr lang="fr-FR"/>
        </a:p>
      </dgm:t>
    </dgm:pt>
    <dgm:pt modelId="{08BAB603-CB91-4A57-A3E5-F8D6BDA281C5}" type="sibTrans" cxnId="{B3DBB6AB-64E9-4356-9867-4DB292893BCA}">
      <dgm:prSet/>
      <dgm:spPr/>
      <dgm:t>
        <a:bodyPr/>
        <a:lstStyle/>
        <a:p>
          <a:endParaRPr lang="fr-FR"/>
        </a:p>
      </dgm:t>
    </dgm:pt>
    <dgm:pt modelId="{73B03756-E571-4592-94EE-AEF1B3E039F7}">
      <dgm:prSet/>
      <dgm:spPr/>
      <dgm:t>
        <a:bodyPr/>
        <a:lstStyle/>
        <a:p>
          <a:r>
            <a:rPr lang="fr-FR" dirty="0"/>
            <a:t>Scenarii </a:t>
          </a:r>
        </a:p>
      </dgm:t>
    </dgm:pt>
    <dgm:pt modelId="{890B52E6-0190-45EF-B209-3AC45C3FEA01}" type="parTrans" cxnId="{8E95A978-0ABF-49E7-B986-B9EEC9C6FED2}">
      <dgm:prSet/>
      <dgm:spPr/>
      <dgm:t>
        <a:bodyPr/>
        <a:lstStyle/>
        <a:p>
          <a:endParaRPr lang="fr-FR"/>
        </a:p>
      </dgm:t>
    </dgm:pt>
    <dgm:pt modelId="{C0566167-9681-46D1-838C-A967A03496EB}" type="sibTrans" cxnId="{8E95A978-0ABF-49E7-B986-B9EEC9C6FED2}">
      <dgm:prSet/>
      <dgm:spPr/>
      <dgm:t>
        <a:bodyPr/>
        <a:lstStyle/>
        <a:p>
          <a:endParaRPr lang="fr-FR"/>
        </a:p>
      </dgm:t>
    </dgm:pt>
    <dgm:pt modelId="{0FDCF11C-1511-412B-8B8D-D6C5CB92B894}">
      <dgm:prSet/>
      <dgm:spPr/>
      <dgm:t>
        <a:bodyPr/>
        <a:lstStyle/>
        <a:p>
          <a:r>
            <a:rPr lang="fr-FR" dirty="0"/>
            <a:t>Présentation du projet </a:t>
          </a:r>
        </a:p>
      </dgm:t>
    </dgm:pt>
    <dgm:pt modelId="{B9AD1ADE-83B4-4504-98CF-DF2CCE782384}" type="parTrans" cxnId="{95C41D3E-1BD9-4B5A-B761-408C363403C0}">
      <dgm:prSet/>
      <dgm:spPr/>
      <dgm:t>
        <a:bodyPr/>
        <a:lstStyle/>
        <a:p>
          <a:endParaRPr lang="fr-FR"/>
        </a:p>
      </dgm:t>
    </dgm:pt>
    <dgm:pt modelId="{E93FDA44-2092-429C-A717-33826BDD3C0D}" type="sibTrans" cxnId="{95C41D3E-1BD9-4B5A-B761-408C363403C0}">
      <dgm:prSet/>
      <dgm:spPr/>
      <dgm:t>
        <a:bodyPr/>
        <a:lstStyle/>
        <a:p>
          <a:endParaRPr lang="fr-FR"/>
        </a:p>
      </dgm:t>
    </dgm:pt>
    <dgm:pt modelId="{95EECAD6-BE66-4396-A214-4071256A7B03}">
      <dgm:prSet/>
      <dgm:spPr/>
      <dgm:t>
        <a:bodyPr/>
        <a:lstStyle/>
        <a:p>
          <a:r>
            <a:rPr lang="fr-FR" dirty="0"/>
            <a:t>Cahier des charges </a:t>
          </a:r>
        </a:p>
      </dgm:t>
    </dgm:pt>
    <dgm:pt modelId="{B8FCE6D9-00A5-4633-8004-B873864F1B1A}" type="sibTrans" cxnId="{EBC906A4-F55B-4BD8-85BA-19860A42FE7A}">
      <dgm:prSet/>
      <dgm:spPr/>
      <dgm:t>
        <a:bodyPr/>
        <a:lstStyle/>
        <a:p>
          <a:endParaRPr lang="fr-FR"/>
        </a:p>
      </dgm:t>
    </dgm:pt>
    <dgm:pt modelId="{ED0149E0-8DA8-4F00-8329-3B3538500CFB}" type="parTrans" cxnId="{EBC906A4-F55B-4BD8-85BA-19860A42FE7A}">
      <dgm:prSet/>
      <dgm:spPr/>
      <dgm:t>
        <a:bodyPr/>
        <a:lstStyle/>
        <a:p>
          <a:endParaRPr lang="fr-FR"/>
        </a:p>
      </dgm:t>
    </dgm:pt>
    <dgm:pt modelId="{24969C5F-F3D4-46BB-AF32-6EB5C4A455CB}" type="pres">
      <dgm:prSet presAssocID="{448CB2D8-E3A3-4644-86CA-CDAD97B75ED6}" presName="linear" presStyleCnt="0">
        <dgm:presLayoutVars>
          <dgm:animLvl val="lvl"/>
          <dgm:resizeHandles val="exact"/>
        </dgm:presLayoutVars>
      </dgm:prSet>
      <dgm:spPr/>
    </dgm:pt>
    <dgm:pt modelId="{FB87BEF9-8AC2-4A4F-9AA8-AA45647D0EDC}" type="pres">
      <dgm:prSet presAssocID="{83735F1A-8974-4C42-9C4A-B02482585FBC}" presName="parentText" presStyleLbl="node1" presStyleIdx="0" presStyleCnt="6">
        <dgm:presLayoutVars>
          <dgm:chMax val="0"/>
          <dgm:bulletEnabled val="1"/>
        </dgm:presLayoutVars>
      </dgm:prSet>
      <dgm:spPr/>
    </dgm:pt>
    <dgm:pt modelId="{5D27863C-27D2-4232-B0E2-5561FA37DA1B}" type="pres">
      <dgm:prSet presAssocID="{78B03121-9325-4F6F-AD23-37D44487F180}" presName="spacer" presStyleCnt="0"/>
      <dgm:spPr/>
    </dgm:pt>
    <dgm:pt modelId="{AF526B6F-DE26-41BB-B5C7-D3F66BD625ED}" type="pres">
      <dgm:prSet presAssocID="{95EECAD6-BE66-4396-A214-4071256A7B03}" presName="parentText" presStyleLbl="node1" presStyleIdx="1" presStyleCnt="6">
        <dgm:presLayoutVars>
          <dgm:chMax val="0"/>
          <dgm:bulletEnabled val="1"/>
        </dgm:presLayoutVars>
      </dgm:prSet>
      <dgm:spPr/>
    </dgm:pt>
    <dgm:pt modelId="{039C45AC-7201-461C-977C-013C1F2AD08F}" type="pres">
      <dgm:prSet presAssocID="{B8FCE6D9-00A5-4633-8004-B873864F1B1A}" presName="spacer" presStyleCnt="0"/>
      <dgm:spPr/>
    </dgm:pt>
    <dgm:pt modelId="{8D5E2083-CC16-4188-BCB3-A07FF43B958C}" type="pres">
      <dgm:prSet presAssocID="{1514B622-0C7F-4BAC-B5A9-081A717749F6}" presName="parentText" presStyleLbl="node1" presStyleIdx="2" presStyleCnt="6">
        <dgm:presLayoutVars>
          <dgm:chMax val="0"/>
          <dgm:bulletEnabled val="1"/>
        </dgm:presLayoutVars>
      </dgm:prSet>
      <dgm:spPr/>
    </dgm:pt>
    <dgm:pt modelId="{4305F021-31DC-422A-BF4C-22AD413735F8}" type="pres">
      <dgm:prSet presAssocID="{A8C8B851-B45C-468C-86EE-D375274E53C2}" presName="spacer" presStyleCnt="0"/>
      <dgm:spPr/>
    </dgm:pt>
    <dgm:pt modelId="{8C96111D-E5CC-4C58-8C00-A8FE5C3FAE13}" type="pres">
      <dgm:prSet presAssocID="{535F972D-8CB8-4842-BFEA-17C90E7B5B2A}" presName="parentText" presStyleLbl="node1" presStyleIdx="3" presStyleCnt="6">
        <dgm:presLayoutVars>
          <dgm:chMax val="0"/>
          <dgm:bulletEnabled val="1"/>
        </dgm:presLayoutVars>
      </dgm:prSet>
      <dgm:spPr/>
    </dgm:pt>
    <dgm:pt modelId="{41BA1F67-B5C2-4BED-984E-73A14B6612BA}" type="pres">
      <dgm:prSet presAssocID="{08BAB603-CB91-4A57-A3E5-F8D6BDA281C5}" presName="spacer" presStyleCnt="0"/>
      <dgm:spPr/>
    </dgm:pt>
    <dgm:pt modelId="{23749BA0-9FE5-4B5B-8D7C-6F3884BD0377}" type="pres">
      <dgm:prSet presAssocID="{73B03756-E571-4592-94EE-AEF1B3E039F7}" presName="parentText" presStyleLbl="node1" presStyleIdx="4" presStyleCnt="6">
        <dgm:presLayoutVars>
          <dgm:chMax val="0"/>
          <dgm:bulletEnabled val="1"/>
        </dgm:presLayoutVars>
      </dgm:prSet>
      <dgm:spPr/>
    </dgm:pt>
    <dgm:pt modelId="{412E4D40-30E5-4B85-BAA9-611BC5FD53F0}" type="pres">
      <dgm:prSet presAssocID="{C0566167-9681-46D1-838C-A967A03496EB}" presName="spacer" presStyleCnt="0"/>
      <dgm:spPr/>
    </dgm:pt>
    <dgm:pt modelId="{B08C4B57-4CB7-49C9-A5C1-6A4628870375}" type="pres">
      <dgm:prSet presAssocID="{0FDCF11C-1511-412B-8B8D-D6C5CB92B894}" presName="parentText" presStyleLbl="node1" presStyleIdx="5" presStyleCnt="6">
        <dgm:presLayoutVars>
          <dgm:chMax val="0"/>
          <dgm:bulletEnabled val="1"/>
        </dgm:presLayoutVars>
      </dgm:prSet>
      <dgm:spPr/>
    </dgm:pt>
  </dgm:ptLst>
  <dgm:cxnLst>
    <dgm:cxn modelId="{B709A42D-1E9E-436C-8E75-416AAA02F83E}" srcId="{448CB2D8-E3A3-4644-86CA-CDAD97B75ED6}" destId="{1514B622-0C7F-4BAC-B5A9-081A717749F6}" srcOrd="2" destOrd="0" parTransId="{1B8E76B6-FAD6-4276-8BF7-11C461E8A546}" sibTransId="{A8C8B851-B45C-468C-86EE-D375274E53C2}"/>
    <dgm:cxn modelId="{95C41D3E-1BD9-4B5A-B761-408C363403C0}" srcId="{448CB2D8-E3A3-4644-86CA-CDAD97B75ED6}" destId="{0FDCF11C-1511-412B-8B8D-D6C5CB92B894}" srcOrd="5" destOrd="0" parTransId="{B9AD1ADE-83B4-4504-98CF-DF2CCE782384}" sibTransId="{E93FDA44-2092-429C-A717-33826BDD3C0D}"/>
    <dgm:cxn modelId="{B1550E6A-A4F3-4430-8BE3-6CFB5743A30A}" type="presOf" srcId="{1514B622-0C7F-4BAC-B5A9-081A717749F6}" destId="{8D5E2083-CC16-4188-BCB3-A07FF43B958C}" srcOrd="0" destOrd="0" presId="urn:microsoft.com/office/officeart/2005/8/layout/vList2"/>
    <dgm:cxn modelId="{CADAFF6E-50A7-4AC6-A282-70F459E29D9F}" type="presOf" srcId="{83735F1A-8974-4C42-9C4A-B02482585FBC}" destId="{FB87BEF9-8AC2-4A4F-9AA8-AA45647D0EDC}" srcOrd="0" destOrd="0" presId="urn:microsoft.com/office/officeart/2005/8/layout/vList2"/>
    <dgm:cxn modelId="{8E95A978-0ABF-49E7-B986-B9EEC9C6FED2}" srcId="{448CB2D8-E3A3-4644-86CA-CDAD97B75ED6}" destId="{73B03756-E571-4592-94EE-AEF1B3E039F7}" srcOrd="4" destOrd="0" parTransId="{890B52E6-0190-45EF-B209-3AC45C3FEA01}" sibTransId="{C0566167-9681-46D1-838C-A967A03496EB}"/>
    <dgm:cxn modelId="{4F0C8F84-42F8-49C7-AF9A-CED38F6596DB}" type="presOf" srcId="{73B03756-E571-4592-94EE-AEF1B3E039F7}" destId="{23749BA0-9FE5-4B5B-8D7C-6F3884BD0377}" srcOrd="0" destOrd="0" presId="urn:microsoft.com/office/officeart/2005/8/layout/vList2"/>
    <dgm:cxn modelId="{EBC906A4-F55B-4BD8-85BA-19860A42FE7A}" srcId="{448CB2D8-E3A3-4644-86CA-CDAD97B75ED6}" destId="{95EECAD6-BE66-4396-A214-4071256A7B03}" srcOrd="1" destOrd="0" parTransId="{ED0149E0-8DA8-4F00-8329-3B3538500CFB}" sibTransId="{B8FCE6D9-00A5-4633-8004-B873864F1B1A}"/>
    <dgm:cxn modelId="{64718BA9-C2DE-45C7-8055-DED1310C04BC}" type="presOf" srcId="{95EECAD6-BE66-4396-A214-4071256A7B03}" destId="{AF526B6F-DE26-41BB-B5C7-D3F66BD625ED}" srcOrd="0" destOrd="0" presId="urn:microsoft.com/office/officeart/2005/8/layout/vList2"/>
    <dgm:cxn modelId="{B3DBB6AB-64E9-4356-9867-4DB292893BCA}" srcId="{448CB2D8-E3A3-4644-86CA-CDAD97B75ED6}" destId="{535F972D-8CB8-4842-BFEA-17C90E7B5B2A}" srcOrd="3" destOrd="0" parTransId="{0691D22A-AB3F-4245-9692-F81E2F379C30}" sibTransId="{08BAB603-CB91-4A57-A3E5-F8D6BDA281C5}"/>
    <dgm:cxn modelId="{4698EDAD-C977-4ACC-AF4F-33C9595C4A6B}" type="presOf" srcId="{448CB2D8-E3A3-4644-86CA-CDAD97B75ED6}" destId="{24969C5F-F3D4-46BB-AF32-6EB5C4A455CB}" srcOrd="0" destOrd="0" presId="urn:microsoft.com/office/officeart/2005/8/layout/vList2"/>
    <dgm:cxn modelId="{86643CBC-B4E5-4D9E-9A9A-10AAC8DD0650}" type="presOf" srcId="{0FDCF11C-1511-412B-8B8D-D6C5CB92B894}" destId="{B08C4B57-4CB7-49C9-A5C1-6A4628870375}" srcOrd="0" destOrd="0" presId="urn:microsoft.com/office/officeart/2005/8/layout/vList2"/>
    <dgm:cxn modelId="{6CEB5BD0-47C1-4915-9CE1-1A847B94387B}" srcId="{448CB2D8-E3A3-4644-86CA-CDAD97B75ED6}" destId="{83735F1A-8974-4C42-9C4A-B02482585FBC}" srcOrd="0" destOrd="0" parTransId="{50580F78-7FB7-4DDE-A1B5-799F5A26EFB4}" sibTransId="{78B03121-9325-4F6F-AD23-37D44487F180}"/>
    <dgm:cxn modelId="{E88CCDED-E2BF-44CE-AEA9-74E211280BAA}" type="presOf" srcId="{535F972D-8CB8-4842-BFEA-17C90E7B5B2A}" destId="{8C96111D-E5CC-4C58-8C00-A8FE5C3FAE13}" srcOrd="0" destOrd="0" presId="urn:microsoft.com/office/officeart/2005/8/layout/vList2"/>
    <dgm:cxn modelId="{32745044-DA37-466D-8407-1ABA224F1B9A}" type="presParOf" srcId="{24969C5F-F3D4-46BB-AF32-6EB5C4A455CB}" destId="{FB87BEF9-8AC2-4A4F-9AA8-AA45647D0EDC}" srcOrd="0" destOrd="0" presId="urn:microsoft.com/office/officeart/2005/8/layout/vList2"/>
    <dgm:cxn modelId="{DBB2F2BB-FAA3-480B-9B03-8B55391C912D}" type="presParOf" srcId="{24969C5F-F3D4-46BB-AF32-6EB5C4A455CB}" destId="{5D27863C-27D2-4232-B0E2-5561FA37DA1B}" srcOrd="1" destOrd="0" presId="urn:microsoft.com/office/officeart/2005/8/layout/vList2"/>
    <dgm:cxn modelId="{1258CB40-30D0-44A3-94CB-DD1E73511900}" type="presParOf" srcId="{24969C5F-F3D4-46BB-AF32-6EB5C4A455CB}" destId="{AF526B6F-DE26-41BB-B5C7-D3F66BD625ED}" srcOrd="2" destOrd="0" presId="urn:microsoft.com/office/officeart/2005/8/layout/vList2"/>
    <dgm:cxn modelId="{282D7A21-D114-4F98-AE74-70F672DCD9DF}" type="presParOf" srcId="{24969C5F-F3D4-46BB-AF32-6EB5C4A455CB}" destId="{039C45AC-7201-461C-977C-013C1F2AD08F}" srcOrd="3" destOrd="0" presId="urn:microsoft.com/office/officeart/2005/8/layout/vList2"/>
    <dgm:cxn modelId="{E8F2D98F-3DCA-43BF-9629-F6E1B2360E66}" type="presParOf" srcId="{24969C5F-F3D4-46BB-AF32-6EB5C4A455CB}" destId="{8D5E2083-CC16-4188-BCB3-A07FF43B958C}" srcOrd="4" destOrd="0" presId="urn:microsoft.com/office/officeart/2005/8/layout/vList2"/>
    <dgm:cxn modelId="{883E46FA-557C-4BA7-A920-F145763A420B}" type="presParOf" srcId="{24969C5F-F3D4-46BB-AF32-6EB5C4A455CB}" destId="{4305F021-31DC-422A-BF4C-22AD413735F8}" srcOrd="5" destOrd="0" presId="urn:microsoft.com/office/officeart/2005/8/layout/vList2"/>
    <dgm:cxn modelId="{CE1EA51B-3C2C-4AB1-9BA3-1F4E1EA1235C}" type="presParOf" srcId="{24969C5F-F3D4-46BB-AF32-6EB5C4A455CB}" destId="{8C96111D-E5CC-4C58-8C00-A8FE5C3FAE13}" srcOrd="6" destOrd="0" presId="urn:microsoft.com/office/officeart/2005/8/layout/vList2"/>
    <dgm:cxn modelId="{0221410E-D46E-4A00-9E53-0DFFC0A8CDAA}" type="presParOf" srcId="{24969C5F-F3D4-46BB-AF32-6EB5C4A455CB}" destId="{41BA1F67-B5C2-4BED-984E-73A14B6612BA}" srcOrd="7" destOrd="0" presId="urn:microsoft.com/office/officeart/2005/8/layout/vList2"/>
    <dgm:cxn modelId="{08694037-6B42-478E-8456-7B7AAA143024}" type="presParOf" srcId="{24969C5F-F3D4-46BB-AF32-6EB5C4A455CB}" destId="{23749BA0-9FE5-4B5B-8D7C-6F3884BD0377}" srcOrd="8" destOrd="0" presId="urn:microsoft.com/office/officeart/2005/8/layout/vList2"/>
    <dgm:cxn modelId="{A7B5D3B9-8C78-4858-BAAB-93133AFA63F1}" type="presParOf" srcId="{24969C5F-F3D4-46BB-AF32-6EB5C4A455CB}" destId="{412E4D40-30E5-4B85-BAA9-611BC5FD53F0}" srcOrd="9" destOrd="0" presId="urn:microsoft.com/office/officeart/2005/8/layout/vList2"/>
    <dgm:cxn modelId="{295BA7B3-C966-4445-8DA5-C74F3A254F13}" type="presParOf" srcId="{24969C5F-F3D4-46BB-AF32-6EB5C4A455CB}" destId="{B08C4B57-4CB7-49C9-A5C1-6A4628870375}" srcOrd="10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6820A5F8-568B-46FD-95CF-940F239B23F8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A01625F5-0DD8-4994-A35D-FDF6B50D38A5}">
      <dgm:prSet/>
      <dgm:spPr/>
      <dgm:t>
        <a:bodyPr/>
        <a:lstStyle/>
        <a:p>
          <a:r>
            <a:rPr lang="fr-FR" dirty="0"/>
            <a:t>Moderniser et sécuriser le réseau de la salle SUD07 </a:t>
          </a:r>
          <a:endParaRPr lang="en-US" dirty="0"/>
        </a:p>
      </dgm:t>
    </dgm:pt>
    <dgm:pt modelId="{2756F1A7-573D-4DB0-BE99-D01A2FBAB22A}" type="parTrans" cxnId="{1871B634-BB28-437B-BB25-AEEEDBB1F5A2}">
      <dgm:prSet/>
      <dgm:spPr/>
      <dgm:t>
        <a:bodyPr/>
        <a:lstStyle/>
        <a:p>
          <a:endParaRPr lang="en-US"/>
        </a:p>
      </dgm:t>
    </dgm:pt>
    <dgm:pt modelId="{F6C2D5BF-451C-46AD-AC04-7100F09E6FC3}" type="sibTrans" cxnId="{1871B634-BB28-437B-BB25-AEEEDBB1F5A2}">
      <dgm:prSet/>
      <dgm:spPr/>
      <dgm:t>
        <a:bodyPr/>
        <a:lstStyle/>
        <a:p>
          <a:endParaRPr lang="en-US"/>
        </a:p>
      </dgm:t>
    </dgm:pt>
    <dgm:pt modelId="{43467364-F431-409C-BB2B-C99871D04516}">
      <dgm:prSet/>
      <dgm:spPr/>
      <dgm:t>
        <a:bodyPr/>
        <a:lstStyle/>
        <a:p>
          <a:r>
            <a:rPr lang="fr-FR" dirty="0"/>
            <a:t>Faciliter le déploiement des machines</a:t>
          </a:r>
          <a:endParaRPr lang="en-US" dirty="0"/>
        </a:p>
      </dgm:t>
    </dgm:pt>
    <dgm:pt modelId="{433A47A5-4B59-4E5A-BAB6-3D254781F9D2}" type="parTrans" cxnId="{B790D71B-DB8F-4655-AF40-F4C111089262}">
      <dgm:prSet/>
      <dgm:spPr/>
      <dgm:t>
        <a:bodyPr/>
        <a:lstStyle/>
        <a:p>
          <a:endParaRPr lang="en-US"/>
        </a:p>
      </dgm:t>
    </dgm:pt>
    <dgm:pt modelId="{8D7A564B-6F1E-43B2-987F-D1C698D5007D}" type="sibTrans" cxnId="{B790D71B-DB8F-4655-AF40-F4C111089262}">
      <dgm:prSet/>
      <dgm:spPr/>
      <dgm:t>
        <a:bodyPr/>
        <a:lstStyle/>
        <a:p>
          <a:endParaRPr lang="en-US"/>
        </a:p>
      </dgm:t>
    </dgm:pt>
    <dgm:pt modelId="{AA73EA78-2C53-4D2E-B353-2CE6A5BCEF9D}">
      <dgm:prSet/>
      <dgm:spPr/>
      <dgm:t>
        <a:bodyPr/>
        <a:lstStyle/>
        <a:p>
          <a:r>
            <a:rPr lang="fr-FR" dirty="0"/>
            <a:t>Fournir un réseau sans fil pour les invités</a:t>
          </a:r>
          <a:endParaRPr lang="en-US" dirty="0"/>
        </a:p>
      </dgm:t>
    </dgm:pt>
    <dgm:pt modelId="{CF935F8D-AED5-4921-88AF-84938848F699}" type="parTrans" cxnId="{0F0D2D93-E62C-42D8-A186-AD1AC0242607}">
      <dgm:prSet/>
      <dgm:spPr/>
      <dgm:t>
        <a:bodyPr/>
        <a:lstStyle/>
        <a:p>
          <a:endParaRPr lang="en-US"/>
        </a:p>
      </dgm:t>
    </dgm:pt>
    <dgm:pt modelId="{65940C33-0547-4AB4-8575-83110631A766}" type="sibTrans" cxnId="{0F0D2D93-E62C-42D8-A186-AD1AC0242607}">
      <dgm:prSet/>
      <dgm:spPr/>
      <dgm:t>
        <a:bodyPr/>
        <a:lstStyle/>
        <a:p>
          <a:endParaRPr lang="en-US"/>
        </a:p>
      </dgm:t>
    </dgm:pt>
    <dgm:pt modelId="{39883993-3381-4104-A464-DDC9F4B50727}" type="pres">
      <dgm:prSet presAssocID="{6820A5F8-568B-46FD-95CF-940F239B23F8}" presName="root" presStyleCnt="0">
        <dgm:presLayoutVars>
          <dgm:dir/>
          <dgm:resizeHandles val="exact"/>
        </dgm:presLayoutVars>
      </dgm:prSet>
      <dgm:spPr/>
    </dgm:pt>
    <dgm:pt modelId="{1BFE469D-F795-419E-92F9-AC2659E59892}" type="pres">
      <dgm:prSet presAssocID="{A01625F5-0DD8-4994-A35D-FDF6B50D38A5}" presName="compNode" presStyleCnt="0"/>
      <dgm:spPr/>
    </dgm:pt>
    <dgm:pt modelId="{C683DAB4-8347-43F7-9918-C9BEEED199BC}" type="pres">
      <dgm:prSet presAssocID="{A01625F5-0DD8-4994-A35D-FDF6B50D38A5}" presName="bgRect" presStyleLbl="bgShp" presStyleIdx="0" presStyleCnt="3"/>
      <dgm:spPr/>
    </dgm:pt>
    <dgm:pt modelId="{12F9FF66-8D04-48CC-9C68-26D9CFB63ABF}" type="pres">
      <dgm:prSet presAssocID="{A01625F5-0DD8-4994-A35D-FDF6B50D38A5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Réseau"/>
        </a:ext>
      </dgm:extLst>
    </dgm:pt>
    <dgm:pt modelId="{C1C3FFC9-27F8-4411-B3E4-3A51B5226E35}" type="pres">
      <dgm:prSet presAssocID="{A01625F5-0DD8-4994-A35D-FDF6B50D38A5}" presName="spaceRect" presStyleCnt="0"/>
      <dgm:spPr/>
    </dgm:pt>
    <dgm:pt modelId="{8AEE366F-58EF-4BC3-AF25-A2B13D625590}" type="pres">
      <dgm:prSet presAssocID="{A01625F5-0DD8-4994-A35D-FDF6B50D38A5}" presName="parTx" presStyleLbl="revTx" presStyleIdx="0" presStyleCnt="3">
        <dgm:presLayoutVars>
          <dgm:chMax val="0"/>
          <dgm:chPref val="0"/>
        </dgm:presLayoutVars>
      </dgm:prSet>
      <dgm:spPr/>
    </dgm:pt>
    <dgm:pt modelId="{B3159E1B-CD4F-4097-9E1C-D699F3BEC0DD}" type="pres">
      <dgm:prSet presAssocID="{F6C2D5BF-451C-46AD-AC04-7100F09E6FC3}" presName="sibTrans" presStyleCnt="0"/>
      <dgm:spPr/>
    </dgm:pt>
    <dgm:pt modelId="{5C1FABFB-919B-438D-B5D5-B30F11EFE569}" type="pres">
      <dgm:prSet presAssocID="{43467364-F431-409C-BB2B-C99871D04516}" presName="compNode" presStyleCnt="0"/>
      <dgm:spPr/>
    </dgm:pt>
    <dgm:pt modelId="{432FAABE-0F6C-45E4-9BDC-E33CBE9E362C}" type="pres">
      <dgm:prSet presAssocID="{43467364-F431-409C-BB2B-C99871D04516}" presName="bgRect" presStyleLbl="bgShp" presStyleIdx="1" presStyleCnt="3"/>
      <dgm:spPr/>
    </dgm:pt>
    <dgm:pt modelId="{64E90CD9-97B9-48B5-9FCC-10B79A42505A}" type="pres">
      <dgm:prSet presAssocID="{43467364-F431-409C-BB2B-C99871D04516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Engrenages"/>
        </a:ext>
      </dgm:extLst>
    </dgm:pt>
    <dgm:pt modelId="{CBC84993-F9AC-412B-8FAD-E31355E973A1}" type="pres">
      <dgm:prSet presAssocID="{43467364-F431-409C-BB2B-C99871D04516}" presName="spaceRect" presStyleCnt="0"/>
      <dgm:spPr/>
    </dgm:pt>
    <dgm:pt modelId="{1ADC5303-F027-4A9A-985E-B905B4A1F7CB}" type="pres">
      <dgm:prSet presAssocID="{43467364-F431-409C-BB2B-C99871D04516}" presName="parTx" presStyleLbl="revTx" presStyleIdx="1" presStyleCnt="3">
        <dgm:presLayoutVars>
          <dgm:chMax val="0"/>
          <dgm:chPref val="0"/>
        </dgm:presLayoutVars>
      </dgm:prSet>
      <dgm:spPr/>
    </dgm:pt>
    <dgm:pt modelId="{D9A108A8-862D-4F99-B2C1-D6FB7030EF86}" type="pres">
      <dgm:prSet presAssocID="{8D7A564B-6F1E-43B2-987F-D1C698D5007D}" presName="sibTrans" presStyleCnt="0"/>
      <dgm:spPr/>
    </dgm:pt>
    <dgm:pt modelId="{F07D9EF8-EAFA-4FC5-B50D-D97A83A91446}" type="pres">
      <dgm:prSet presAssocID="{AA73EA78-2C53-4D2E-B353-2CE6A5BCEF9D}" presName="compNode" presStyleCnt="0"/>
      <dgm:spPr/>
    </dgm:pt>
    <dgm:pt modelId="{AF38C61A-3CE8-4BF2-BC65-67FBB9226130}" type="pres">
      <dgm:prSet presAssocID="{AA73EA78-2C53-4D2E-B353-2CE6A5BCEF9D}" presName="bgRect" presStyleLbl="bgShp" presStyleIdx="2" presStyleCnt="3"/>
      <dgm:spPr/>
    </dgm:pt>
    <dgm:pt modelId="{92BCE724-28BF-4F6B-989B-3E3B04C9E7B5}" type="pres">
      <dgm:prSet presAssocID="{AA73EA78-2C53-4D2E-B353-2CE6A5BCEF9D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Retouches et couture"/>
        </a:ext>
      </dgm:extLst>
    </dgm:pt>
    <dgm:pt modelId="{DD5DD8F9-8F62-4166-AF07-BE63E37E1CAB}" type="pres">
      <dgm:prSet presAssocID="{AA73EA78-2C53-4D2E-B353-2CE6A5BCEF9D}" presName="spaceRect" presStyleCnt="0"/>
      <dgm:spPr/>
    </dgm:pt>
    <dgm:pt modelId="{15B9291C-823F-45E9-828A-B7C0456B04DE}" type="pres">
      <dgm:prSet presAssocID="{AA73EA78-2C53-4D2E-B353-2CE6A5BCEF9D}" presName="parTx" presStyleLbl="revTx" presStyleIdx="2" presStyleCnt="3">
        <dgm:presLayoutVars>
          <dgm:chMax val="0"/>
          <dgm:chPref val="0"/>
        </dgm:presLayoutVars>
      </dgm:prSet>
      <dgm:spPr/>
    </dgm:pt>
  </dgm:ptLst>
  <dgm:cxnLst>
    <dgm:cxn modelId="{F2E87211-09F8-4B69-89F0-8742FB10E119}" type="presOf" srcId="{6820A5F8-568B-46FD-95CF-940F239B23F8}" destId="{39883993-3381-4104-A464-DDC9F4B50727}" srcOrd="0" destOrd="0" presId="urn:microsoft.com/office/officeart/2018/2/layout/IconVerticalSolidList"/>
    <dgm:cxn modelId="{B790D71B-DB8F-4655-AF40-F4C111089262}" srcId="{6820A5F8-568B-46FD-95CF-940F239B23F8}" destId="{43467364-F431-409C-BB2B-C99871D04516}" srcOrd="1" destOrd="0" parTransId="{433A47A5-4B59-4E5A-BAB6-3D254781F9D2}" sibTransId="{8D7A564B-6F1E-43B2-987F-D1C698D5007D}"/>
    <dgm:cxn modelId="{46D72325-8426-41BC-A47B-88A250175CF8}" type="presOf" srcId="{A01625F5-0DD8-4994-A35D-FDF6B50D38A5}" destId="{8AEE366F-58EF-4BC3-AF25-A2B13D625590}" srcOrd="0" destOrd="0" presId="urn:microsoft.com/office/officeart/2018/2/layout/IconVerticalSolidList"/>
    <dgm:cxn modelId="{1871B634-BB28-437B-BB25-AEEEDBB1F5A2}" srcId="{6820A5F8-568B-46FD-95CF-940F239B23F8}" destId="{A01625F5-0DD8-4994-A35D-FDF6B50D38A5}" srcOrd="0" destOrd="0" parTransId="{2756F1A7-573D-4DB0-BE99-D01A2FBAB22A}" sibTransId="{F6C2D5BF-451C-46AD-AC04-7100F09E6FC3}"/>
    <dgm:cxn modelId="{91C1076E-CB09-46B5-B7F0-4936DFCB6B44}" type="presOf" srcId="{AA73EA78-2C53-4D2E-B353-2CE6A5BCEF9D}" destId="{15B9291C-823F-45E9-828A-B7C0456B04DE}" srcOrd="0" destOrd="0" presId="urn:microsoft.com/office/officeart/2018/2/layout/IconVerticalSolidList"/>
    <dgm:cxn modelId="{0B124387-F492-4B1D-BAAF-BA82C07296D9}" type="presOf" srcId="{43467364-F431-409C-BB2B-C99871D04516}" destId="{1ADC5303-F027-4A9A-985E-B905B4A1F7CB}" srcOrd="0" destOrd="0" presId="urn:microsoft.com/office/officeart/2018/2/layout/IconVerticalSolidList"/>
    <dgm:cxn modelId="{0F0D2D93-E62C-42D8-A186-AD1AC0242607}" srcId="{6820A5F8-568B-46FD-95CF-940F239B23F8}" destId="{AA73EA78-2C53-4D2E-B353-2CE6A5BCEF9D}" srcOrd="2" destOrd="0" parTransId="{CF935F8D-AED5-4921-88AF-84938848F699}" sibTransId="{65940C33-0547-4AB4-8575-83110631A766}"/>
    <dgm:cxn modelId="{AE3B485D-5752-4303-8E1F-7A80D8C4A97F}" type="presParOf" srcId="{39883993-3381-4104-A464-DDC9F4B50727}" destId="{1BFE469D-F795-419E-92F9-AC2659E59892}" srcOrd="0" destOrd="0" presId="urn:microsoft.com/office/officeart/2018/2/layout/IconVerticalSolidList"/>
    <dgm:cxn modelId="{38CE55B1-E114-470E-98F7-4F491894252D}" type="presParOf" srcId="{1BFE469D-F795-419E-92F9-AC2659E59892}" destId="{C683DAB4-8347-43F7-9918-C9BEEED199BC}" srcOrd="0" destOrd="0" presId="urn:microsoft.com/office/officeart/2018/2/layout/IconVerticalSolidList"/>
    <dgm:cxn modelId="{9B8E3B71-53CE-486C-91D7-54C9711514E6}" type="presParOf" srcId="{1BFE469D-F795-419E-92F9-AC2659E59892}" destId="{12F9FF66-8D04-48CC-9C68-26D9CFB63ABF}" srcOrd="1" destOrd="0" presId="urn:microsoft.com/office/officeart/2018/2/layout/IconVerticalSolidList"/>
    <dgm:cxn modelId="{F5CEDF0B-D939-4707-A799-1AD04CBB6EF1}" type="presParOf" srcId="{1BFE469D-F795-419E-92F9-AC2659E59892}" destId="{C1C3FFC9-27F8-4411-B3E4-3A51B5226E35}" srcOrd="2" destOrd="0" presId="urn:microsoft.com/office/officeart/2018/2/layout/IconVerticalSolidList"/>
    <dgm:cxn modelId="{0EE9E708-3790-4BCA-AB36-01FD8BDA88F7}" type="presParOf" srcId="{1BFE469D-F795-419E-92F9-AC2659E59892}" destId="{8AEE366F-58EF-4BC3-AF25-A2B13D625590}" srcOrd="3" destOrd="0" presId="urn:microsoft.com/office/officeart/2018/2/layout/IconVerticalSolidList"/>
    <dgm:cxn modelId="{E12CFD85-F0C9-4213-BFE0-136D73B9E874}" type="presParOf" srcId="{39883993-3381-4104-A464-DDC9F4B50727}" destId="{B3159E1B-CD4F-4097-9E1C-D699F3BEC0DD}" srcOrd="1" destOrd="0" presId="urn:microsoft.com/office/officeart/2018/2/layout/IconVerticalSolidList"/>
    <dgm:cxn modelId="{069BF54B-49AA-43A6-9775-B4AD9E74BBE4}" type="presParOf" srcId="{39883993-3381-4104-A464-DDC9F4B50727}" destId="{5C1FABFB-919B-438D-B5D5-B30F11EFE569}" srcOrd="2" destOrd="0" presId="urn:microsoft.com/office/officeart/2018/2/layout/IconVerticalSolidList"/>
    <dgm:cxn modelId="{14762B53-9BCB-4BA5-A377-9B3E38BCD634}" type="presParOf" srcId="{5C1FABFB-919B-438D-B5D5-B30F11EFE569}" destId="{432FAABE-0F6C-45E4-9BDC-E33CBE9E362C}" srcOrd="0" destOrd="0" presId="urn:microsoft.com/office/officeart/2018/2/layout/IconVerticalSolidList"/>
    <dgm:cxn modelId="{4BD0F9DE-8FB2-4025-9C7E-E96EE6F59B97}" type="presParOf" srcId="{5C1FABFB-919B-438D-B5D5-B30F11EFE569}" destId="{64E90CD9-97B9-48B5-9FCC-10B79A42505A}" srcOrd="1" destOrd="0" presId="urn:microsoft.com/office/officeart/2018/2/layout/IconVerticalSolidList"/>
    <dgm:cxn modelId="{15AA7842-C923-495A-A547-C59E9A96DD4E}" type="presParOf" srcId="{5C1FABFB-919B-438D-B5D5-B30F11EFE569}" destId="{CBC84993-F9AC-412B-8FAD-E31355E973A1}" srcOrd="2" destOrd="0" presId="urn:microsoft.com/office/officeart/2018/2/layout/IconVerticalSolidList"/>
    <dgm:cxn modelId="{47D6F998-A147-4A72-A051-15FB38DF4752}" type="presParOf" srcId="{5C1FABFB-919B-438D-B5D5-B30F11EFE569}" destId="{1ADC5303-F027-4A9A-985E-B905B4A1F7CB}" srcOrd="3" destOrd="0" presId="urn:microsoft.com/office/officeart/2018/2/layout/IconVerticalSolidList"/>
    <dgm:cxn modelId="{36D61474-0A4D-4414-B0A5-9B325C26EB7F}" type="presParOf" srcId="{39883993-3381-4104-A464-DDC9F4B50727}" destId="{D9A108A8-862D-4F99-B2C1-D6FB7030EF86}" srcOrd="3" destOrd="0" presId="urn:microsoft.com/office/officeart/2018/2/layout/IconVerticalSolidList"/>
    <dgm:cxn modelId="{31B62841-31A6-416A-AA95-16EA8AFD7F80}" type="presParOf" srcId="{39883993-3381-4104-A464-DDC9F4B50727}" destId="{F07D9EF8-EAFA-4FC5-B50D-D97A83A91446}" srcOrd="4" destOrd="0" presId="urn:microsoft.com/office/officeart/2018/2/layout/IconVerticalSolidList"/>
    <dgm:cxn modelId="{733E14AD-3275-4286-B855-E4B69DE85AFB}" type="presParOf" srcId="{F07D9EF8-EAFA-4FC5-B50D-D97A83A91446}" destId="{AF38C61A-3CE8-4BF2-BC65-67FBB9226130}" srcOrd="0" destOrd="0" presId="urn:microsoft.com/office/officeart/2018/2/layout/IconVerticalSolidList"/>
    <dgm:cxn modelId="{A4C5DE73-C0C1-43DA-8F17-2F58DB9CE88D}" type="presParOf" srcId="{F07D9EF8-EAFA-4FC5-B50D-D97A83A91446}" destId="{92BCE724-28BF-4F6B-989B-3E3B04C9E7B5}" srcOrd="1" destOrd="0" presId="urn:microsoft.com/office/officeart/2018/2/layout/IconVerticalSolidList"/>
    <dgm:cxn modelId="{C1B06E04-CAFC-4D5C-AE3C-0F91D35F5FA6}" type="presParOf" srcId="{F07D9EF8-EAFA-4FC5-B50D-D97A83A91446}" destId="{DD5DD8F9-8F62-4166-AF07-BE63E37E1CAB}" srcOrd="2" destOrd="0" presId="urn:microsoft.com/office/officeart/2018/2/layout/IconVerticalSolidList"/>
    <dgm:cxn modelId="{65BB1D8B-18A8-4E1C-A225-AE0662CD2B0B}" type="presParOf" srcId="{F07D9EF8-EAFA-4FC5-B50D-D97A83A91446}" destId="{15B9291C-823F-45E9-828A-B7C0456B04DE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D4174D49-1141-4825-844C-26E1C220F84C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08CD3730-A2DD-4CE5-BC3F-7CF75B8F16AF}">
      <dgm:prSet>
        <dgm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dgm:style>
      </dgm:prSet>
      <dgm:spPr/>
      <dgm:t>
        <a:bodyPr/>
        <a:lstStyle/>
        <a:p>
          <a:r>
            <a:rPr lang="fr-FR" dirty="0"/>
            <a:t>Configuration d’un dual boot</a:t>
          </a:r>
          <a:endParaRPr lang="en-US" dirty="0"/>
        </a:p>
      </dgm:t>
    </dgm:pt>
    <dgm:pt modelId="{B3E8ADEC-8048-4A75-961A-232A0D57EAAC}" type="parTrans" cxnId="{9DA4080A-74B7-4C1B-942D-961615A4B8AB}">
      <dgm:prSet/>
      <dgm:spPr/>
      <dgm:t>
        <a:bodyPr/>
        <a:lstStyle/>
        <a:p>
          <a:endParaRPr lang="en-US"/>
        </a:p>
      </dgm:t>
    </dgm:pt>
    <dgm:pt modelId="{E309992A-33AA-431B-9DA2-F5141A450682}" type="sibTrans" cxnId="{9DA4080A-74B7-4C1B-942D-961615A4B8AB}">
      <dgm:prSet/>
      <dgm:spPr/>
      <dgm:t>
        <a:bodyPr/>
        <a:lstStyle/>
        <a:p>
          <a:endParaRPr lang="en-US"/>
        </a:p>
      </dgm:t>
    </dgm:pt>
    <dgm:pt modelId="{88D1FC9D-02B9-46F8-B35F-411AD936EECD}">
      <dgm:prSet>
        <dgm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dgm:style>
      </dgm:prSet>
      <dgm:spPr/>
      <dgm:t>
        <a:bodyPr/>
        <a:lstStyle/>
        <a:p>
          <a:r>
            <a:rPr lang="fr-FR" dirty="0"/>
            <a:t>Partitionnement de disque</a:t>
          </a:r>
          <a:endParaRPr lang="en-US" dirty="0"/>
        </a:p>
      </dgm:t>
    </dgm:pt>
    <dgm:pt modelId="{849644E5-8B2C-474D-B38E-A80903283D46}" type="parTrans" cxnId="{DB1E457D-60E6-45EC-AACB-79EE9E5D8AAB}">
      <dgm:prSet/>
      <dgm:spPr/>
      <dgm:t>
        <a:bodyPr/>
        <a:lstStyle/>
        <a:p>
          <a:endParaRPr lang="en-US"/>
        </a:p>
      </dgm:t>
    </dgm:pt>
    <dgm:pt modelId="{2536E65B-BC92-484A-8C0B-85EA57B028AB}" type="sibTrans" cxnId="{DB1E457D-60E6-45EC-AACB-79EE9E5D8AAB}">
      <dgm:prSet/>
      <dgm:spPr/>
      <dgm:t>
        <a:bodyPr/>
        <a:lstStyle/>
        <a:p>
          <a:endParaRPr lang="en-US"/>
        </a:p>
      </dgm:t>
    </dgm:pt>
    <dgm:pt modelId="{345B5788-BC7F-440F-B90B-1F5912498B6A}">
      <dgm:prSet>
        <dgm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dgm:style>
      </dgm:prSet>
      <dgm:spPr/>
      <dgm:t>
        <a:bodyPr/>
        <a:lstStyle/>
        <a:p>
          <a:r>
            <a:rPr lang="fr-FR" dirty="0"/>
            <a:t>Configuration de kali + grub</a:t>
          </a:r>
          <a:endParaRPr lang="en-US" dirty="0"/>
        </a:p>
      </dgm:t>
    </dgm:pt>
    <dgm:pt modelId="{038FFE67-381C-448D-ABBC-A0B67A88AB72}" type="parTrans" cxnId="{1F001F04-9730-454B-860A-D3A5CC0EFA58}">
      <dgm:prSet/>
      <dgm:spPr/>
      <dgm:t>
        <a:bodyPr/>
        <a:lstStyle/>
        <a:p>
          <a:endParaRPr lang="en-US"/>
        </a:p>
      </dgm:t>
    </dgm:pt>
    <dgm:pt modelId="{0ACB2E7A-6ACB-4D38-BB5F-29202D488A85}" type="sibTrans" cxnId="{1F001F04-9730-454B-860A-D3A5CC0EFA58}">
      <dgm:prSet/>
      <dgm:spPr/>
      <dgm:t>
        <a:bodyPr/>
        <a:lstStyle/>
        <a:p>
          <a:endParaRPr lang="en-US"/>
        </a:p>
      </dgm:t>
    </dgm:pt>
    <dgm:pt modelId="{6A20FEB0-A615-4490-8D1B-E542B9BC6292}">
      <dgm:prSet>
        <dgm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dgm:style>
      </dgm:prSet>
      <dgm:spPr/>
      <dgm:t>
        <a:bodyPr/>
        <a:lstStyle/>
        <a:p>
          <a:r>
            <a:rPr lang="fr-FR" dirty="0"/>
            <a:t>Configuration de FOG </a:t>
          </a:r>
          <a:endParaRPr lang="en-US" dirty="0"/>
        </a:p>
      </dgm:t>
    </dgm:pt>
    <dgm:pt modelId="{B4B5C69E-7153-4C86-AAE8-F43D5499814C}" type="parTrans" cxnId="{967B834A-4D32-487D-BEF5-7F6445F590F3}">
      <dgm:prSet/>
      <dgm:spPr/>
      <dgm:t>
        <a:bodyPr/>
        <a:lstStyle/>
        <a:p>
          <a:endParaRPr lang="en-US"/>
        </a:p>
      </dgm:t>
    </dgm:pt>
    <dgm:pt modelId="{DF225D6E-2DD8-470C-BC1F-4A3925A228A8}" type="sibTrans" cxnId="{967B834A-4D32-487D-BEF5-7F6445F590F3}">
      <dgm:prSet/>
      <dgm:spPr/>
      <dgm:t>
        <a:bodyPr/>
        <a:lstStyle/>
        <a:p>
          <a:endParaRPr lang="en-US"/>
        </a:p>
      </dgm:t>
    </dgm:pt>
    <dgm:pt modelId="{C69FFA9D-852E-4743-977A-5CBA0FBB76C1}">
      <dgm:prSet>
        <dgm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dgm:style>
      </dgm:prSet>
      <dgm:spPr/>
      <dgm:t>
        <a:bodyPr/>
        <a:lstStyle/>
        <a:p>
          <a:r>
            <a:rPr lang="en-US" dirty="0"/>
            <a:t>Installation </a:t>
          </a:r>
          <a:r>
            <a:rPr lang="en-US" dirty="0" err="1"/>
            <a:t>d’applications</a:t>
          </a:r>
          <a:r>
            <a:rPr lang="en-US" dirty="0"/>
            <a:t> pour les </a:t>
          </a:r>
          <a:r>
            <a:rPr lang="en-US" dirty="0" err="1"/>
            <a:t>utilisateurs</a:t>
          </a:r>
          <a:endParaRPr lang="en-US" dirty="0"/>
        </a:p>
      </dgm:t>
    </dgm:pt>
    <dgm:pt modelId="{68E4FF6A-87E1-4496-A094-FA925E91EBE4}" type="parTrans" cxnId="{9923B31D-E573-4B80-A09F-AC813494B1D6}">
      <dgm:prSet/>
      <dgm:spPr/>
      <dgm:t>
        <a:bodyPr/>
        <a:lstStyle/>
        <a:p>
          <a:endParaRPr lang="fr-FR"/>
        </a:p>
      </dgm:t>
    </dgm:pt>
    <dgm:pt modelId="{30033C61-3561-45AE-909E-D2AA38387647}" type="sibTrans" cxnId="{9923B31D-E573-4B80-A09F-AC813494B1D6}">
      <dgm:prSet/>
      <dgm:spPr/>
      <dgm:t>
        <a:bodyPr/>
        <a:lstStyle/>
        <a:p>
          <a:endParaRPr lang="fr-FR"/>
        </a:p>
      </dgm:t>
    </dgm:pt>
    <dgm:pt modelId="{1B82B63C-09C7-4205-9A54-9E556CE78DA4}" type="pres">
      <dgm:prSet presAssocID="{D4174D49-1141-4825-844C-26E1C220F84C}" presName="linear" presStyleCnt="0">
        <dgm:presLayoutVars>
          <dgm:animLvl val="lvl"/>
          <dgm:resizeHandles val="exact"/>
        </dgm:presLayoutVars>
      </dgm:prSet>
      <dgm:spPr/>
    </dgm:pt>
    <dgm:pt modelId="{AD24568C-00AF-4001-B1F5-89379A7F46A6}" type="pres">
      <dgm:prSet presAssocID="{08CD3730-A2DD-4CE5-BC3F-7CF75B8F16AF}" presName="parentText" presStyleLbl="node1" presStyleIdx="0" presStyleCnt="5">
        <dgm:presLayoutVars>
          <dgm:chMax val="0"/>
          <dgm:bulletEnabled val="1"/>
        </dgm:presLayoutVars>
      </dgm:prSet>
      <dgm:spPr/>
    </dgm:pt>
    <dgm:pt modelId="{D92F3969-A6DD-4579-9130-BDF1678D2095}" type="pres">
      <dgm:prSet presAssocID="{E309992A-33AA-431B-9DA2-F5141A450682}" presName="spacer" presStyleCnt="0"/>
      <dgm:spPr/>
    </dgm:pt>
    <dgm:pt modelId="{094E9151-E5BD-4B4D-8106-6E942CD1E793}" type="pres">
      <dgm:prSet presAssocID="{88D1FC9D-02B9-46F8-B35F-411AD936EECD}" presName="parentText" presStyleLbl="node1" presStyleIdx="1" presStyleCnt="5">
        <dgm:presLayoutVars>
          <dgm:chMax val="0"/>
          <dgm:bulletEnabled val="1"/>
        </dgm:presLayoutVars>
      </dgm:prSet>
      <dgm:spPr/>
    </dgm:pt>
    <dgm:pt modelId="{4E345F4E-BE33-43E2-B83D-BE6FD0DC426A}" type="pres">
      <dgm:prSet presAssocID="{2536E65B-BC92-484A-8C0B-85EA57B028AB}" presName="spacer" presStyleCnt="0"/>
      <dgm:spPr/>
    </dgm:pt>
    <dgm:pt modelId="{510C253E-D5E2-426A-8BAE-96B907392984}" type="pres">
      <dgm:prSet presAssocID="{345B5788-BC7F-440F-B90B-1F5912498B6A}" presName="parentText" presStyleLbl="node1" presStyleIdx="2" presStyleCnt="5">
        <dgm:presLayoutVars>
          <dgm:chMax val="0"/>
          <dgm:bulletEnabled val="1"/>
        </dgm:presLayoutVars>
      </dgm:prSet>
      <dgm:spPr/>
    </dgm:pt>
    <dgm:pt modelId="{F2295777-9C1A-4C8C-AE7F-56FC6A56D780}" type="pres">
      <dgm:prSet presAssocID="{0ACB2E7A-6ACB-4D38-BB5F-29202D488A85}" presName="spacer" presStyleCnt="0"/>
      <dgm:spPr/>
    </dgm:pt>
    <dgm:pt modelId="{5DD836CB-A351-450D-96B3-536C93A3D726}" type="pres">
      <dgm:prSet presAssocID="{C69FFA9D-852E-4743-977A-5CBA0FBB76C1}" presName="parentText" presStyleLbl="node1" presStyleIdx="3" presStyleCnt="5">
        <dgm:presLayoutVars>
          <dgm:chMax val="0"/>
          <dgm:bulletEnabled val="1"/>
        </dgm:presLayoutVars>
      </dgm:prSet>
      <dgm:spPr/>
    </dgm:pt>
    <dgm:pt modelId="{232C6074-B90D-45D1-AC48-6E088C371CB4}" type="pres">
      <dgm:prSet presAssocID="{30033C61-3561-45AE-909E-D2AA38387647}" presName="spacer" presStyleCnt="0"/>
      <dgm:spPr/>
    </dgm:pt>
    <dgm:pt modelId="{2AC334C5-3D9C-4017-82F6-CD541A8AEEEA}" type="pres">
      <dgm:prSet presAssocID="{6A20FEB0-A615-4490-8D1B-E542B9BC6292}" presName="parentText" presStyleLbl="node1" presStyleIdx="4" presStyleCnt="5">
        <dgm:presLayoutVars>
          <dgm:chMax val="0"/>
          <dgm:bulletEnabled val="1"/>
        </dgm:presLayoutVars>
      </dgm:prSet>
      <dgm:spPr/>
    </dgm:pt>
  </dgm:ptLst>
  <dgm:cxnLst>
    <dgm:cxn modelId="{1F001F04-9730-454B-860A-D3A5CC0EFA58}" srcId="{D4174D49-1141-4825-844C-26E1C220F84C}" destId="{345B5788-BC7F-440F-B90B-1F5912498B6A}" srcOrd="2" destOrd="0" parTransId="{038FFE67-381C-448D-ABBC-A0B67A88AB72}" sibTransId="{0ACB2E7A-6ACB-4D38-BB5F-29202D488A85}"/>
    <dgm:cxn modelId="{9DA4080A-74B7-4C1B-942D-961615A4B8AB}" srcId="{D4174D49-1141-4825-844C-26E1C220F84C}" destId="{08CD3730-A2DD-4CE5-BC3F-7CF75B8F16AF}" srcOrd="0" destOrd="0" parTransId="{B3E8ADEC-8048-4A75-961A-232A0D57EAAC}" sibTransId="{E309992A-33AA-431B-9DA2-F5141A450682}"/>
    <dgm:cxn modelId="{C7921415-A1F5-4048-8C23-720069DF20A2}" type="presOf" srcId="{C69FFA9D-852E-4743-977A-5CBA0FBB76C1}" destId="{5DD836CB-A351-450D-96B3-536C93A3D726}" srcOrd="0" destOrd="0" presId="urn:microsoft.com/office/officeart/2005/8/layout/vList2"/>
    <dgm:cxn modelId="{9923B31D-E573-4B80-A09F-AC813494B1D6}" srcId="{D4174D49-1141-4825-844C-26E1C220F84C}" destId="{C69FFA9D-852E-4743-977A-5CBA0FBB76C1}" srcOrd="3" destOrd="0" parTransId="{68E4FF6A-87E1-4496-A094-FA925E91EBE4}" sibTransId="{30033C61-3561-45AE-909E-D2AA38387647}"/>
    <dgm:cxn modelId="{D110F22E-5930-410C-9272-8682B2AD35C6}" type="presOf" srcId="{88D1FC9D-02B9-46F8-B35F-411AD936EECD}" destId="{094E9151-E5BD-4B4D-8106-6E942CD1E793}" srcOrd="0" destOrd="0" presId="urn:microsoft.com/office/officeart/2005/8/layout/vList2"/>
    <dgm:cxn modelId="{967B834A-4D32-487D-BEF5-7F6445F590F3}" srcId="{D4174D49-1141-4825-844C-26E1C220F84C}" destId="{6A20FEB0-A615-4490-8D1B-E542B9BC6292}" srcOrd="4" destOrd="0" parTransId="{B4B5C69E-7153-4C86-AAE8-F43D5499814C}" sibTransId="{DF225D6E-2DD8-470C-BC1F-4A3925A228A8}"/>
    <dgm:cxn modelId="{5803A54F-D580-4560-AE4C-74DB717B931A}" type="presOf" srcId="{08CD3730-A2DD-4CE5-BC3F-7CF75B8F16AF}" destId="{AD24568C-00AF-4001-B1F5-89379A7F46A6}" srcOrd="0" destOrd="0" presId="urn:microsoft.com/office/officeart/2005/8/layout/vList2"/>
    <dgm:cxn modelId="{2F58CD74-358B-4014-928A-7E299F85FEC7}" type="presOf" srcId="{D4174D49-1141-4825-844C-26E1C220F84C}" destId="{1B82B63C-09C7-4205-9A54-9E556CE78DA4}" srcOrd="0" destOrd="0" presId="urn:microsoft.com/office/officeart/2005/8/layout/vList2"/>
    <dgm:cxn modelId="{00750A57-3450-4259-8A38-1C33BA153A3C}" type="presOf" srcId="{6A20FEB0-A615-4490-8D1B-E542B9BC6292}" destId="{2AC334C5-3D9C-4017-82F6-CD541A8AEEEA}" srcOrd="0" destOrd="0" presId="urn:microsoft.com/office/officeart/2005/8/layout/vList2"/>
    <dgm:cxn modelId="{DB1E457D-60E6-45EC-AACB-79EE9E5D8AAB}" srcId="{D4174D49-1141-4825-844C-26E1C220F84C}" destId="{88D1FC9D-02B9-46F8-B35F-411AD936EECD}" srcOrd="1" destOrd="0" parTransId="{849644E5-8B2C-474D-B38E-A80903283D46}" sibTransId="{2536E65B-BC92-484A-8C0B-85EA57B028AB}"/>
    <dgm:cxn modelId="{58457192-541B-431E-B739-F4794DE5732B}" type="presOf" srcId="{345B5788-BC7F-440F-B90B-1F5912498B6A}" destId="{510C253E-D5E2-426A-8BAE-96B907392984}" srcOrd="0" destOrd="0" presId="urn:microsoft.com/office/officeart/2005/8/layout/vList2"/>
    <dgm:cxn modelId="{CE7CDE51-329D-4D5C-A615-340811EC0162}" type="presParOf" srcId="{1B82B63C-09C7-4205-9A54-9E556CE78DA4}" destId="{AD24568C-00AF-4001-B1F5-89379A7F46A6}" srcOrd="0" destOrd="0" presId="urn:microsoft.com/office/officeart/2005/8/layout/vList2"/>
    <dgm:cxn modelId="{78DD64E7-9E7D-402E-BB73-BCA539CF321D}" type="presParOf" srcId="{1B82B63C-09C7-4205-9A54-9E556CE78DA4}" destId="{D92F3969-A6DD-4579-9130-BDF1678D2095}" srcOrd="1" destOrd="0" presId="urn:microsoft.com/office/officeart/2005/8/layout/vList2"/>
    <dgm:cxn modelId="{CF92245C-2EF5-47BC-994B-01F6AA5144A8}" type="presParOf" srcId="{1B82B63C-09C7-4205-9A54-9E556CE78DA4}" destId="{094E9151-E5BD-4B4D-8106-6E942CD1E793}" srcOrd="2" destOrd="0" presId="urn:microsoft.com/office/officeart/2005/8/layout/vList2"/>
    <dgm:cxn modelId="{A381A71C-EA09-4289-90FC-E48C1DE88095}" type="presParOf" srcId="{1B82B63C-09C7-4205-9A54-9E556CE78DA4}" destId="{4E345F4E-BE33-43E2-B83D-BE6FD0DC426A}" srcOrd="3" destOrd="0" presId="urn:microsoft.com/office/officeart/2005/8/layout/vList2"/>
    <dgm:cxn modelId="{5ABE63C8-51E7-4772-AAC6-03879B6E035A}" type="presParOf" srcId="{1B82B63C-09C7-4205-9A54-9E556CE78DA4}" destId="{510C253E-D5E2-426A-8BAE-96B907392984}" srcOrd="4" destOrd="0" presId="urn:microsoft.com/office/officeart/2005/8/layout/vList2"/>
    <dgm:cxn modelId="{D1AC4578-0AA4-470F-964A-190439CBCD7A}" type="presParOf" srcId="{1B82B63C-09C7-4205-9A54-9E556CE78DA4}" destId="{F2295777-9C1A-4C8C-AE7F-56FC6A56D780}" srcOrd="5" destOrd="0" presId="urn:microsoft.com/office/officeart/2005/8/layout/vList2"/>
    <dgm:cxn modelId="{C7B9D819-AF9E-405E-8000-4EC65C5CDB2F}" type="presParOf" srcId="{1B82B63C-09C7-4205-9A54-9E556CE78DA4}" destId="{5DD836CB-A351-450D-96B3-536C93A3D726}" srcOrd="6" destOrd="0" presId="urn:microsoft.com/office/officeart/2005/8/layout/vList2"/>
    <dgm:cxn modelId="{9F6CC71D-C266-4EB4-B9FF-73C2560975FD}" type="presParOf" srcId="{1B82B63C-09C7-4205-9A54-9E556CE78DA4}" destId="{232C6074-B90D-45D1-AC48-6E088C371CB4}" srcOrd="7" destOrd="0" presId="urn:microsoft.com/office/officeart/2005/8/layout/vList2"/>
    <dgm:cxn modelId="{B9793B3D-DC03-403C-B1B8-1C8433AF9D4E}" type="presParOf" srcId="{1B82B63C-09C7-4205-9A54-9E556CE78DA4}" destId="{2AC334C5-3D9C-4017-82F6-CD541A8AEEEA}" srcOrd="8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B87BEF9-8AC2-4A4F-9AA8-AA45647D0EDC}">
      <dsp:nvSpPr>
        <dsp:cNvPr id="0" name=""/>
        <dsp:cNvSpPr/>
      </dsp:nvSpPr>
      <dsp:spPr>
        <a:xfrm>
          <a:off x="0" y="8469"/>
          <a:ext cx="10515600" cy="6552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2800" kern="1200" dirty="0"/>
            <a:t>Schéma du réseau</a:t>
          </a:r>
        </a:p>
      </dsp:txBody>
      <dsp:txXfrm>
        <a:off x="31984" y="40453"/>
        <a:ext cx="10451632" cy="591232"/>
      </dsp:txXfrm>
    </dsp:sp>
    <dsp:sp modelId="{AF526B6F-DE26-41BB-B5C7-D3F66BD625ED}">
      <dsp:nvSpPr>
        <dsp:cNvPr id="0" name=""/>
        <dsp:cNvSpPr/>
      </dsp:nvSpPr>
      <dsp:spPr>
        <a:xfrm>
          <a:off x="0" y="744309"/>
          <a:ext cx="10515600" cy="6552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2800" kern="1200" dirty="0"/>
            <a:t>Cahier des charges </a:t>
          </a:r>
        </a:p>
      </dsp:txBody>
      <dsp:txXfrm>
        <a:off x="31984" y="776293"/>
        <a:ext cx="10451632" cy="591232"/>
      </dsp:txXfrm>
    </dsp:sp>
    <dsp:sp modelId="{8D5E2083-CC16-4188-BCB3-A07FF43B958C}">
      <dsp:nvSpPr>
        <dsp:cNvPr id="0" name=""/>
        <dsp:cNvSpPr/>
      </dsp:nvSpPr>
      <dsp:spPr>
        <a:xfrm>
          <a:off x="0" y="1480149"/>
          <a:ext cx="10515600" cy="6552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2800" kern="1200" dirty="0"/>
            <a:t>Diagramme de cas d’utilisation</a:t>
          </a:r>
        </a:p>
      </dsp:txBody>
      <dsp:txXfrm>
        <a:off x="31984" y="1512133"/>
        <a:ext cx="10451632" cy="591232"/>
      </dsp:txXfrm>
    </dsp:sp>
    <dsp:sp modelId="{8C96111D-E5CC-4C58-8C00-A8FE5C3FAE13}">
      <dsp:nvSpPr>
        <dsp:cNvPr id="0" name=""/>
        <dsp:cNvSpPr/>
      </dsp:nvSpPr>
      <dsp:spPr>
        <a:xfrm>
          <a:off x="0" y="2215989"/>
          <a:ext cx="10515600" cy="6552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2800" kern="1200" dirty="0"/>
            <a:t>Diagramme de séquence</a:t>
          </a:r>
        </a:p>
      </dsp:txBody>
      <dsp:txXfrm>
        <a:off x="31984" y="2247973"/>
        <a:ext cx="10451632" cy="591232"/>
      </dsp:txXfrm>
    </dsp:sp>
    <dsp:sp modelId="{23749BA0-9FE5-4B5B-8D7C-6F3884BD0377}">
      <dsp:nvSpPr>
        <dsp:cNvPr id="0" name=""/>
        <dsp:cNvSpPr/>
      </dsp:nvSpPr>
      <dsp:spPr>
        <a:xfrm>
          <a:off x="0" y="2951829"/>
          <a:ext cx="10515600" cy="6552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2800" kern="1200" dirty="0"/>
            <a:t>Scenarii </a:t>
          </a:r>
        </a:p>
      </dsp:txBody>
      <dsp:txXfrm>
        <a:off x="31984" y="2983813"/>
        <a:ext cx="10451632" cy="591232"/>
      </dsp:txXfrm>
    </dsp:sp>
    <dsp:sp modelId="{B08C4B57-4CB7-49C9-A5C1-6A4628870375}">
      <dsp:nvSpPr>
        <dsp:cNvPr id="0" name=""/>
        <dsp:cNvSpPr/>
      </dsp:nvSpPr>
      <dsp:spPr>
        <a:xfrm>
          <a:off x="0" y="3687669"/>
          <a:ext cx="10515600" cy="6552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2800" kern="1200" dirty="0"/>
            <a:t>Présentation du projet </a:t>
          </a:r>
        </a:p>
      </dsp:txBody>
      <dsp:txXfrm>
        <a:off x="31984" y="3719653"/>
        <a:ext cx="10451632" cy="591232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683DAB4-8347-43F7-9918-C9BEEED199BC}">
      <dsp:nvSpPr>
        <dsp:cNvPr id="0" name=""/>
        <dsp:cNvSpPr/>
      </dsp:nvSpPr>
      <dsp:spPr>
        <a:xfrm>
          <a:off x="0" y="767"/>
          <a:ext cx="6245265" cy="1797114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2F9FF66-8D04-48CC-9C68-26D9CFB63ABF}">
      <dsp:nvSpPr>
        <dsp:cNvPr id="0" name=""/>
        <dsp:cNvSpPr/>
      </dsp:nvSpPr>
      <dsp:spPr>
        <a:xfrm>
          <a:off x="543627" y="405118"/>
          <a:ext cx="988413" cy="988413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AEE366F-58EF-4BC3-AF25-A2B13D625590}">
      <dsp:nvSpPr>
        <dsp:cNvPr id="0" name=""/>
        <dsp:cNvSpPr/>
      </dsp:nvSpPr>
      <dsp:spPr>
        <a:xfrm>
          <a:off x="2075667" y="767"/>
          <a:ext cx="4169597" cy="179711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90195" tIns="190195" rIns="190195" bIns="190195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2500" kern="1200" dirty="0"/>
            <a:t>Moderniser et sécuriser le réseau de la salle SUD07 </a:t>
          </a:r>
          <a:endParaRPr lang="en-US" sz="2500" kern="1200" dirty="0"/>
        </a:p>
      </dsp:txBody>
      <dsp:txXfrm>
        <a:off x="2075667" y="767"/>
        <a:ext cx="4169597" cy="1797114"/>
      </dsp:txXfrm>
    </dsp:sp>
    <dsp:sp modelId="{432FAABE-0F6C-45E4-9BDC-E33CBE9E362C}">
      <dsp:nvSpPr>
        <dsp:cNvPr id="0" name=""/>
        <dsp:cNvSpPr/>
      </dsp:nvSpPr>
      <dsp:spPr>
        <a:xfrm>
          <a:off x="0" y="2247161"/>
          <a:ext cx="6245265" cy="1797114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4E90CD9-97B9-48B5-9FCC-10B79A42505A}">
      <dsp:nvSpPr>
        <dsp:cNvPr id="0" name=""/>
        <dsp:cNvSpPr/>
      </dsp:nvSpPr>
      <dsp:spPr>
        <a:xfrm>
          <a:off x="543627" y="2651511"/>
          <a:ext cx="988413" cy="988413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ADC5303-F027-4A9A-985E-B905B4A1F7CB}">
      <dsp:nvSpPr>
        <dsp:cNvPr id="0" name=""/>
        <dsp:cNvSpPr/>
      </dsp:nvSpPr>
      <dsp:spPr>
        <a:xfrm>
          <a:off x="2075667" y="2247161"/>
          <a:ext cx="4169597" cy="179711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90195" tIns="190195" rIns="190195" bIns="190195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2500" kern="1200" dirty="0"/>
            <a:t>Faciliter le déploiement des machines</a:t>
          </a:r>
          <a:endParaRPr lang="en-US" sz="2500" kern="1200" dirty="0"/>
        </a:p>
      </dsp:txBody>
      <dsp:txXfrm>
        <a:off x="2075667" y="2247161"/>
        <a:ext cx="4169597" cy="1797114"/>
      </dsp:txXfrm>
    </dsp:sp>
    <dsp:sp modelId="{AF38C61A-3CE8-4BF2-BC65-67FBB9226130}">
      <dsp:nvSpPr>
        <dsp:cNvPr id="0" name=""/>
        <dsp:cNvSpPr/>
      </dsp:nvSpPr>
      <dsp:spPr>
        <a:xfrm>
          <a:off x="0" y="4493554"/>
          <a:ext cx="6245265" cy="1797114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2BCE724-28BF-4F6B-989B-3E3B04C9E7B5}">
      <dsp:nvSpPr>
        <dsp:cNvPr id="0" name=""/>
        <dsp:cNvSpPr/>
      </dsp:nvSpPr>
      <dsp:spPr>
        <a:xfrm>
          <a:off x="543627" y="4897905"/>
          <a:ext cx="988413" cy="988413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5B9291C-823F-45E9-828A-B7C0456B04DE}">
      <dsp:nvSpPr>
        <dsp:cNvPr id="0" name=""/>
        <dsp:cNvSpPr/>
      </dsp:nvSpPr>
      <dsp:spPr>
        <a:xfrm>
          <a:off x="2075667" y="4493554"/>
          <a:ext cx="4169597" cy="179711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90195" tIns="190195" rIns="190195" bIns="190195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2500" kern="1200" dirty="0"/>
            <a:t>Fournir un réseau sans fil pour les invités</a:t>
          </a:r>
          <a:endParaRPr lang="en-US" sz="2500" kern="1200" dirty="0"/>
        </a:p>
      </dsp:txBody>
      <dsp:txXfrm>
        <a:off x="2075667" y="4493554"/>
        <a:ext cx="4169597" cy="1797114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D24568C-00AF-4001-B1F5-89379A7F46A6}">
      <dsp:nvSpPr>
        <dsp:cNvPr id="0" name=""/>
        <dsp:cNvSpPr/>
      </dsp:nvSpPr>
      <dsp:spPr>
        <a:xfrm>
          <a:off x="0" y="55088"/>
          <a:ext cx="10515600" cy="772200"/>
        </a:xfrm>
        <a:prstGeom prst="roundRect">
          <a:avLst/>
        </a:prstGeom>
        <a:solidFill>
          <a:schemeClr val="accent3"/>
        </a:solidFill>
        <a:ln w="12700" cap="flat" cmpd="sng" algn="ctr">
          <a:solidFill>
            <a:schemeClr val="accent3">
              <a:shade val="15000"/>
            </a:schemeClr>
          </a:solidFill>
          <a:prstDash val="solid"/>
          <a:miter lim="800000"/>
        </a:ln>
        <a:effectLst/>
      </dsp:spPr>
      <dsp:style>
        <a:lnRef idx="2">
          <a:schemeClr val="accent3">
            <a:shade val="15000"/>
          </a:schemeClr>
        </a:lnRef>
        <a:fillRef idx="1">
          <a:schemeClr val="accent3"/>
        </a:fillRef>
        <a:effectRef idx="0">
          <a:schemeClr val="accent3"/>
        </a:effectRef>
        <a:fontRef idx="minor">
          <a:schemeClr val="lt1"/>
        </a:fontRef>
      </dsp:style>
      <dsp:txBody>
        <a:bodyPr spcFirstLastPara="0" vert="horz" wrap="square" lIns="125730" tIns="125730" rIns="125730" bIns="125730" numCol="1" spcCol="1270" anchor="ctr" anchorCtr="0">
          <a:noAutofit/>
        </a:bodyPr>
        <a:lstStyle/>
        <a:p>
          <a:pPr marL="0" lvl="0" indent="0" algn="l" defTabSz="1466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3300" kern="1200" dirty="0"/>
            <a:t>Configuration d’un dual boot</a:t>
          </a:r>
          <a:endParaRPr lang="en-US" sz="3300" kern="1200" dirty="0"/>
        </a:p>
      </dsp:txBody>
      <dsp:txXfrm>
        <a:off x="37696" y="92784"/>
        <a:ext cx="10440208" cy="696808"/>
      </dsp:txXfrm>
    </dsp:sp>
    <dsp:sp modelId="{094E9151-E5BD-4B4D-8106-6E942CD1E793}">
      <dsp:nvSpPr>
        <dsp:cNvPr id="0" name=""/>
        <dsp:cNvSpPr/>
      </dsp:nvSpPr>
      <dsp:spPr>
        <a:xfrm>
          <a:off x="0" y="922329"/>
          <a:ext cx="10515600" cy="772200"/>
        </a:xfrm>
        <a:prstGeom prst="roundRect">
          <a:avLst/>
        </a:prstGeom>
        <a:gradFill>
          <a:gsLst>
            <a:gs pos="0">
              <a:schemeClr val="accent3">
                <a:lumMod val="110000"/>
                <a:satMod val="105000"/>
                <a:tint val="67000"/>
              </a:schemeClr>
            </a:gs>
            <a:gs pos="50000">
              <a:schemeClr val="accent3">
                <a:lumMod val="105000"/>
                <a:satMod val="103000"/>
                <a:tint val="73000"/>
              </a:schemeClr>
            </a:gs>
            <a:gs pos="100000">
              <a:schemeClr val="accent3">
                <a:lumMod val="105000"/>
                <a:satMod val="109000"/>
                <a:tint val="81000"/>
              </a:schemeClr>
            </a:gs>
          </a:gsLst>
          <a:lin ang="5400000" scaled="0"/>
        </a:gradFill>
        <a:ln w="6350" cap="flat" cmpd="sng" algn="ctr">
          <a:solidFill>
            <a:schemeClr val="accent3"/>
          </a:solidFill>
          <a:prstDash val="solid"/>
          <a:miter lim="800000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1">
          <a:schemeClr val="accent3"/>
        </a:lnRef>
        <a:fillRef idx="2">
          <a:schemeClr val="accent3"/>
        </a:fillRef>
        <a:effectRef idx="1">
          <a:schemeClr val="accent3"/>
        </a:effectRef>
        <a:fontRef idx="minor">
          <a:schemeClr val="dk1"/>
        </a:fontRef>
      </dsp:style>
      <dsp:txBody>
        <a:bodyPr spcFirstLastPara="0" vert="horz" wrap="square" lIns="125730" tIns="125730" rIns="125730" bIns="125730" numCol="1" spcCol="1270" anchor="ctr" anchorCtr="0">
          <a:noAutofit/>
        </a:bodyPr>
        <a:lstStyle/>
        <a:p>
          <a:pPr marL="0" lvl="0" indent="0" algn="l" defTabSz="1466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3300" kern="1200" dirty="0"/>
            <a:t>Partitionnement de disque</a:t>
          </a:r>
          <a:endParaRPr lang="en-US" sz="3300" kern="1200" dirty="0"/>
        </a:p>
      </dsp:txBody>
      <dsp:txXfrm>
        <a:off x="37696" y="960025"/>
        <a:ext cx="10440208" cy="696808"/>
      </dsp:txXfrm>
    </dsp:sp>
    <dsp:sp modelId="{510C253E-D5E2-426A-8BAE-96B907392984}">
      <dsp:nvSpPr>
        <dsp:cNvPr id="0" name=""/>
        <dsp:cNvSpPr/>
      </dsp:nvSpPr>
      <dsp:spPr>
        <a:xfrm>
          <a:off x="0" y="1789569"/>
          <a:ext cx="10515600" cy="772200"/>
        </a:xfrm>
        <a:prstGeom prst="roundRect">
          <a:avLst/>
        </a:prstGeom>
        <a:gradFill>
          <a:gsLst>
            <a:gs pos="0">
              <a:schemeClr val="accent3">
                <a:satMod val="103000"/>
                <a:lumMod val="102000"/>
                <a:tint val="94000"/>
              </a:schemeClr>
            </a:gs>
            <a:gs pos="50000">
              <a:schemeClr val="accent3">
                <a:satMod val="110000"/>
                <a:lumMod val="100000"/>
                <a:shade val="100000"/>
              </a:schemeClr>
            </a:gs>
            <a:gs pos="100000">
              <a:schemeClr val="accent3">
                <a:lumMod val="99000"/>
                <a:satMod val="120000"/>
                <a:shade val="78000"/>
              </a:schemeClr>
            </a:gs>
          </a:gsLst>
          <a:lin ang="5400000" scaled="0"/>
        </a:gradFill>
        <a:ln w="6350" cap="flat" cmpd="sng" algn="ctr">
          <a:solidFill>
            <a:schemeClr val="accent3"/>
          </a:solidFill>
          <a:prstDash val="solid"/>
          <a:miter lim="800000"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1">
          <a:schemeClr val="accent3"/>
        </a:lnRef>
        <a:fillRef idx="3">
          <a:schemeClr val="accent3"/>
        </a:fillRef>
        <a:effectRef idx="2">
          <a:schemeClr val="accent3"/>
        </a:effectRef>
        <a:fontRef idx="minor">
          <a:schemeClr val="lt1"/>
        </a:fontRef>
      </dsp:style>
      <dsp:txBody>
        <a:bodyPr spcFirstLastPara="0" vert="horz" wrap="square" lIns="125730" tIns="125730" rIns="125730" bIns="125730" numCol="1" spcCol="1270" anchor="ctr" anchorCtr="0">
          <a:noAutofit/>
        </a:bodyPr>
        <a:lstStyle/>
        <a:p>
          <a:pPr marL="0" lvl="0" indent="0" algn="l" defTabSz="1466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3300" kern="1200" dirty="0"/>
            <a:t>Configuration de kali + grub</a:t>
          </a:r>
          <a:endParaRPr lang="en-US" sz="3300" kern="1200" dirty="0"/>
        </a:p>
      </dsp:txBody>
      <dsp:txXfrm>
        <a:off x="37696" y="1827265"/>
        <a:ext cx="10440208" cy="696808"/>
      </dsp:txXfrm>
    </dsp:sp>
    <dsp:sp modelId="{5DD836CB-A351-450D-96B3-536C93A3D726}">
      <dsp:nvSpPr>
        <dsp:cNvPr id="0" name=""/>
        <dsp:cNvSpPr/>
      </dsp:nvSpPr>
      <dsp:spPr>
        <a:xfrm>
          <a:off x="0" y="2656809"/>
          <a:ext cx="10515600" cy="772200"/>
        </a:xfrm>
        <a:prstGeom prst="roundRect">
          <a:avLst/>
        </a:prstGeom>
        <a:gradFill>
          <a:gsLst>
            <a:gs pos="0">
              <a:schemeClr val="accent3">
                <a:satMod val="103000"/>
                <a:lumMod val="102000"/>
                <a:tint val="94000"/>
              </a:schemeClr>
            </a:gs>
            <a:gs pos="50000">
              <a:schemeClr val="accent3">
                <a:satMod val="110000"/>
                <a:lumMod val="100000"/>
                <a:shade val="100000"/>
              </a:schemeClr>
            </a:gs>
            <a:gs pos="100000">
              <a:schemeClr val="accent3">
                <a:lumMod val="99000"/>
                <a:satMod val="120000"/>
                <a:shade val="78000"/>
              </a:schemeClr>
            </a:gs>
          </a:gsLst>
          <a:lin ang="5400000" scaled="0"/>
        </a:gradFill>
        <a:ln w="6350" cap="flat" cmpd="sng" algn="ctr">
          <a:solidFill>
            <a:schemeClr val="accent3"/>
          </a:solidFill>
          <a:prstDash val="solid"/>
          <a:miter lim="800000"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1">
          <a:schemeClr val="accent3"/>
        </a:lnRef>
        <a:fillRef idx="3">
          <a:schemeClr val="accent3"/>
        </a:fillRef>
        <a:effectRef idx="2">
          <a:schemeClr val="accent3"/>
        </a:effectRef>
        <a:fontRef idx="minor">
          <a:schemeClr val="lt1"/>
        </a:fontRef>
      </dsp:style>
      <dsp:txBody>
        <a:bodyPr spcFirstLastPara="0" vert="horz" wrap="square" lIns="125730" tIns="125730" rIns="125730" bIns="125730" numCol="1" spcCol="1270" anchor="ctr" anchorCtr="0">
          <a:noAutofit/>
        </a:bodyPr>
        <a:lstStyle/>
        <a:p>
          <a:pPr marL="0" lvl="0" indent="0" algn="l" defTabSz="1466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300" kern="1200" dirty="0"/>
            <a:t>Installation </a:t>
          </a:r>
          <a:r>
            <a:rPr lang="en-US" sz="3300" kern="1200" dirty="0" err="1"/>
            <a:t>d’applications</a:t>
          </a:r>
          <a:r>
            <a:rPr lang="en-US" sz="3300" kern="1200" dirty="0"/>
            <a:t> pour les </a:t>
          </a:r>
          <a:r>
            <a:rPr lang="en-US" sz="3300" kern="1200" dirty="0" err="1"/>
            <a:t>utilisateurs</a:t>
          </a:r>
          <a:endParaRPr lang="en-US" sz="3300" kern="1200" dirty="0"/>
        </a:p>
      </dsp:txBody>
      <dsp:txXfrm>
        <a:off x="37696" y="2694505"/>
        <a:ext cx="10440208" cy="696808"/>
      </dsp:txXfrm>
    </dsp:sp>
    <dsp:sp modelId="{2AC334C5-3D9C-4017-82F6-CD541A8AEEEA}">
      <dsp:nvSpPr>
        <dsp:cNvPr id="0" name=""/>
        <dsp:cNvSpPr/>
      </dsp:nvSpPr>
      <dsp:spPr>
        <a:xfrm>
          <a:off x="0" y="3524049"/>
          <a:ext cx="10515600" cy="772200"/>
        </a:xfrm>
        <a:prstGeom prst="roundRect">
          <a:avLst/>
        </a:prstGeom>
        <a:gradFill>
          <a:gsLst>
            <a:gs pos="0">
              <a:schemeClr val="accent3">
                <a:satMod val="103000"/>
                <a:lumMod val="102000"/>
                <a:tint val="94000"/>
              </a:schemeClr>
            </a:gs>
            <a:gs pos="50000">
              <a:schemeClr val="accent3">
                <a:satMod val="110000"/>
                <a:lumMod val="100000"/>
                <a:shade val="100000"/>
              </a:schemeClr>
            </a:gs>
            <a:gs pos="100000">
              <a:schemeClr val="accent3"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hemeClr val="accent3"/>
        </a:lnRef>
        <a:fillRef idx="3">
          <a:schemeClr val="accent3"/>
        </a:fillRef>
        <a:effectRef idx="3">
          <a:schemeClr val="accent3"/>
        </a:effectRef>
        <a:fontRef idx="minor">
          <a:schemeClr val="lt1"/>
        </a:fontRef>
      </dsp:style>
      <dsp:txBody>
        <a:bodyPr spcFirstLastPara="0" vert="horz" wrap="square" lIns="125730" tIns="125730" rIns="125730" bIns="125730" numCol="1" spcCol="1270" anchor="ctr" anchorCtr="0">
          <a:noAutofit/>
        </a:bodyPr>
        <a:lstStyle/>
        <a:p>
          <a:pPr marL="0" lvl="0" indent="0" algn="l" defTabSz="1466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3300" kern="1200" dirty="0"/>
            <a:t>Configuration de FOG </a:t>
          </a:r>
          <a:endParaRPr lang="en-US" sz="3300" kern="1200" dirty="0"/>
        </a:p>
      </dsp:txBody>
      <dsp:txXfrm>
        <a:off x="37696" y="3561745"/>
        <a:ext cx="10440208" cy="696808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12T11:21:19.024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7129 2956 24548,'115'178'0,"-5"3"0,-4 2 0,-6 3 0,-4 1 0,-6 2 0,-6 2 0,-5 0 0,-6 1 0,-6 1 0,-5-1 0,-7 1 0,-6-1 0,-6-1 0,-6-1 0,-7-1 0,-6-2 0,-7-2 0,-5-2 0,-8-2 0,-6-3 0,-6-4 0,-7-2 0,-6-5 0,-6-3 0,-7-4 0,-6-5 0,-7-4 0,-5-5 0,-7-5 0,-6-5 0,-5-6 0,-6-5 0,-6-6 0,-6-7 0,-5-5 0,-5-7 0,-5-6 0,-5-8 0,-6-5 0,-3-8 0,-5-7 0,-4-7 0,-5-8 0,-3-6 0,-4-9 0,-3-6 0,-4-8 0,-2-8 0,-3-7 0,-3-7 0,-2-9 0,-2-6 0,-2-9 0,-1-6 0,-2-9 0,-1-6 0,0-8 0,-2-7 0,1-8 0,-1-6 0,1-7 0,0-7 0,1-7 0,1-6 0,1-7 0,1-6 0,2-5 0,2-7 0,2-5 0,3-6 0,2-5 0,4-5 0,2-5 0,4-4 0,3-4 0,4-5 0,4-3 0,4-4 0,4-3 0,5-4 0,5-2 0,4-2 0,6-3 0,4-1 0,6-2 0,6-2 0,5 0 0,6-1 0,6-1 0,5 1 0,7-1 0,6 1 0,6 1 0,6 1 0,7 1 0,6 2 0,7 2 0,5 2 0,8 2 0,6 3 0,6 4 0,7 2 0,6 5 0,6 3 0,7 4 0,6 5 0,7 4 0,5 5 0,7 5 0,6 5 0,5 6 0,6 5 0,6 6 0,6 7 0,5 5 0,5 7 0,5 6 0,5 8 0,6 5 0,3 8 0,5 7 0,4 7 0,5 8 0,3 6 0,4 9 0,3 6 0,4 8 0,2 8 0,3 7 0,3 7 0,2 9 0,2 6 0,2 9 0,1 6 0,2 9 0,1 6 0,0 8 0,2 7 0,-1 8 0,1 6 0,-1 7 0,0 7 0,-1 7 0,-1 6 0,-1 7 0,-1 6 0,-2 5 0,-2 7 0,-2 5 0,-3 6 0,-2 5 0,-4 5 0,-2 5 0,-4 4 0,-3 4 0,-4 5 0,-4 3 0,-4 4 0,-4 4 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12T13:13:50.62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6771 3452 24527,'-30'77'0,"-4"-2"0,-6-2 0,-5-2 0,-4-2 0,-6-3 0,-4-2 0,-5-2 0,-4-4 0,-5-2 0,-5-2 0,-3-4 0,-5-3 0,-4-3 0,-3-3 0,-5-3 0,-3-3 0,-3-4 0,-3-2 0,-4-5 0,-2-3 0,-4-3 0,-1-3 0,-3-5 0,-3-2 0,-1-5 0,-2-2 0,-2-5 0,-1-3 0,-1-3 0,-2-4 0,0-3 0,0-4 0,-1-3 0,-1-4 0,1-3 0,0-3 0,0-4 0,2-3 0,-1-3 0,2-2 0,2-4 0,0-3 0,3-3 0,1-2 0,2-3 0,3-3 0,2-2 0,2-2 0,3-3 0,4-2 0,2-2 0,4-1 0,3-3 0,3-1 0,5-2 0,3-1 0,4-2 0,5 0 0,4-2 0,4-1 0,5 0 0,4-1 0,5-1 0,5 0 0,5 0 0,4 0 0,6 0 0,5 0 0,5 1 0,5 0 0,5 0 0,5 1 0,6 2 0,5 0 0,6 1 0,4 2 0,6 1 0,5 1 0,5 3 0,6 1 0,4 2 0,6 2 0,5 2 0,4 2 0,6 3 0,4 2 0,5 2 0,4 4 0,5 2 0,5 2 0,3 4 0,5 3 0,4 3 0,3 3 0,5 3 0,3 3 0,3 4 0,3 2 0,4 5 0,2 3 0,4 3 0,1 3 0,3 5 0,3 2 0,1 5 0,2 2 0,2 5 0,1 3 0,1 3 0,2 4 0,0 3 0,0 4 0,1 3 0,1 4 0,-1 3 0,0 3 0,0 4 0,-2 3 0,1 3 0,-2 2 0,-2 4 0,0 3 0,-3 3 0,-1 2 0,-2 3 0,-3 3 0,-2 2 0,-2 2 0,-3 3 0,-4 2 0,-2 2 0,-4 1 0,-3 3 0,-3 1 0,-5 2 0,-3 1 0,-4 2 0,-5 0 0,-4 2 0,-4 1 0,-5 0 0,-4 1 0,-5 1 0,-5 0 0,-5 0 0,-4 0 0,-6 0 0,-5 0 0,-5-1 0,-5 0 0,-5 0 0,-5-1 0,-6-2 0,-5 0 0,-6-1 0,-4-2 0,-6-1 0,-5-1 0,-5-3 0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12T13:14:06.20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5800 3081 24516,'-24'48'0,"-5"-2"0,-4-2 0,-4-2 0,-4-3 0,-5-2 0,-4-2 0,-4-2 0,-3-4 0,-5-1 0,-3-3 0,-4-3 0,-4-3 0,-3-2 0,-3-3 0,-4-2 0,-3-4 0,-2-2 0,-3-3 0,-3-2 0,-3-4 0,-2-2 0,-2-3 0,-2-2 0,-2-4 0,-2-2 0,-2-2 0,-1-4 0,-1-2 0,-1-3 0,-1-2 0,-1-2 0,0-3 0,-1-3 0,0-2 0,1-2 0,-1-2 0,0-3 0,1-1 0,1-3 0,1-1 0,1-2 0,1-2 0,1-2 0,2-2 0,1 0 0,3-3 0,1 0 0,3-2 0,2-1 0,2-1 0,3-1 0,3-1 0,3 0 0,3-1 0,3-1 0,3 0 0,4 0 0,3 0 0,4-1 0,4 1 0,3 0 0,5 0 0,3 0 0,5 1 0,4 0 0,4 1 0,4 1 0,4 1 0,5 1 0,5 0 0,3 3 0,6 0 0,4 2 0,4 1 0,5 2 0,4 1 0,5 2 0,4 2 0,5 2 0,4 2 0,5 2 0,4 2 0,4 2 0,4 3 0,5 2 0,4 2 0,4 2 0,3 4 0,5 1 0,3 3 0,4 3 0,4 3 0,3 2 0,3 3 0,4 2 0,3 4 0,2 2 0,3 3 0,3 2 0,3 4 0,2 2 0,2 3 0,2 2 0,2 4 0,2 2 0,2 2 0,1 4 0,1 2 0,1 3 0,1 2 0,1 2 0,0 3 0,1 3 0,0 2 0,-1 2 0,1 2 0,0 3 0,-1 1 0,-1 3 0,-1 1 0,-1 2 0,-1 2 0,-1 2 0,-2 2 0,-1 0 0,-3 3 0,-1 0 0,-3 2 0,-2 1 0,-2 1 0,-3 1 0,-3 1 0,-3 0 0,-3 1 0,-3 1 0,-3 0 0,-4 0 0,-3 0 0,-4 1 0,-4-1 0,-3 0 0,-5 0 0,-3 0 0,-5-1 0,-4 0 0,-4-1 0,-4-1 0,-4-1 0,-5-1 0,-5 0 0,-3-3 0,-6 0 0,-4-2 0,-4-1 0,-5-2 0,-4-1 0,-5-2 0,-4-2 0,-5-2 0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12T13:14:21.245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1945 0 24527,'-1945'4628'0,"10282"-4628"0,-10282-4628 0,-2502 4628 0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12T13:14:48.43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5042 2900 24537,'-25'45'0,"-3"-1"0,-4-2 0,-4-2 0,-4-2 0,-3-2 0,-3-3 0,-4-2 0,-4-2 0,-3-3 0,-2-2 0,-5-2 0,-2-3 0,-3-3 0,-2-2 0,-4-3 0,-2-2 0,-2-3 0,-3-2 0,-2-3 0,-2-3 0,-2-2 0,-2-3 0,-2-3 0,-1-2 0,-1-2 0,-2-3 0,-1-3 0,-1-2 0,0-3 0,-2-2 0,1-2 0,-1-3 0,-1-2 0,1-2 0,0-2 0,0-3 0,1-1 0,0-3 0,1-1 0,1-2 0,0-2 0,2-2 0,2-1 0,1-2 0,1-1 0,2-2 0,2 0 0,2-2 0,3-2 0,1 0 0,3-1 0,3 0 0,2-2 0,3 0 0,3-1 0,3 0 0,2 0 0,4 0 0,4-1 0,2 1 0,4-1 0,4 1 0,3 0 0,4 1 0,3 0 0,4 0 0,4 2 0,4 0 0,4 1 0,3 1 0,5 2 0,3 0 0,4 2 0,4 1 0,5 2 0,3 1 0,4 2 0,4 1 0,3 2 0,5 3 0,3 1 0,4 2 0,4 2 0,4 2 0,3 2 0,3 3 0,4 2 0,4 2 0,3 3 0,2 2 0,5 2 0,2 4 0,3 1 0,2 3 0,4 3 0,2 2 0,2 3 0,3 2 0,2 3 0,2 3 0,2 2 0,2 3 0,2 3 0,1 2 0,1 2 0,2 3 0,1 3 0,1 2 0,0 3 0,2 2 0,-1 2 0,1 3 0,1 2 0,-1 2 0,0 2 0,0 3 0,-1 1 0,0 3 0,-1 1 0,-1 2 0,0 2 0,-2 2 0,-2 1 0,-1 2 0,-1 1 0,-2 2 0,-2 0 0,-2 2 0,-3 2 0,-1 0 0,-3 1 0,-3 0 0,-2 2 0,-3 0 0,-3 1 0,-3 0 0,-2 0 0,-4 0 0,-4 1 0,-2-1 0,-4 1 0,-4-1 0,-3 0 0,-4-1 0,-3 0 0,-4 0 0,-4-2 0,-4 0 0,-4-1 0,-3-1 0,-5-2 0,-3 0 0,-4-2 0,-4-1 0,-5-2 0,-3-1 0,-4-2 0,-4-1 0,-3-2 0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Espace réservé d'en-tête 1"/>
          <p:cNvSpPr>
            <a:spLocks noGrp="1"/>
          </p:cNvSpPr>
          <p:nvPr>
            <p:ph type="hdr" sz="quarter"/>
          </p:nvPr>
        </p:nvSpPr>
        <p:spPr bwMode="auto"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>
              <a:defRPr/>
            </a:pPr>
            <a:endParaRPr lang="fr-FR" dirty="0"/>
          </a:p>
        </p:txBody>
      </p:sp>
      <p:sp>
        <p:nvSpPr>
          <p:cNvPr id="3" name="Espace réservé pour la date 2"/>
          <p:cNvSpPr>
            <a:spLocks noGrp="1"/>
          </p:cNvSpPr>
          <p:nvPr>
            <p:ph type="dt" idx="1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>
              <a:defRPr/>
            </a:pPr>
            <a:fld id="{3632E96E-41F7-40C5-8419-297958CC00FA}" type="datetimeFigureOut">
              <a:rPr lang="fr-FR"/>
              <a:t>12/06/2025</a:t>
            </a:fld>
            <a:endParaRPr lang="fr-FR" dirty="0"/>
          </a:p>
        </p:txBody>
      </p:sp>
      <p:sp>
        <p:nvSpPr>
          <p:cNvPr id="4" name="Espace réservé pour l'image de la diapositive 3"/>
          <p:cNvSpPr>
            <a:spLocks noGrp="1" noRot="1" noChangeAspect="1"/>
          </p:cNvSpPr>
          <p:nvPr>
            <p:ph type="sldImg" idx="2"/>
          </p:nvPr>
        </p:nvSpPr>
        <p:spPr bwMode="auto"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>
              <a:defRPr/>
            </a:pPr>
            <a:endParaRPr lang="fr-FR" dirty="0"/>
          </a:p>
        </p:txBody>
      </p:sp>
      <p:sp>
        <p:nvSpPr>
          <p:cNvPr id="5" name="Remarques Espace réservé 4"/>
          <p:cNvSpPr>
            <a:spLocks noGrp="1"/>
          </p:cNvSpPr>
          <p:nvPr>
            <p:ph type="body" sz="quarter" idx="3"/>
          </p:nvPr>
        </p:nvSpPr>
        <p:spPr bwMode="auto"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>
              <a:defRPr/>
            </a:pPr>
            <a:r>
              <a:rPr lang="fr-FR"/>
              <a:t>Modifiez les styles du texte du masque</a:t>
            </a:r>
            <a:endParaRPr/>
          </a:p>
          <a:p>
            <a:pPr lvl="1">
              <a:defRPr/>
            </a:pPr>
            <a:r>
              <a:rPr lang="fr-FR"/>
              <a:t>Deuxième niveau</a:t>
            </a:r>
            <a:endParaRPr/>
          </a:p>
          <a:p>
            <a:pPr lvl="2">
              <a:defRPr/>
            </a:pPr>
            <a:r>
              <a:rPr lang="fr-FR"/>
              <a:t>Troisième niveau</a:t>
            </a:r>
            <a:endParaRPr/>
          </a:p>
          <a:p>
            <a:pPr lvl="3">
              <a:defRPr/>
            </a:pPr>
            <a:r>
              <a:rPr lang="fr-FR"/>
              <a:t>Quatrième niveau</a:t>
            </a:r>
            <a:endParaRPr/>
          </a:p>
          <a:p>
            <a:pPr lvl="4">
              <a:defRPr/>
            </a:pPr>
            <a:r>
              <a:rPr lang="fr-FR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 bwMode="auto"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 lang="fr-FR" dirty="0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 bwMode="auto"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fld id="{2E6999B8-B6B4-4561-A3CD-BBCDAB9FC9D9}" type="slidenum">
              <a:rPr lang="fr-FR"/>
              <a:t>‹N°›</a:t>
            </a:fld>
            <a:endParaRPr lang="fr-FR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>
      <a:defRPr sz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>
      <a:defRPr sz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>
      <a:defRPr sz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>
      <a:defRPr sz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>
      <a:defRPr sz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>
      <a:defRPr sz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>
      <a:defRPr sz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>
      <a:defRPr sz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>
      <a:defRPr sz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Espace réservé pour l'image de la diapositive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3" name="Remarques Espace réservé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r>
              <a:rPr lang="fr-FR" dirty="0"/>
              <a:t>(Service Réseau Saint Eloi Version 2) Le projet consiste à refaire le réseau de la salle SUD07 des BTS CIEL avec des besoins spécifiques </a:t>
            </a:r>
            <a:endParaRPr lang="fr-FR" dirty="0">
              <a:latin typeface="Arial"/>
              <a:cs typeface="Arial"/>
            </a:endParaRPr>
          </a:p>
        </p:txBody>
      </p:sp>
      <p:sp>
        <p:nvSpPr>
          <p:cNvPr id="4" name="Espace réservé pour le numéro de diapositive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E6999B8-B6B4-4561-A3CD-BBCDAB9FC9D9}" type="slidenum">
              <a:rPr lang="fr-FR"/>
              <a:t>1</a:t>
            </a:fld>
            <a:endParaRPr lang="fr-FR"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2E6999B8-B6B4-4561-A3CD-BBCDAB9FC9D9}" type="slidenum">
              <a:rPr lang="fr-FR" smtClean="0"/>
              <a:t>2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04301521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624C4B79-9202-3A2B-4EF1-4658339A13A6}" type="slidenum">
              <a:rPr/>
              <a:t>4</a:t>
            </a:fld>
            <a:endParaRPr dirty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0F10226C-5E0C-4196-9B31-4476566EAED9}" type="slidenum">
              <a:rPr/>
              <a:t>5</a:t>
            </a:fld>
            <a:endParaRPr dirty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r>
              <a:rPr lang="fr-FR" dirty="0"/>
              <a:t>RGPD Règlementation général de la protection des donnés </a:t>
            </a:r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09A5888F-02AD-FCD2-53E5-61C95BE006A2}" type="slidenum">
              <a:rPr/>
              <a:t>6</a:t>
            </a:fld>
            <a:endParaRPr dirty="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2734875-05D3-E10E-E493-C03E56FC4F7B}" type="slidenum">
              <a:rPr/>
              <a:t>7</a:t>
            </a:fld>
            <a:endParaRPr dirty="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0A8CA56-209C-C474-A6E3-AC5116F27D37}" type="slidenum">
              <a:rPr/>
              <a:t>8</a:t>
            </a:fld>
            <a:endParaRPr dirty="0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1DB7A029-6115-9FC1-EFC8-70169AD0C389}" type="slidenum">
              <a:rPr/>
              <a:t>9</a:t>
            </a:fld>
            <a:endParaRPr dirty="0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41DB55-FF78-4618-84E1-992B9340186F}"/>
            </a:ext>
          </a:extLst>
        </p:cNvPr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D2EA9E0-7DEE-17B2-577E-ADD46843936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284FB24-7E9C-B1F8-B725-7F2B9C97A892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FD890C4-89EF-67EE-5CEA-3EECA9D1DB3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D6BBC41-E5FF-8A66-5624-D1221C3699BC}" type="slidenum">
              <a:rPr/>
              <a:t>10</a:t>
            </a:fld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18485324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05AF1F33-6AD6-DED9-F67A-98DF20E45A35}" type="slidenum">
              <a:rPr/>
              <a:t>11</a:t>
            </a:fld>
            <a:endParaRPr dirty="0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2E6999B8-B6B4-4561-A3CD-BBCDAB9FC9D9}" type="slidenum">
              <a:rPr lang="fr-FR" smtClean="0"/>
              <a:t>14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943164669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buNone/>
            </a:pPr>
            <a:r>
              <a:rPr lang="fr-FR" b="1" dirty="0"/>
              <a:t>Drive </a:t>
            </a:r>
            <a:r>
              <a:rPr lang="fr-FR" b="1" dirty="0" err="1"/>
              <a:t>Properties</a:t>
            </a:r>
            <a:endParaRPr lang="fr-FR" b="1" dirty="0"/>
          </a:p>
          <a:p>
            <a:pPr>
              <a:buFont typeface="Arial" panose="020B0604020202020204" pitchFamily="34" charset="0"/>
              <a:buChar char="•"/>
            </a:pPr>
            <a:r>
              <a:rPr lang="fr-FR" b="1" dirty="0" err="1"/>
              <a:t>Device</a:t>
            </a:r>
            <a:r>
              <a:rPr lang="fr-FR" dirty="0"/>
              <a:t> : Clé USB sélectionnée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fr-FR" b="1" dirty="0"/>
              <a:t>Boot </a:t>
            </a:r>
            <a:r>
              <a:rPr lang="fr-FR" b="1" dirty="0" err="1"/>
              <a:t>selection</a:t>
            </a:r>
            <a:r>
              <a:rPr lang="fr-FR" dirty="0"/>
              <a:t> : ISO à écrire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fr-FR" b="1" dirty="0"/>
              <a:t>Partition </a:t>
            </a:r>
            <a:r>
              <a:rPr lang="fr-FR" b="1" dirty="0" err="1"/>
              <a:t>scheme</a:t>
            </a:r>
            <a:r>
              <a:rPr lang="fr-FR" dirty="0"/>
              <a:t> 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fr-FR" b="1" dirty="0"/>
              <a:t>MBR</a:t>
            </a:r>
            <a:r>
              <a:rPr lang="fr-FR" dirty="0"/>
              <a:t> : BIOS + UEFI (compatibilité max)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fr-FR" b="1" dirty="0"/>
              <a:t>GPT</a:t>
            </a:r>
            <a:r>
              <a:rPr lang="fr-FR" dirty="0"/>
              <a:t> : UEFI uniquement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fr-FR" b="1" dirty="0"/>
              <a:t>Target system</a:t>
            </a:r>
            <a:r>
              <a:rPr lang="fr-FR" dirty="0"/>
              <a:t> 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fr-FR" b="1" dirty="0"/>
              <a:t>BIOS or UEFI</a:t>
            </a:r>
            <a:r>
              <a:rPr lang="fr-FR" dirty="0"/>
              <a:t> : auto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fr-FR" b="1" dirty="0"/>
              <a:t>UEFI (non-CSM)</a:t>
            </a:r>
            <a:r>
              <a:rPr lang="fr-FR" dirty="0"/>
              <a:t> : UEFI pur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fr-FR" b="1" dirty="0"/>
              <a:t>BIOS </a:t>
            </a:r>
            <a:r>
              <a:rPr lang="fr-FR" b="1" dirty="0" err="1"/>
              <a:t>only</a:t>
            </a:r>
            <a:r>
              <a:rPr lang="fr-FR" dirty="0"/>
              <a:t> : anciens PC</a:t>
            </a:r>
          </a:p>
          <a:p>
            <a:pPr>
              <a:buNone/>
            </a:pPr>
            <a:r>
              <a:rPr lang="fr-FR" b="1" dirty="0"/>
              <a:t>🔹 Format Options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fr-FR" b="1" dirty="0"/>
              <a:t>Volume label</a:t>
            </a:r>
            <a:r>
              <a:rPr lang="fr-FR" dirty="0"/>
              <a:t> : Nom de la clé USB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fr-FR" b="1" dirty="0"/>
              <a:t>File system</a:t>
            </a:r>
            <a:r>
              <a:rPr lang="fr-FR" dirty="0"/>
              <a:t> 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fr-FR" b="1" dirty="0"/>
              <a:t>FAT32</a:t>
            </a:r>
            <a:r>
              <a:rPr lang="fr-FR" dirty="0"/>
              <a:t> : Compatible, fichiers ≤ 4 Go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fr-FR" b="1" dirty="0"/>
              <a:t>NTFS</a:t>
            </a:r>
            <a:r>
              <a:rPr lang="fr-FR" dirty="0"/>
              <a:t> : Fichiers &gt; 4 Go, UEFI moins compatible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fr-FR" b="1" dirty="0" err="1"/>
              <a:t>exFAT</a:t>
            </a:r>
            <a:r>
              <a:rPr lang="fr-FR" dirty="0"/>
              <a:t> : Moderne, pas toujours bootable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fr-FR" b="1" dirty="0"/>
              <a:t>Cluster size</a:t>
            </a:r>
            <a:r>
              <a:rPr lang="fr-FR" dirty="0"/>
              <a:t> : Taille bloc, laisser par défaut (16 Ko)</a:t>
            </a:r>
          </a:p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2E6999B8-B6B4-4561-A3CD-BBCDAB9FC9D9}" type="slidenum">
              <a:rPr lang="fr-FR" smtClean="0"/>
              <a:t>17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472530209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buNone/>
            </a:pPr>
            <a:r>
              <a:rPr lang="fr-FR" b="1" dirty="0"/>
              <a:t>MindView</a:t>
            </a:r>
            <a:r>
              <a:rPr lang="fr-FR" dirty="0"/>
              <a:t> - Logiciel de cartographie mentale pour l'organisation et la gestion des idées.</a:t>
            </a:r>
          </a:p>
          <a:p>
            <a:pPr>
              <a:buNone/>
            </a:pPr>
            <a:r>
              <a:rPr lang="fr-FR" b="1" dirty="0"/>
              <a:t>Wireshark</a:t>
            </a:r>
            <a:r>
              <a:rPr lang="fr-FR" dirty="0"/>
              <a:t> - Outil d'analyse des paquets réseau pour le diagnostic et la sécurité informatique.</a:t>
            </a:r>
          </a:p>
          <a:p>
            <a:pPr>
              <a:buNone/>
            </a:pPr>
            <a:r>
              <a:rPr lang="fr-FR" b="1" dirty="0" err="1"/>
              <a:t>Veyon</a:t>
            </a:r>
            <a:r>
              <a:rPr lang="fr-FR" dirty="0"/>
              <a:t> - Logiciel de surveillance et de gestion des postes informatiques en réseau.</a:t>
            </a:r>
          </a:p>
          <a:p>
            <a:pPr>
              <a:buNone/>
            </a:pPr>
            <a:r>
              <a:rPr lang="fr-FR" b="1" dirty="0"/>
              <a:t>PuTTY</a:t>
            </a:r>
            <a:r>
              <a:rPr lang="fr-FR" dirty="0"/>
              <a:t> - Client SSH/Telnet pour la connexion à distance sur des serveurs.</a:t>
            </a:r>
          </a:p>
          <a:p>
            <a:pPr>
              <a:buNone/>
            </a:pPr>
            <a:r>
              <a:rPr lang="fr-FR" b="1" dirty="0"/>
              <a:t>Draw.io</a:t>
            </a:r>
            <a:r>
              <a:rPr lang="fr-FR" dirty="0"/>
              <a:t> - Outil de création de diagrammes et de schémas en ligne.</a:t>
            </a:r>
          </a:p>
          <a:p>
            <a:pPr>
              <a:buNone/>
            </a:pPr>
            <a:r>
              <a:rPr lang="fr-FR" b="1" dirty="0" err="1"/>
              <a:t>Thonny</a:t>
            </a:r>
            <a:r>
              <a:rPr lang="fr-FR" dirty="0"/>
              <a:t> - Environnement de développement intégré (IDE) simplifié pour Python.</a:t>
            </a:r>
          </a:p>
          <a:p>
            <a:pPr>
              <a:buNone/>
            </a:pPr>
            <a:r>
              <a:rPr lang="fr-FR" b="1" dirty="0"/>
              <a:t>VirtualBox</a:t>
            </a:r>
            <a:r>
              <a:rPr lang="fr-FR" dirty="0"/>
              <a:t> - Logiciel de virtualisation permettant d'exécuter plusieurs systèmes d'exploitation sur une même machine.</a:t>
            </a:r>
          </a:p>
          <a:p>
            <a:pPr>
              <a:buNone/>
            </a:pPr>
            <a:r>
              <a:rPr lang="fr-FR" b="1" dirty="0" err="1"/>
              <a:t>ProjectLibre</a:t>
            </a:r>
            <a:r>
              <a:rPr lang="fr-FR" dirty="0"/>
              <a:t> - Alternative libre à Microsoft Project pour la gestion de projets.</a:t>
            </a:r>
          </a:p>
          <a:p>
            <a:pPr>
              <a:buNone/>
            </a:pPr>
            <a:r>
              <a:rPr lang="fr-FR" b="1" dirty="0"/>
              <a:t>Visual Studio Code</a:t>
            </a:r>
            <a:r>
              <a:rPr lang="fr-FR" dirty="0"/>
              <a:t> - Éditeur de code puissant pour le développement de logiciels.</a:t>
            </a:r>
          </a:p>
          <a:p>
            <a:pPr>
              <a:buNone/>
            </a:pPr>
            <a:r>
              <a:rPr lang="fr-FR" b="1" dirty="0" err="1"/>
              <a:t>GoldenDict</a:t>
            </a:r>
            <a:r>
              <a:rPr lang="fr-FR" dirty="0"/>
              <a:t> - Dictionnaire électronique prenant en charge plusieurs formats de dictionnaires.</a:t>
            </a:r>
          </a:p>
          <a:p>
            <a:pPr>
              <a:buNone/>
            </a:pPr>
            <a:r>
              <a:rPr lang="fr-FR" b="1" dirty="0"/>
              <a:t>Audacity</a:t>
            </a:r>
            <a:r>
              <a:rPr lang="fr-FR" dirty="0"/>
              <a:t> - Logiciel de montage et d’édition audio open-source.</a:t>
            </a:r>
          </a:p>
          <a:p>
            <a:r>
              <a:rPr lang="fr-FR" b="1" dirty="0"/>
              <a:t>LibreOffice</a:t>
            </a:r>
            <a:r>
              <a:rPr lang="fr-FR" dirty="0"/>
              <a:t> - Suite bureautique libre alternative à Microsoft Office.</a:t>
            </a:r>
          </a:p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2E6999B8-B6B4-4561-A3CD-BBCDAB9FC9D9}" type="slidenum">
              <a:rPr lang="fr-FR" smtClean="0"/>
              <a:t>22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472427065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AFB594-7841-363F-3E5A-14C2C068E1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D9B345B8-552D-C6E8-9A39-9C03989082F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>
            <a:extLst>
              <a:ext uri="{FF2B5EF4-FFF2-40B4-BE49-F238E27FC236}">
                <a16:creationId xmlns:a16="http://schemas.microsoft.com/office/drawing/2014/main" id="{9A294C26-1217-D9B9-C454-FB1249298FC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dirty="0"/>
              <a:t>Le </a:t>
            </a:r>
            <a:r>
              <a:rPr lang="fr-FR" b="1" dirty="0"/>
              <a:t>serveur FOG</a:t>
            </a:r>
            <a:r>
              <a:rPr lang="fr-FR" dirty="0"/>
              <a:t> (Free Open-source </a:t>
            </a:r>
            <a:r>
              <a:rPr lang="fr-FR" dirty="0" err="1"/>
              <a:t>Ghost</a:t>
            </a:r>
            <a:r>
              <a:rPr lang="fr-FR" dirty="0"/>
              <a:t>) est un outil de </a:t>
            </a:r>
            <a:r>
              <a:rPr lang="fr-FR" b="1" dirty="0"/>
              <a:t>déploiement de systèmes d’exploitation</a:t>
            </a:r>
            <a:r>
              <a:rPr lang="fr-FR" dirty="0"/>
              <a:t> en réseau. Il permet de </a:t>
            </a:r>
            <a:r>
              <a:rPr lang="fr-FR" b="1" dirty="0"/>
              <a:t>créer, stocker et déployer des images système</a:t>
            </a:r>
            <a:r>
              <a:rPr lang="fr-FR" dirty="0"/>
              <a:t> (OS, logiciels, configurations) sur plusieurs ordinateurs via le </a:t>
            </a:r>
            <a:r>
              <a:rPr lang="fr-FR" b="1" dirty="0"/>
              <a:t>protocole PXE</a:t>
            </a:r>
            <a:r>
              <a:rPr lang="fr-FR" dirty="0"/>
              <a:t>, sans besoin de support physique (clé USB, DVD).</a:t>
            </a:r>
          </a:p>
          <a:p>
            <a:endParaRPr lang="fr-FR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4A88C8B7-1E0F-9699-5BDA-9912A85AE5B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2E6999B8-B6B4-4561-A3CD-BBCDAB9FC9D9}" type="slidenum">
              <a:rPr lang="fr-FR" smtClean="0"/>
              <a:t>23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744281126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68271F-D027-80A3-6EEE-CC8D775A82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3387AE91-CA52-8E4C-652F-28ACF480E3F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>
            <a:extLst>
              <a:ext uri="{FF2B5EF4-FFF2-40B4-BE49-F238E27FC236}">
                <a16:creationId xmlns:a16="http://schemas.microsoft.com/office/drawing/2014/main" id="{B8FF3B3A-5227-6F87-2BD3-C8C82F40C3A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0D5E0E10-A095-2464-D319-E5A8553EC07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2E6999B8-B6B4-4561-A3CD-BBCDAB9FC9D9}" type="slidenum">
              <a:rPr lang="fr-FR" smtClean="0"/>
              <a:t>24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613475054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A42186-BE02-A3AD-F0E2-FD363CFA88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3965308E-5808-7AB1-3B70-477C44A1C5E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>
            <a:extLst>
              <a:ext uri="{FF2B5EF4-FFF2-40B4-BE49-F238E27FC236}">
                <a16:creationId xmlns:a16="http://schemas.microsoft.com/office/drawing/2014/main" id="{1EA84770-A2FB-E57F-E150-23842D63C76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0C91D15C-39F2-67EC-7E8C-F9F28CC3815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2E6999B8-B6B4-4561-A3CD-BBCDAB9FC9D9}" type="slidenum">
              <a:rPr lang="fr-FR" smtClean="0"/>
              <a:t>25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0700482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F08F76-8632-E03F-8D70-5465FEAC32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B134F9A9-A34D-555A-449E-0B3B1A5235A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>
            <a:extLst>
              <a:ext uri="{FF2B5EF4-FFF2-40B4-BE49-F238E27FC236}">
                <a16:creationId xmlns:a16="http://schemas.microsoft.com/office/drawing/2014/main" id="{A372E95D-B792-3ACC-C4DC-044DB754872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9E6BDD97-F84E-7351-9D3F-95364A3B741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2E6999B8-B6B4-4561-A3CD-BBCDAB9FC9D9}" type="slidenum">
              <a:rPr lang="fr-FR" smtClean="0"/>
              <a:t>26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167225206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2E6999B8-B6B4-4561-A3CD-BBCDAB9FC9D9}" type="slidenum">
              <a:rPr lang="fr-FR" smtClean="0"/>
              <a:t>27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60585108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itle" preserve="1" userDrawn="1">
  <p:cSld name="Diapositive de titr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 bwMode="auto"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pPr>
              <a:defRPr/>
            </a:pPr>
            <a:r>
              <a:rPr lang="fr-FR"/>
              <a:t>Modifiez le style du titre</a:t>
            </a:r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 bwMode="auto"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>
              <a:defRPr/>
            </a:pPr>
            <a:r>
              <a:rPr lang="fr-FR"/>
              <a:t>Modifiez le style des sous-titres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fr-FR"/>
              <a:t>12/06/2025</a:t>
            </a:fld>
            <a:endParaRPr lang="fr-FR" dirty="0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fr-FR" dirty="0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fr-FR"/>
              <a:t>‹N°›</a:t>
            </a:fld>
            <a:endParaRPr lang="fr-FR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obj" preserve="1" userDrawn="1">
  <p:cSld name="Titre et contenu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fr-FR"/>
              <a:t>Modifiez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 lvl="0">
              <a:defRPr/>
            </a:pPr>
            <a:r>
              <a:rPr lang="fr-FR"/>
              <a:t>Modifiez les styles du texte du masque</a:t>
            </a:r>
            <a:endParaRPr/>
          </a:p>
          <a:p>
            <a:pPr lvl="1">
              <a:defRPr/>
            </a:pPr>
            <a:r>
              <a:rPr lang="fr-FR"/>
              <a:t>Deuxième niveau</a:t>
            </a:r>
            <a:endParaRPr/>
          </a:p>
          <a:p>
            <a:pPr lvl="2">
              <a:defRPr/>
            </a:pPr>
            <a:r>
              <a:rPr lang="fr-FR"/>
              <a:t>Troisième niveau</a:t>
            </a:r>
            <a:endParaRPr/>
          </a:p>
          <a:p>
            <a:pPr lvl="3">
              <a:defRPr/>
            </a:pPr>
            <a:r>
              <a:rPr lang="fr-FR"/>
              <a:t>Quatrième niveau</a:t>
            </a:r>
            <a:endParaRPr/>
          </a:p>
          <a:p>
            <a:pPr lvl="4">
              <a:defRPr/>
            </a:pPr>
            <a:r>
              <a:rPr lang="fr-FR"/>
              <a:t>Cinquième niveau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fr-FR"/>
              <a:t>12/06/2025</a:t>
            </a:fld>
            <a:endParaRPr lang="fr-FR" dirty="0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fr-FR" dirty="0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fr-FR"/>
              <a:t>‹N°›</a:t>
            </a:fld>
            <a:endParaRPr lang="fr-FR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secHead" preserve="1" userDrawn="1">
  <p:cSld name="Titre de secti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 bwMode="auto"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pPr>
              <a:defRPr/>
            </a:pPr>
            <a:r>
              <a:rPr lang="fr-FR"/>
              <a:t>Modifiez le style du titre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 bwMode="auto"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>
              <a:defRPr/>
            </a:pPr>
            <a:r>
              <a:rPr lang="fr-FR"/>
              <a:t>Modifiez les styles du texte du masque</a:t>
            </a:r>
            <a:endParaRPr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fr-FR"/>
              <a:t>12/06/2025</a:t>
            </a:fld>
            <a:endParaRPr lang="fr-FR" dirty="0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fr-FR" dirty="0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fr-FR"/>
              <a:t>‹N°›</a:t>
            </a:fld>
            <a:endParaRPr lang="fr-FR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woObj" preserve="1" userDrawn="1">
  <p:cSld name="Deux contenus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fr-FR"/>
              <a:t>Modifiez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 bwMode="auto">
          <a:xfrm>
            <a:off x="838200" y="1825625"/>
            <a:ext cx="5181600" cy="4351338"/>
          </a:xfrm>
        </p:spPr>
        <p:txBody>
          <a:bodyPr/>
          <a:lstStyle/>
          <a:p>
            <a:pPr lvl="0">
              <a:defRPr/>
            </a:pPr>
            <a:r>
              <a:rPr lang="fr-FR"/>
              <a:t>Modifiez les styles du texte du masque</a:t>
            </a:r>
            <a:endParaRPr/>
          </a:p>
          <a:p>
            <a:pPr lvl="1">
              <a:defRPr/>
            </a:pPr>
            <a:r>
              <a:rPr lang="fr-FR"/>
              <a:t>Deuxième niveau</a:t>
            </a:r>
            <a:endParaRPr/>
          </a:p>
          <a:p>
            <a:pPr lvl="2">
              <a:defRPr/>
            </a:pPr>
            <a:r>
              <a:rPr lang="fr-FR"/>
              <a:t>Troisième niveau</a:t>
            </a:r>
            <a:endParaRPr/>
          </a:p>
          <a:p>
            <a:pPr lvl="3">
              <a:defRPr/>
            </a:pPr>
            <a:r>
              <a:rPr lang="fr-FR"/>
              <a:t>Quatrième niveau</a:t>
            </a:r>
            <a:endParaRPr/>
          </a:p>
          <a:p>
            <a:pPr lvl="4">
              <a:defRPr/>
            </a:pPr>
            <a:r>
              <a:rPr lang="fr-FR"/>
              <a:t>Cinquième niveau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 bwMode="auto">
          <a:xfrm>
            <a:off x="6172200" y="1825625"/>
            <a:ext cx="5181600" cy="4351338"/>
          </a:xfrm>
        </p:spPr>
        <p:txBody>
          <a:bodyPr/>
          <a:lstStyle/>
          <a:p>
            <a:pPr lvl="0">
              <a:defRPr/>
            </a:pPr>
            <a:r>
              <a:rPr lang="fr-FR"/>
              <a:t>Modifiez les styles du texte du masque</a:t>
            </a:r>
            <a:endParaRPr/>
          </a:p>
          <a:p>
            <a:pPr lvl="1">
              <a:defRPr/>
            </a:pPr>
            <a:r>
              <a:rPr lang="fr-FR"/>
              <a:t>Deuxième niveau</a:t>
            </a:r>
            <a:endParaRPr/>
          </a:p>
          <a:p>
            <a:pPr lvl="2">
              <a:defRPr/>
            </a:pPr>
            <a:r>
              <a:rPr lang="fr-FR"/>
              <a:t>Troisième niveau</a:t>
            </a:r>
            <a:endParaRPr/>
          </a:p>
          <a:p>
            <a:pPr lvl="3">
              <a:defRPr/>
            </a:pPr>
            <a:r>
              <a:rPr lang="fr-FR"/>
              <a:t>Quatrième niveau</a:t>
            </a:r>
            <a:endParaRPr/>
          </a:p>
          <a:p>
            <a:pPr lvl="4">
              <a:defRPr/>
            </a:pPr>
            <a:r>
              <a:rPr lang="fr-FR"/>
              <a:t>Cinquième niveau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fr-FR"/>
              <a:t>12/06/2025</a:t>
            </a:fld>
            <a:endParaRPr lang="fr-FR" dirty="0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fr-FR" dirty="0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fr-FR"/>
              <a:t>‹N°›</a:t>
            </a:fld>
            <a:endParaRPr lang="fr-FR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woTxTwoObj" preserve="1" userDrawn="1">
  <p:cSld name="Comparais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 bwMode="auto">
          <a:xfrm>
            <a:off x="839788" y="365125"/>
            <a:ext cx="10515600" cy="1325563"/>
          </a:xfrm>
        </p:spPr>
        <p:txBody>
          <a:bodyPr/>
          <a:lstStyle/>
          <a:p>
            <a:pPr>
              <a:defRPr/>
            </a:pPr>
            <a:r>
              <a:rPr lang="fr-FR"/>
              <a:t>Modifiez le style du titre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 bwMode="auto"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 lang="fr-FR"/>
              <a:t>Modifiez les styles du texte du masque</a:t>
            </a:r>
            <a:endParaRPr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 bwMode="auto">
          <a:xfrm>
            <a:off x="839788" y="2505074"/>
            <a:ext cx="5157787" cy="3684588"/>
          </a:xfrm>
        </p:spPr>
        <p:txBody>
          <a:bodyPr/>
          <a:lstStyle/>
          <a:p>
            <a:pPr lvl="0">
              <a:defRPr/>
            </a:pPr>
            <a:r>
              <a:rPr lang="fr-FR"/>
              <a:t>Modifiez les styles du texte du masque</a:t>
            </a:r>
            <a:endParaRPr/>
          </a:p>
          <a:p>
            <a:pPr lvl="1">
              <a:defRPr/>
            </a:pPr>
            <a:r>
              <a:rPr lang="fr-FR"/>
              <a:t>Deuxième niveau</a:t>
            </a:r>
            <a:endParaRPr/>
          </a:p>
          <a:p>
            <a:pPr lvl="2">
              <a:defRPr/>
            </a:pPr>
            <a:r>
              <a:rPr lang="fr-FR"/>
              <a:t>Troisième niveau</a:t>
            </a:r>
            <a:endParaRPr/>
          </a:p>
          <a:p>
            <a:pPr lvl="3">
              <a:defRPr/>
            </a:pPr>
            <a:r>
              <a:rPr lang="fr-FR"/>
              <a:t>Quatrième niveau</a:t>
            </a:r>
            <a:endParaRPr/>
          </a:p>
          <a:p>
            <a:pPr lvl="4">
              <a:defRPr/>
            </a:pPr>
            <a:r>
              <a:rPr lang="fr-FR"/>
              <a:t>Cinquième niveau</a:t>
            </a:r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 bwMode="auto"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 lang="fr-FR"/>
              <a:t>Modifiez les styles du texte du masque</a:t>
            </a:r>
            <a:endParaRPr/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 bwMode="auto">
          <a:xfrm>
            <a:off x="6172200" y="2505074"/>
            <a:ext cx="5183188" cy="3684588"/>
          </a:xfrm>
        </p:spPr>
        <p:txBody>
          <a:bodyPr/>
          <a:lstStyle/>
          <a:p>
            <a:pPr lvl="0">
              <a:defRPr/>
            </a:pPr>
            <a:r>
              <a:rPr lang="fr-FR"/>
              <a:t>Modifiez les styles du texte du masque</a:t>
            </a:r>
            <a:endParaRPr/>
          </a:p>
          <a:p>
            <a:pPr lvl="1">
              <a:defRPr/>
            </a:pPr>
            <a:r>
              <a:rPr lang="fr-FR"/>
              <a:t>Deuxième niveau</a:t>
            </a:r>
            <a:endParaRPr/>
          </a:p>
          <a:p>
            <a:pPr lvl="2">
              <a:defRPr/>
            </a:pPr>
            <a:r>
              <a:rPr lang="fr-FR"/>
              <a:t>Troisième niveau</a:t>
            </a:r>
            <a:endParaRPr/>
          </a:p>
          <a:p>
            <a:pPr lvl="3">
              <a:defRPr/>
            </a:pPr>
            <a:r>
              <a:rPr lang="fr-FR"/>
              <a:t>Quatrième niveau</a:t>
            </a:r>
            <a:endParaRPr/>
          </a:p>
          <a:p>
            <a:pPr lvl="4">
              <a:defRPr/>
            </a:pPr>
            <a:r>
              <a:rPr lang="fr-FR"/>
              <a:t>Cinquième niveau</a:t>
            </a:r>
          </a:p>
        </p:txBody>
      </p:sp>
      <p:sp>
        <p:nvSpPr>
          <p:cNvPr id="7" name="Espace réservé de la date 6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fr-FR"/>
              <a:t>12/06/2025</a:t>
            </a:fld>
            <a:endParaRPr lang="fr-FR" dirty="0"/>
          </a:p>
        </p:txBody>
      </p:sp>
      <p:sp>
        <p:nvSpPr>
          <p:cNvPr id="8" name="Espace réservé du pied de page 7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fr-FR" dirty="0"/>
          </a:p>
        </p:txBody>
      </p:sp>
      <p:sp>
        <p:nvSpPr>
          <p:cNvPr id="9" name="Espace réservé du numéro de diapositive 8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fr-FR"/>
              <a:t>‹N°›</a:t>
            </a:fld>
            <a:endParaRPr lang="fr-FR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itleOnly" preserve="1" userDrawn="1">
  <p:cSld name="Titre seul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fr-FR"/>
              <a:t>Modifiez le style du titre</a:t>
            </a:r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fr-FR"/>
              <a:t>12/06/2025</a:t>
            </a:fld>
            <a:endParaRPr lang="fr-FR" dirty="0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fr-FR" dirty="0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fr-FR"/>
              <a:t>‹N°›</a:t>
            </a:fld>
            <a:endParaRPr lang="fr-FR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blank" preserve="1" userDrawn="1">
  <p:cSld name="Vid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fr-FR"/>
              <a:t>12/06/2025</a:t>
            </a:fld>
            <a:endParaRPr lang="fr-FR" dirty="0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fr-FR"/>
              <a:t>‹N°›</a:t>
            </a:fld>
            <a:endParaRPr lang="fr-FR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objTx" preserve="1" userDrawn="1">
  <p:cSld name="Contenu avec légend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 bwMode="auto"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pPr>
              <a:defRPr/>
            </a:pPr>
            <a:r>
              <a:rPr lang="fr-FR"/>
              <a:t>Modifiez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 bwMode="auto"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>
              <a:defRPr/>
            </a:pPr>
            <a:r>
              <a:rPr lang="fr-FR"/>
              <a:t>Modifiez les styles du texte du masque</a:t>
            </a:r>
            <a:endParaRPr/>
          </a:p>
          <a:p>
            <a:pPr lvl="1">
              <a:defRPr/>
            </a:pPr>
            <a:r>
              <a:rPr lang="fr-FR"/>
              <a:t>Deuxième niveau</a:t>
            </a:r>
            <a:endParaRPr/>
          </a:p>
          <a:p>
            <a:pPr lvl="2">
              <a:defRPr/>
            </a:pPr>
            <a:r>
              <a:rPr lang="fr-FR"/>
              <a:t>Troisième niveau</a:t>
            </a:r>
            <a:endParaRPr/>
          </a:p>
          <a:p>
            <a:pPr lvl="3">
              <a:defRPr/>
            </a:pPr>
            <a:r>
              <a:rPr lang="fr-FR"/>
              <a:t>Quatrième niveau</a:t>
            </a:r>
            <a:endParaRPr/>
          </a:p>
          <a:p>
            <a:pPr lvl="4">
              <a:defRPr/>
            </a:pPr>
            <a:r>
              <a:rPr lang="fr-FR"/>
              <a:t>Cinquième niveau</a:t>
            </a:r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 bwMode="auto"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>
              <a:defRPr/>
            </a:pPr>
            <a:r>
              <a:rPr lang="fr-FR"/>
              <a:t>Modifiez les styles du texte du masque</a:t>
            </a:r>
            <a:endParaRPr/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fr-FR"/>
              <a:t>12/06/2025</a:t>
            </a:fld>
            <a:endParaRPr lang="fr-FR" dirty="0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fr-FR" dirty="0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fr-FR"/>
              <a:t>‹N°›</a:t>
            </a:fld>
            <a:endParaRPr lang="fr-FR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picTx" preserve="1" userDrawn="1">
  <p:cSld name="Image avec légend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 bwMode="auto"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pPr>
              <a:defRPr/>
            </a:pPr>
            <a:r>
              <a:rPr lang="fr-FR"/>
              <a:t>Modifiez le style du titre</a:t>
            </a:r>
          </a:p>
        </p:txBody>
      </p:sp>
      <p:sp>
        <p:nvSpPr>
          <p:cNvPr id="3" name="Espace réservé pour une image 2"/>
          <p:cNvSpPr>
            <a:spLocks noGrp="1" noChangeAspect="1"/>
          </p:cNvSpPr>
          <p:nvPr>
            <p:ph type="pic" idx="1"/>
          </p:nvPr>
        </p:nvSpPr>
        <p:spPr bwMode="auto"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>
              <a:defRPr/>
            </a:pPr>
            <a:r>
              <a:rPr lang="fr-FR" dirty="0"/>
              <a:t>Cliquez sur l'icône pour ajouter une image</a:t>
            </a:r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 bwMode="auto"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>
              <a:defRPr/>
            </a:pPr>
            <a:r>
              <a:rPr lang="fr-FR"/>
              <a:t>Modifiez les styles du texte du masque</a:t>
            </a:r>
            <a:endParaRPr/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fr-FR"/>
              <a:t>12/06/2025</a:t>
            </a:fld>
            <a:endParaRPr lang="fr-FR" dirty="0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fr-FR" dirty="0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fr-FR"/>
              <a:t>‹N°›</a:t>
            </a:fld>
            <a:endParaRPr lang="fr-FR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vertTx" preserve="1" userDrawn="1">
  <p:cSld name="Titre et texte vertical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fr-FR"/>
              <a:t>Modifiez le style du titre</a:t>
            </a:r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 bwMode="auto"/>
        <p:txBody>
          <a:bodyPr vert="eaVert"/>
          <a:lstStyle/>
          <a:p>
            <a:pPr lvl="0">
              <a:defRPr/>
            </a:pPr>
            <a:r>
              <a:rPr lang="fr-FR"/>
              <a:t>Modifiez les styles du texte du masque</a:t>
            </a:r>
            <a:endParaRPr/>
          </a:p>
          <a:p>
            <a:pPr lvl="1">
              <a:defRPr/>
            </a:pPr>
            <a:r>
              <a:rPr lang="fr-FR"/>
              <a:t>Deuxième niveau</a:t>
            </a:r>
            <a:endParaRPr/>
          </a:p>
          <a:p>
            <a:pPr lvl="2">
              <a:defRPr/>
            </a:pPr>
            <a:r>
              <a:rPr lang="fr-FR"/>
              <a:t>Troisième niveau</a:t>
            </a:r>
            <a:endParaRPr/>
          </a:p>
          <a:p>
            <a:pPr lvl="3">
              <a:defRPr/>
            </a:pPr>
            <a:r>
              <a:rPr lang="fr-FR"/>
              <a:t>Quatrième niveau</a:t>
            </a:r>
            <a:endParaRPr/>
          </a:p>
          <a:p>
            <a:pPr lvl="4">
              <a:defRPr/>
            </a:pPr>
            <a:r>
              <a:rPr lang="fr-FR"/>
              <a:t>Cinquième niveau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fr-FR"/>
              <a:t>12/06/2025</a:t>
            </a:fld>
            <a:endParaRPr lang="fr-FR" dirty="0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fr-FR" dirty="0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fr-FR"/>
              <a:t>‹N°›</a:t>
            </a:fld>
            <a:endParaRPr lang="fr-FR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vertTitleAndTx" preserve="1" userDrawn="1">
  <p:cSld name="Titre vertical et text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 bwMode="auto">
          <a:xfrm>
            <a:off x="8724900" y="365125"/>
            <a:ext cx="2628900" cy="5811838"/>
          </a:xfrm>
        </p:spPr>
        <p:txBody>
          <a:bodyPr vert="eaVert"/>
          <a:lstStyle/>
          <a:p>
            <a:pPr>
              <a:defRPr/>
            </a:pPr>
            <a:r>
              <a:rPr lang="fr-FR"/>
              <a:t>Modifiez le style du titre</a:t>
            </a:r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 bwMode="auto">
          <a:xfrm>
            <a:off x="838200" y="365125"/>
            <a:ext cx="7734300" cy="5811838"/>
          </a:xfrm>
        </p:spPr>
        <p:txBody>
          <a:bodyPr vert="eaVert"/>
          <a:lstStyle/>
          <a:p>
            <a:pPr lvl="0">
              <a:defRPr/>
            </a:pPr>
            <a:r>
              <a:rPr lang="fr-FR"/>
              <a:t>Modifiez les styles du texte du masque</a:t>
            </a:r>
            <a:endParaRPr/>
          </a:p>
          <a:p>
            <a:pPr lvl="1">
              <a:defRPr/>
            </a:pPr>
            <a:r>
              <a:rPr lang="fr-FR"/>
              <a:t>Deuxième niveau</a:t>
            </a:r>
            <a:endParaRPr/>
          </a:p>
          <a:p>
            <a:pPr lvl="2">
              <a:defRPr/>
            </a:pPr>
            <a:r>
              <a:rPr lang="fr-FR"/>
              <a:t>Troisième niveau</a:t>
            </a:r>
            <a:endParaRPr/>
          </a:p>
          <a:p>
            <a:pPr lvl="3">
              <a:defRPr/>
            </a:pPr>
            <a:r>
              <a:rPr lang="fr-FR"/>
              <a:t>Quatrième niveau</a:t>
            </a:r>
            <a:endParaRPr/>
          </a:p>
          <a:p>
            <a:pPr lvl="4">
              <a:defRPr/>
            </a:pPr>
            <a:r>
              <a:rPr lang="fr-FR"/>
              <a:t>Cinquième niveau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fr-FR"/>
              <a:t>12/06/2025</a:t>
            </a:fld>
            <a:endParaRPr lang="fr-FR" dirty="0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fr-FR" dirty="0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fr-FR"/>
              <a:t>‹N°›</a:t>
            </a:fld>
            <a:endParaRPr lang="fr-FR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black"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/>
          <p:cNvSpPr>
            <a:spLocks noGrp="1"/>
          </p:cNvSpPr>
          <p:nvPr>
            <p:ph type="title"/>
          </p:nvPr>
        </p:nvSpPr>
        <p:spPr bwMode="auto"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defRPr/>
            </a:pPr>
            <a:r>
              <a:rPr lang="fr-FR"/>
              <a:t>Modifiez le style du titre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 bwMode="auto"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>
              <a:defRPr/>
            </a:pPr>
            <a:r>
              <a:rPr lang="fr-FR"/>
              <a:t>Modifiez les styles du texte du masque</a:t>
            </a:r>
            <a:endParaRPr/>
          </a:p>
          <a:p>
            <a:pPr lvl="1">
              <a:defRPr/>
            </a:pPr>
            <a:r>
              <a:rPr lang="fr-FR"/>
              <a:t>Deuxième niveau</a:t>
            </a:r>
            <a:endParaRPr/>
          </a:p>
          <a:p>
            <a:pPr lvl="2">
              <a:defRPr/>
            </a:pPr>
            <a:r>
              <a:rPr lang="fr-FR"/>
              <a:t>Troisième niveau</a:t>
            </a:r>
            <a:endParaRPr/>
          </a:p>
          <a:p>
            <a:pPr lvl="3">
              <a:defRPr/>
            </a:pPr>
            <a:r>
              <a:rPr lang="fr-FR"/>
              <a:t>Quatrième niveau</a:t>
            </a:r>
            <a:endParaRPr/>
          </a:p>
          <a:p>
            <a:pPr lvl="4">
              <a:defRPr/>
            </a:pPr>
            <a:r>
              <a:rPr lang="fr-FR"/>
              <a:t>Cinquième niveau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2"/>
          </p:nvPr>
        </p:nvSpPr>
        <p:spPr bwMode="auto"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CC18F51-09EC-435C-A3BA-64A766E099C0}" type="datetimeFigureOut">
              <a:rPr lang="fr-FR"/>
              <a:t>12/06/2025</a:t>
            </a:fld>
            <a:endParaRPr lang="fr-FR" dirty="0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3"/>
          </p:nvPr>
        </p:nvSpPr>
        <p:spPr bwMode="auto"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fr-FR" dirty="0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4"/>
          </p:nvPr>
        </p:nvSpPr>
        <p:spPr bwMode="auto"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08395586-F03A-48D1-94DF-16B239DF4FB5}" type="slidenum">
              <a:rPr lang="fr-FR"/>
              <a:t>‹N°›</a:t>
            </a:fld>
            <a:endParaRPr lang="fr-FR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>
        <a:lnSpc>
          <a:spcPct val="90000"/>
        </a:lnSpc>
        <a:spcBef>
          <a:spcPts val="1000"/>
        </a:spcBef>
        <a:buFont typeface="Arial"/>
        <a:buChar char="•"/>
        <a:defRPr sz="28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4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7" Type="http://schemas.openxmlformats.org/officeDocument/2006/relationships/image" Target="../media/image2.png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.png"/><Relationship Id="rId5" Type="http://schemas.openxmlformats.org/officeDocument/2006/relationships/customXml" Target="../ink/ink1.xml"/><Relationship Id="rId4" Type="http://schemas.openxmlformats.org/officeDocument/2006/relationships/image" Target="../media/image9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image" Target="../media/image10.jpg"/><Relationship Id="rId7" Type="http://schemas.openxmlformats.org/officeDocument/2006/relationships/customXml" Target="../ink/ink3.xml"/><Relationship Id="rId12" Type="http://schemas.openxmlformats.org/officeDocument/2006/relationships/image" Target="../media/image1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.png"/><Relationship Id="rId11" Type="http://schemas.openxmlformats.org/officeDocument/2006/relationships/customXml" Target="../ink/ink5.xml"/><Relationship Id="rId5" Type="http://schemas.openxmlformats.org/officeDocument/2006/relationships/customXml" Target="../ink/ink2.xml"/><Relationship Id="rId10" Type="http://schemas.openxmlformats.org/officeDocument/2006/relationships/image" Target="../media/image13.png"/><Relationship Id="rId4" Type="http://schemas.openxmlformats.org/officeDocument/2006/relationships/image" Target="../media/image2.png"/><Relationship Id="rId9" Type="http://schemas.openxmlformats.org/officeDocument/2006/relationships/customXml" Target="../ink/ink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6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7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8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9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0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3.xml"/><Relationship Id="rId7" Type="http://schemas.microsoft.com/office/2007/relationships/diagramDrawing" Target="../diagrams/drawing3.xml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3.xml"/><Relationship Id="rId5" Type="http://schemas.openxmlformats.org/officeDocument/2006/relationships/diagramQuickStyle" Target="../diagrams/quickStyle3.xml"/><Relationship Id="rId4" Type="http://schemas.openxmlformats.org/officeDocument/2006/relationships/diagramLayout" Target="../diagrams/layout3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.png"/><Relationship Id="rId5" Type="http://schemas.openxmlformats.org/officeDocument/2006/relationships/image" Target="../media/image24.jpeg"/><Relationship Id="rId4" Type="http://schemas.openxmlformats.org/officeDocument/2006/relationships/image" Target="../media/image23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image" Target="../media/image38.png"/><Relationship Id="rId13" Type="http://schemas.openxmlformats.org/officeDocument/2006/relationships/image" Target="../media/image43.png"/><Relationship Id="rId3" Type="http://schemas.openxmlformats.org/officeDocument/2006/relationships/image" Target="../media/image33.jpeg"/><Relationship Id="rId7" Type="http://schemas.openxmlformats.org/officeDocument/2006/relationships/image" Target="../media/image37.png"/><Relationship Id="rId12" Type="http://schemas.openxmlformats.org/officeDocument/2006/relationships/image" Target="../media/image42.png"/><Relationship Id="rId2" Type="http://schemas.openxmlformats.org/officeDocument/2006/relationships/notesSlide" Target="../notesSlides/notesSlide13.xml"/><Relationship Id="rId16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6.png"/><Relationship Id="rId11" Type="http://schemas.openxmlformats.org/officeDocument/2006/relationships/image" Target="../media/image41.png"/><Relationship Id="rId5" Type="http://schemas.openxmlformats.org/officeDocument/2006/relationships/image" Target="../media/image35.png"/><Relationship Id="rId15" Type="http://schemas.openxmlformats.org/officeDocument/2006/relationships/image" Target="../media/image45.png"/><Relationship Id="rId10" Type="http://schemas.openxmlformats.org/officeDocument/2006/relationships/image" Target="../media/image40.png"/><Relationship Id="rId4" Type="http://schemas.openxmlformats.org/officeDocument/2006/relationships/image" Target="../media/image34.png"/><Relationship Id="rId9" Type="http://schemas.openxmlformats.org/officeDocument/2006/relationships/image" Target="../media/image39.png"/><Relationship Id="rId14" Type="http://schemas.openxmlformats.org/officeDocument/2006/relationships/image" Target="../media/image44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7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8.jp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9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.png"/><Relationship Id="rId4" Type="http://schemas.openxmlformats.org/officeDocument/2006/relationships/image" Target="../media/image1.jpeg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55647898" name="Rectangle 1855647897">
            <a:extLst>
              <a:ext uri="{FF2B5EF4-FFF2-40B4-BE49-F238E27FC236}">
                <a16:creationId xmlns:a16="http://schemas.microsoft.com/office/drawing/2014/main" id="{9B37791B-B040-4694-BFDC-8DD132D86E8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855647900" name="Group 1855647899">
            <a:extLst>
              <a:ext uri="{FF2B5EF4-FFF2-40B4-BE49-F238E27FC236}">
                <a16:creationId xmlns:a16="http://schemas.microsoft.com/office/drawing/2014/main" id="{4B2AE301-8298-47C2-81FA-781BA50D993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3296011"/>
            <a:ext cx="12192000" cy="3561989"/>
            <a:chOff x="0" y="3296011"/>
            <a:chExt cx="12192000" cy="3561989"/>
          </a:xfrm>
          <a:effectLst>
            <a:outerShdw blurRad="254000" dist="152400" dir="16200000" rotWithShape="0">
              <a:prstClr val="black">
                <a:alpha val="10000"/>
              </a:prstClr>
            </a:outerShdw>
          </a:effectLst>
        </p:grpSpPr>
        <p:grpSp>
          <p:nvGrpSpPr>
            <p:cNvPr id="1855647901" name="Group 1855647900">
              <a:extLst>
                <a:ext uri="{FF2B5EF4-FFF2-40B4-BE49-F238E27FC236}">
                  <a16:creationId xmlns:a16="http://schemas.microsoft.com/office/drawing/2014/main" id="{68DBE596-692C-4777-8933-9D5BB8533B3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>
              <a:off x="0" y="3681702"/>
              <a:ext cx="12192000" cy="3176298"/>
              <a:chOff x="0" y="3681702"/>
              <a:chExt cx="12192000" cy="3176298"/>
            </a:xfrm>
          </p:grpSpPr>
          <p:sp>
            <p:nvSpPr>
              <p:cNvPr id="1855647905" name="Freeform: Shape 1855647904">
                <a:extLst>
                  <a:ext uri="{FF2B5EF4-FFF2-40B4-BE49-F238E27FC236}">
                    <a16:creationId xmlns:a16="http://schemas.microsoft.com/office/drawing/2014/main" id="{9C38783D-8606-4709-8C6F-69DE0EF81613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0" y="3681702"/>
                <a:ext cx="12192000" cy="3176298"/>
              </a:xfrm>
              <a:custGeom>
                <a:avLst/>
                <a:gdLst>
                  <a:gd name="connsiteX0" fmla="*/ 12192000 w 12192000"/>
                  <a:gd name="connsiteY0" fmla="*/ 0 h 3176298"/>
                  <a:gd name="connsiteX1" fmla="*/ 12192000 w 12192000"/>
                  <a:gd name="connsiteY1" fmla="*/ 3176298 h 3176298"/>
                  <a:gd name="connsiteX2" fmla="*/ 0 w 12192000"/>
                  <a:gd name="connsiteY2" fmla="*/ 3176298 h 3176298"/>
                  <a:gd name="connsiteX3" fmla="*/ 0 w 12192000"/>
                  <a:gd name="connsiteY3" fmla="*/ 2264980 h 3176298"/>
                  <a:gd name="connsiteX4" fmla="*/ 544 w 12192000"/>
                  <a:gd name="connsiteY4" fmla="*/ 2264980 h 3176298"/>
                  <a:gd name="connsiteX5" fmla="*/ 544 w 12192000"/>
                  <a:gd name="connsiteY5" fmla="*/ 2392219 h 3176298"/>
                  <a:gd name="connsiteX6" fmla="*/ 61197 w 12192000"/>
                  <a:gd name="connsiteY6" fmla="*/ 2387448 h 3176298"/>
                  <a:gd name="connsiteX7" fmla="*/ 119613 w 12192000"/>
                  <a:gd name="connsiteY7" fmla="*/ 2369945 h 3176298"/>
                  <a:gd name="connsiteX8" fmla="*/ 172384 w 12192000"/>
                  <a:gd name="connsiteY8" fmla="*/ 2347084 h 3176298"/>
                  <a:gd name="connsiteX9" fmla="*/ 274873 w 12192000"/>
                  <a:gd name="connsiteY9" fmla="*/ 2336988 h 3176298"/>
                  <a:gd name="connsiteX10" fmla="*/ 307259 w 12192000"/>
                  <a:gd name="connsiteY10" fmla="*/ 2331461 h 3176298"/>
                  <a:gd name="connsiteX11" fmla="*/ 394511 w 12192000"/>
                  <a:gd name="connsiteY11" fmla="*/ 2308601 h 3176298"/>
                  <a:gd name="connsiteX12" fmla="*/ 494337 w 12192000"/>
                  <a:gd name="connsiteY12" fmla="*/ 2268213 h 3176298"/>
                  <a:gd name="connsiteX13" fmla="*/ 546917 w 12192000"/>
                  <a:gd name="connsiteY13" fmla="*/ 2283264 h 3176298"/>
                  <a:gd name="connsiteX14" fmla="*/ 730754 w 12192000"/>
                  <a:gd name="connsiteY14" fmla="*/ 2240780 h 3176298"/>
                  <a:gd name="connsiteX15" fmla="*/ 785432 w 12192000"/>
                  <a:gd name="connsiteY15" fmla="*/ 2218682 h 3176298"/>
                  <a:gd name="connsiteX16" fmla="*/ 801053 w 12192000"/>
                  <a:gd name="connsiteY16" fmla="*/ 2204013 h 3176298"/>
                  <a:gd name="connsiteX17" fmla="*/ 858205 w 12192000"/>
                  <a:gd name="connsiteY17" fmla="*/ 2169532 h 3176298"/>
                  <a:gd name="connsiteX18" fmla="*/ 949646 w 12192000"/>
                  <a:gd name="connsiteY18" fmla="*/ 2157340 h 3176298"/>
                  <a:gd name="connsiteX19" fmla="*/ 960887 w 12192000"/>
                  <a:gd name="connsiteY19" fmla="*/ 2150099 h 3176298"/>
                  <a:gd name="connsiteX20" fmla="*/ 977653 w 12192000"/>
                  <a:gd name="connsiteY20" fmla="*/ 2138480 h 3176298"/>
                  <a:gd name="connsiteX21" fmla="*/ 1071762 w 12192000"/>
                  <a:gd name="connsiteY21" fmla="*/ 2117905 h 3176298"/>
                  <a:gd name="connsiteX22" fmla="*/ 1092527 w 12192000"/>
                  <a:gd name="connsiteY22" fmla="*/ 2111428 h 3176298"/>
                  <a:gd name="connsiteX23" fmla="*/ 1109865 w 12192000"/>
                  <a:gd name="connsiteY23" fmla="*/ 2100568 h 3176298"/>
                  <a:gd name="connsiteX24" fmla="*/ 1162823 w 12192000"/>
                  <a:gd name="connsiteY24" fmla="*/ 2075613 h 3176298"/>
                  <a:gd name="connsiteX25" fmla="*/ 1206641 w 12192000"/>
                  <a:gd name="connsiteY25" fmla="*/ 2074851 h 3176298"/>
                  <a:gd name="connsiteX26" fmla="*/ 1267411 w 12192000"/>
                  <a:gd name="connsiteY26" fmla="*/ 2060753 h 3176298"/>
                  <a:gd name="connsiteX27" fmla="*/ 1380762 w 12192000"/>
                  <a:gd name="connsiteY27" fmla="*/ 2046847 h 3176298"/>
                  <a:gd name="connsiteX28" fmla="*/ 1404006 w 12192000"/>
                  <a:gd name="connsiteY28" fmla="*/ 2038844 h 3176298"/>
                  <a:gd name="connsiteX29" fmla="*/ 1544598 w 12192000"/>
                  <a:gd name="connsiteY29" fmla="*/ 2000932 h 3176298"/>
                  <a:gd name="connsiteX30" fmla="*/ 1657188 w 12192000"/>
                  <a:gd name="connsiteY30" fmla="*/ 2001697 h 3176298"/>
                  <a:gd name="connsiteX31" fmla="*/ 1665950 w 12192000"/>
                  <a:gd name="connsiteY31" fmla="*/ 2003411 h 3176298"/>
                  <a:gd name="connsiteX32" fmla="*/ 1709006 w 12192000"/>
                  <a:gd name="connsiteY32" fmla="*/ 2015983 h 3176298"/>
                  <a:gd name="connsiteX33" fmla="*/ 1775684 w 12192000"/>
                  <a:gd name="connsiteY33" fmla="*/ 2012555 h 3176298"/>
                  <a:gd name="connsiteX34" fmla="*/ 1821596 w 12192000"/>
                  <a:gd name="connsiteY34" fmla="*/ 1995218 h 3176298"/>
                  <a:gd name="connsiteX35" fmla="*/ 1878748 w 12192000"/>
                  <a:gd name="connsiteY35" fmla="*/ 1994457 h 3176298"/>
                  <a:gd name="connsiteX36" fmla="*/ 1944092 w 12192000"/>
                  <a:gd name="connsiteY36" fmla="*/ 2005315 h 3176298"/>
                  <a:gd name="connsiteX37" fmla="*/ 1973429 w 12192000"/>
                  <a:gd name="connsiteY37" fmla="*/ 2007601 h 3176298"/>
                  <a:gd name="connsiteX38" fmla="*/ 2054013 w 12192000"/>
                  <a:gd name="connsiteY38" fmla="*/ 2030082 h 3176298"/>
                  <a:gd name="connsiteX39" fmla="*/ 2102021 w 12192000"/>
                  <a:gd name="connsiteY39" fmla="*/ 2024557 h 3176298"/>
                  <a:gd name="connsiteX40" fmla="*/ 2149267 w 12192000"/>
                  <a:gd name="connsiteY40" fmla="*/ 2009697 h 3176298"/>
                  <a:gd name="connsiteX41" fmla="*/ 2179556 w 12192000"/>
                  <a:gd name="connsiteY41" fmla="*/ 1995409 h 3176298"/>
                  <a:gd name="connsiteX42" fmla="*/ 2240710 w 12192000"/>
                  <a:gd name="connsiteY42" fmla="*/ 1985312 h 3176298"/>
                  <a:gd name="connsiteX43" fmla="*/ 2251948 w 12192000"/>
                  <a:gd name="connsiteY43" fmla="*/ 1986836 h 3176298"/>
                  <a:gd name="connsiteX44" fmla="*/ 2434456 w 12192000"/>
                  <a:gd name="connsiteY44" fmla="*/ 1999410 h 3176298"/>
                  <a:gd name="connsiteX45" fmla="*/ 2506847 w 12192000"/>
                  <a:gd name="connsiteY45" fmla="*/ 2019603 h 3176298"/>
                  <a:gd name="connsiteX46" fmla="*/ 2522279 w 12192000"/>
                  <a:gd name="connsiteY46" fmla="*/ 2022080 h 3176298"/>
                  <a:gd name="connsiteX47" fmla="*/ 2676398 w 12192000"/>
                  <a:gd name="connsiteY47" fmla="*/ 2044751 h 3176298"/>
                  <a:gd name="connsiteX48" fmla="*/ 2693543 w 12192000"/>
                  <a:gd name="connsiteY48" fmla="*/ 2045703 h 3176298"/>
                  <a:gd name="connsiteX49" fmla="*/ 2741360 w 12192000"/>
                  <a:gd name="connsiteY49" fmla="*/ 2041701 h 3176298"/>
                  <a:gd name="connsiteX50" fmla="*/ 2854140 w 12192000"/>
                  <a:gd name="connsiteY50" fmla="*/ 2082851 h 3176298"/>
                  <a:gd name="connsiteX51" fmla="*/ 2967110 w 12192000"/>
                  <a:gd name="connsiteY51" fmla="*/ 2096949 h 3176298"/>
                  <a:gd name="connsiteX52" fmla="*/ 3029216 w 12192000"/>
                  <a:gd name="connsiteY52" fmla="*/ 2096757 h 3176298"/>
                  <a:gd name="connsiteX53" fmla="*/ 3073604 w 12192000"/>
                  <a:gd name="connsiteY53" fmla="*/ 2106856 h 3176298"/>
                  <a:gd name="connsiteX54" fmla="*/ 3182763 w 12192000"/>
                  <a:gd name="connsiteY54" fmla="*/ 2137527 h 3176298"/>
                  <a:gd name="connsiteX55" fmla="*/ 3234202 w 12192000"/>
                  <a:gd name="connsiteY55" fmla="*/ 2142289 h 3176298"/>
                  <a:gd name="connsiteX56" fmla="*/ 3288877 w 12192000"/>
                  <a:gd name="connsiteY56" fmla="*/ 2152578 h 3176298"/>
                  <a:gd name="connsiteX57" fmla="*/ 3424135 w 12192000"/>
                  <a:gd name="connsiteY57" fmla="*/ 2198680 h 3176298"/>
                  <a:gd name="connsiteX58" fmla="*/ 3534629 w 12192000"/>
                  <a:gd name="connsiteY58" fmla="*/ 2196013 h 3176298"/>
                  <a:gd name="connsiteX59" fmla="*/ 3605116 w 12192000"/>
                  <a:gd name="connsiteY59" fmla="*/ 2196583 h 3176298"/>
                  <a:gd name="connsiteX60" fmla="*/ 3689131 w 12192000"/>
                  <a:gd name="connsiteY60" fmla="*/ 2211824 h 3176298"/>
                  <a:gd name="connsiteX61" fmla="*/ 3757902 w 12192000"/>
                  <a:gd name="connsiteY61" fmla="*/ 2234114 h 3176298"/>
                  <a:gd name="connsiteX62" fmla="*/ 3852966 w 12192000"/>
                  <a:gd name="connsiteY62" fmla="*/ 2251831 h 3176298"/>
                  <a:gd name="connsiteX63" fmla="*/ 3947648 w 12192000"/>
                  <a:gd name="connsiteY63" fmla="*/ 2285932 h 3176298"/>
                  <a:gd name="connsiteX64" fmla="*/ 4013753 w 12192000"/>
                  <a:gd name="connsiteY64" fmla="*/ 2312031 h 3176298"/>
                  <a:gd name="connsiteX65" fmla="*/ 4105766 w 12192000"/>
                  <a:gd name="connsiteY65" fmla="*/ 2335082 h 3176298"/>
                  <a:gd name="connsiteX66" fmla="*/ 4246551 w 12192000"/>
                  <a:gd name="connsiteY66" fmla="*/ 2351274 h 3176298"/>
                  <a:gd name="connsiteX67" fmla="*/ 4311323 w 12192000"/>
                  <a:gd name="connsiteY67" fmla="*/ 2352991 h 3176298"/>
                  <a:gd name="connsiteX68" fmla="*/ 4413817 w 12192000"/>
                  <a:gd name="connsiteY68" fmla="*/ 2390899 h 3176298"/>
                  <a:gd name="connsiteX69" fmla="*/ 4457632 w 12192000"/>
                  <a:gd name="connsiteY69" fmla="*/ 2409188 h 3176298"/>
                  <a:gd name="connsiteX70" fmla="*/ 4497068 w 12192000"/>
                  <a:gd name="connsiteY70" fmla="*/ 2393947 h 3176298"/>
                  <a:gd name="connsiteX71" fmla="*/ 4522596 w 12192000"/>
                  <a:gd name="connsiteY71" fmla="*/ 2376421 h 3176298"/>
                  <a:gd name="connsiteX72" fmla="*/ 4603368 w 12192000"/>
                  <a:gd name="connsiteY72" fmla="*/ 2391282 h 3176298"/>
                  <a:gd name="connsiteX73" fmla="*/ 4689098 w 12192000"/>
                  <a:gd name="connsiteY73" fmla="*/ 2406903 h 3176298"/>
                  <a:gd name="connsiteX74" fmla="*/ 4719697 w 12192000"/>
                  <a:gd name="connsiteY74" fmla="*/ 2413428 h 3176298"/>
                  <a:gd name="connsiteX75" fmla="*/ 4726469 w 12192000"/>
                  <a:gd name="connsiteY75" fmla="*/ 2414298 h 3176298"/>
                  <a:gd name="connsiteX76" fmla="*/ 4785776 w 12192000"/>
                  <a:gd name="connsiteY76" fmla="*/ 2414298 h 3176298"/>
                  <a:gd name="connsiteX77" fmla="*/ 4788661 w 12192000"/>
                  <a:gd name="connsiteY77" fmla="*/ 2414047 h 3176298"/>
                  <a:gd name="connsiteX78" fmla="*/ 4827024 w 12192000"/>
                  <a:gd name="connsiteY78" fmla="*/ 2408999 h 3176298"/>
                  <a:gd name="connsiteX79" fmla="*/ 4887415 w 12192000"/>
                  <a:gd name="connsiteY79" fmla="*/ 2405570 h 3176298"/>
                  <a:gd name="connsiteX80" fmla="*/ 4936184 w 12192000"/>
                  <a:gd name="connsiteY80" fmla="*/ 2395853 h 3176298"/>
                  <a:gd name="connsiteX81" fmla="*/ 4953328 w 12192000"/>
                  <a:gd name="connsiteY81" fmla="*/ 2390138 h 3176298"/>
                  <a:gd name="connsiteX82" fmla="*/ 5089162 w 12192000"/>
                  <a:gd name="connsiteY82" fmla="*/ 2345560 h 3176298"/>
                  <a:gd name="connsiteX83" fmla="*/ 5234326 w 12192000"/>
                  <a:gd name="connsiteY83" fmla="*/ 2309935 h 3176298"/>
                  <a:gd name="connsiteX84" fmla="*/ 5328438 w 12192000"/>
                  <a:gd name="connsiteY84" fmla="*/ 2332416 h 3176298"/>
                  <a:gd name="connsiteX85" fmla="*/ 5363491 w 12192000"/>
                  <a:gd name="connsiteY85" fmla="*/ 2332034 h 3176298"/>
                  <a:gd name="connsiteX86" fmla="*/ 5524660 w 12192000"/>
                  <a:gd name="connsiteY86" fmla="*/ 2337178 h 3176298"/>
                  <a:gd name="connsiteX87" fmla="*/ 5553045 w 12192000"/>
                  <a:gd name="connsiteY87" fmla="*/ 2342701 h 3176298"/>
                  <a:gd name="connsiteX88" fmla="*/ 5706401 w 12192000"/>
                  <a:gd name="connsiteY88" fmla="*/ 2320032 h 3176298"/>
                  <a:gd name="connsiteX89" fmla="*/ 5762029 w 12192000"/>
                  <a:gd name="connsiteY89" fmla="*/ 2316221 h 3176298"/>
                  <a:gd name="connsiteX90" fmla="*/ 5813276 w 12192000"/>
                  <a:gd name="connsiteY90" fmla="*/ 2309935 h 3176298"/>
                  <a:gd name="connsiteX91" fmla="*/ 5884906 w 12192000"/>
                  <a:gd name="connsiteY91" fmla="*/ 2308411 h 3176298"/>
                  <a:gd name="connsiteX92" fmla="*/ 5959204 w 12192000"/>
                  <a:gd name="connsiteY92" fmla="*/ 2311269 h 3176298"/>
                  <a:gd name="connsiteX93" fmla="*/ 6042072 w 12192000"/>
                  <a:gd name="connsiteY93" fmla="*/ 2310697 h 3176298"/>
                  <a:gd name="connsiteX94" fmla="*/ 6074842 w 12192000"/>
                  <a:gd name="connsiteY94" fmla="*/ 2305745 h 3176298"/>
                  <a:gd name="connsiteX95" fmla="*/ 6163425 w 12192000"/>
                  <a:gd name="connsiteY95" fmla="*/ 2309172 h 3176298"/>
                  <a:gd name="connsiteX96" fmla="*/ 6209909 w 12192000"/>
                  <a:gd name="connsiteY96" fmla="*/ 2303459 h 3176298"/>
                  <a:gd name="connsiteX97" fmla="*/ 6286493 w 12192000"/>
                  <a:gd name="connsiteY97" fmla="*/ 2302315 h 3176298"/>
                  <a:gd name="connsiteX98" fmla="*/ 6311449 w 12192000"/>
                  <a:gd name="connsiteY98" fmla="*/ 2300980 h 3176298"/>
                  <a:gd name="connsiteX99" fmla="*/ 6333739 w 12192000"/>
                  <a:gd name="connsiteY99" fmla="*/ 2300218 h 3176298"/>
                  <a:gd name="connsiteX100" fmla="*/ 6410131 w 12192000"/>
                  <a:gd name="connsiteY100" fmla="*/ 2315841 h 3176298"/>
                  <a:gd name="connsiteX101" fmla="*/ 6477951 w 12192000"/>
                  <a:gd name="connsiteY101" fmla="*/ 2316793 h 3176298"/>
                  <a:gd name="connsiteX102" fmla="*/ 6596828 w 12192000"/>
                  <a:gd name="connsiteY102" fmla="*/ 2329368 h 3176298"/>
                  <a:gd name="connsiteX103" fmla="*/ 6623118 w 12192000"/>
                  <a:gd name="connsiteY103" fmla="*/ 2324985 h 3176298"/>
                  <a:gd name="connsiteX104" fmla="*/ 6705417 w 12192000"/>
                  <a:gd name="connsiteY104" fmla="*/ 2323272 h 3176298"/>
                  <a:gd name="connsiteX105" fmla="*/ 6752283 w 12192000"/>
                  <a:gd name="connsiteY105" fmla="*/ 2321937 h 3176298"/>
                  <a:gd name="connsiteX106" fmla="*/ 6810195 w 12192000"/>
                  <a:gd name="connsiteY106" fmla="*/ 2331082 h 3176298"/>
                  <a:gd name="connsiteX107" fmla="*/ 6910782 w 12192000"/>
                  <a:gd name="connsiteY107" fmla="*/ 2350512 h 3176298"/>
                  <a:gd name="connsiteX108" fmla="*/ 6937263 w 12192000"/>
                  <a:gd name="connsiteY108" fmla="*/ 2353561 h 3176298"/>
                  <a:gd name="connsiteX109" fmla="*/ 6985653 w 12192000"/>
                  <a:gd name="connsiteY109" fmla="*/ 2362897 h 3176298"/>
                  <a:gd name="connsiteX110" fmla="*/ 6994415 w 12192000"/>
                  <a:gd name="connsiteY110" fmla="*/ 2364611 h 3176298"/>
                  <a:gd name="connsiteX111" fmla="*/ 7068141 w 12192000"/>
                  <a:gd name="connsiteY111" fmla="*/ 2388234 h 3176298"/>
                  <a:gd name="connsiteX112" fmla="*/ 7106432 w 12192000"/>
                  <a:gd name="connsiteY112" fmla="*/ 2390138 h 3176298"/>
                  <a:gd name="connsiteX113" fmla="*/ 7216547 w 12192000"/>
                  <a:gd name="connsiteY113" fmla="*/ 2390330 h 3176298"/>
                  <a:gd name="connsiteX114" fmla="*/ 7263220 w 12192000"/>
                  <a:gd name="connsiteY114" fmla="*/ 2386709 h 3176298"/>
                  <a:gd name="connsiteX115" fmla="*/ 7375428 w 12192000"/>
                  <a:gd name="connsiteY115" fmla="*/ 2372803 h 3176298"/>
                  <a:gd name="connsiteX116" fmla="*/ 7445916 w 12192000"/>
                  <a:gd name="connsiteY116" fmla="*/ 2365945 h 3176298"/>
                  <a:gd name="connsiteX117" fmla="*/ 7526880 w 12192000"/>
                  <a:gd name="connsiteY117" fmla="*/ 2355084 h 3176298"/>
                  <a:gd name="connsiteX118" fmla="*/ 7619655 w 12192000"/>
                  <a:gd name="connsiteY118" fmla="*/ 2348226 h 3176298"/>
                  <a:gd name="connsiteX119" fmla="*/ 7788636 w 12192000"/>
                  <a:gd name="connsiteY119" fmla="*/ 2327461 h 3176298"/>
                  <a:gd name="connsiteX120" fmla="*/ 7952280 w 12192000"/>
                  <a:gd name="connsiteY120" fmla="*/ 2305935 h 3176298"/>
                  <a:gd name="connsiteX121" fmla="*/ 8019339 w 12192000"/>
                  <a:gd name="connsiteY121" fmla="*/ 2286884 h 3176298"/>
                  <a:gd name="connsiteX122" fmla="*/ 8137835 w 12192000"/>
                  <a:gd name="connsiteY122" fmla="*/ 2259832 h 3176298"/>
                  <a:gd name="connsiteX123" fmla="*/ 8189651 w 12192000"/>
                  <a:gd name="connsiteY123" fmla="*/ 2243639 h 3176298"/>
                  <a:gd name="connsiteX124" fmla="*/ 8313671 w 12192000"/>
                  <a:gd name="connsiteY124" fmla="*/ 2209920 h 3176298"/>
                  <a:gd name="connsiteX125" fmla="*/ 8459979 w 12192000"/>
                  <a:gd name="connsiteY125" fmla="*/ 2158864 h 3176298"/>
                  <a:gd name="connsiteX126" fmla="*/ 8516369 w 12192000"/>
                  <a:gd name="connsiteY126" fmla="*/ 2144003 h 3176298"/>
                  <a:gd name="connsiteX127" fmla="*/ 8657726 w 12192000"/>
                  <a:gd name="connsiteY127" fmla="*/ 2106284 h 3176298"/>
                  <a:gd name="connsiteX128" fmla="*/ 8711448 w 12192000"/>
                  <a:gd name="connsiteY128" fmla="*/ 2098664 h 3176298"/>
                  <a:gd name="connsiteX129" fmla="*/ 8772219 w 12192000"/>
                  <a:gd name="connsiteY129" fmla="*/ 2082280 h 3176298"/>
                  <a:gd name="connsiteX130" fmla="*/ 8845565 w 12192000"/>
                  <a:gd name="connsiteY130" fmla="*/ 2053705 h 3176298"/>
                  <a:gd name="connsiteX131" fmla="*/ 8967871 w 12192000"/>
                  <a:gd name="connsiteY131" fmla="*/ 2011221 h 3176298"/>
                  <a:gd name="connsiteX132" fmla="*/ 9015878 w 12192000"/>
                  <a:gd name="connsiteY132" fmla="*/ 2001124 h 3176298"/>
                  <a:gd name="connsiteX133" fmla="*/ 9234579 w 12192000"/>
                  <a:gd name="connsiteY133" fmla="*/ 1935209 h 3176298"/>
                  <a:gd name="connsiteX134" fmla="*/ 9346597 w 12192000"/>
                  <a:gd name="connsiteY134" fmla="*/ 1896917 h 3176298"/>
                  <a:gd name="connsiteX135" fmla="*/ 9416321 w 12192000"/>
                  <a:gd name="connsiteY135" fmla="*/ 1880724 h 3176298"/>
                  <a:gd name="connsiteX136" fmla="*/ 9477283 w 12192000"/>
                  <a:gd name="connsiteY136" fmla="*/ 1856149 h 3176298"/>
                  <a:gd name="connsiteX137" fmla="*/ 9666265 w 12192000"/>
                  <a:gd name="connsiteY137" fmla="*/ 1787186 h 3176298"/>
                  <a:gd name="connsiteX138" fmla="*/ 9754088 w 12192000"/>
                  <a:gd name="connsiteY138" fmla="*/ 1741464 h 3176298"/>
                  <a:gd name="connsiteX139" fmla="*/ 9899446 w 12192000"/>
                  <a:gd name="connsiteY139" fmla="*/ 1656880 h 3176298"/>
                  <a:gd name="connsiteX140" fmla="*/ 9993175 w 12192000"/>
                  <a:gd name="connsiteY140" fmla="*/ 1576487 h 3176298"/>
                  <a:gd name="connsiteX141" fmla="*/ 10044230 w 12192000"/>
                  <a:gd name="connsiteY141" fmla="*/ 1540480 h 3176298"/>
                  <a:gd name="connsiteX142" fmla="*/ 10131863 w 12192000"/>
                  <a:gd name="connsiteY142" fmla="*/ 1485613 h 3176298"/>
                  <a:gd name="connsiteX143" fmla="*/ 10242357 w 12192000"/>
                  <a:gd name="connsiteY143" fmla="*/ 1410555 h 3176298"/>
                  <a:gd name="connsiteX144" fmla="*/ 10363709 w 12192000"/>
                  <a:gd name="connsiteY144" fmla="*/ 1359499 h 3176298"/>
                  <a:gd name="connsiteX145" fmla="*/ 10428291 w 12192000"/>
                  <a:gd name="connsiteY145" fmla="*/ 1314920 h 3176298"/>
                  <a:gd name="connsiteX146" fmla="*/ 10490969 w 12192000"/>
                  <a:gd name="connsiteY146" fmla="*/ 1267104 h 3176298"/>
                  <a:gd name="connsiteX147" fmla="*/ 10523354 w 12192000"/>
                  <a:gd name="connsiteY147" fmla="*/ 1238337 h 3176298"/>
                  <a:gd name="connsiteX148" fmla="*/ 10590031 w 12192000"/>
                  <a:gd name="connsiteY148" fmla="*/ 1191664 h 3176298"/>
                  <a:gd name="connsiteX149" fmla="*/ 10656519 w 12192000"/>
                  <a:gd name="connsiteY149" fmla="*/ 1156038 h 3176298"/>
                  <a:gd name="connsiteX150" fmla="*/ 10703573 w 12192000"/>
                  <a:gd name="connsiteY150" fmla="*/ 1120603 h 3176298"/>
                  <a:gd name="connsiteX151" fmla="*/ 10764534 w 12192000"/>
                  <a:gd name="connsiteY151" fmla="*/ 1067643 h 3176298"/>
                  <a:gd name="connsiteX152" fmla="*/ 10850453 w 12192000"/>
                  <a:gd name="connsiteY152" fmla="*/ 1014301 h 3176298"/>
                  <a:gd name="connsiteX153" fmla="*/ 10929704 w 12192000"/>
                  <a:gd name="connsiteY153" fmla="*/ 980201 h 3176298"/>
                  <a:gd name="connsiteX154" fmla="*/ 10967423 w 12192000"/>
                  <a:gd name="connsiteY154" fmla="*/ 930289 h 3176298"/>
                  <a:gd name="connsiteX155" fmla="*/ 11058869 w 12192000"/>
                  <a:gd name="connsiteY155" fmla="*/ 838084 h 3176298"/>
                  <a:gd name="connsiteX156" fmla="*/ 11172600 w 12192000"/>
                  <a:gd name="connsiteY156" fmla="*/ 762834 h 3176298"/>
                  <a:gd name="connsiteX157" fmla="*/ 11275283 w 12192000"/>
                  <a:gd name="connsiteY157" fmla="*/ 673676 h 3176298"/>
                  <a:gd name="connsiteX158" fmla="*/ 11320623 w 12192000"/>
                  <a:gd name="connsiteY158" fmla="*/ 639195 h 3176298"/>
                  <a:gd name="connsiteX159" fmla="*/ 11374346 w 12192000"/>
                  <a:gd name="connsiteY159" fmla="*/ 601664 h 3176298"/>
                  <a:gd name="connsiteX160" fmla="*/ 11448453 w 12192000"/>
                  <a:gd name="connsiteY160" fmla="*/ 567755 h 3176298"/>
                  <a:gd name="connsiteX161" fmla="*/ 11532275 w 12192000"/>
                  <a:gd name="connsiteY161" fmla="*/ 522605 h 3176298"/>
                  <a:gd name="connsiteX162" fmla="*/ 11562947 w 12192000"/>
                  <a:gd name="connsiteY162" fmla="*/ 486598 h 3176298"/>
                  <a:gd name="connsiteX163" fmla="*/ 11672489 w 12192000"/>
                  <a:gd name="connsiteY163" fmla="*/ 335337 h 3176298"/>
                  <a:gd name="connsiteX164" fmla="*/ 11821656 w 12192000"/>
                  <a:gd name="connsiteY164" fmla="*/ 207889 h 3176298"/>
                  <a:gd name="connsiteX165" fmla="*/ 11986443 w 12192000"/>
                  <a:gd name="connsiteY165" fmla="*/ 104824 h 3176298"/>
                  <a:gd name="connsiteX166" fmla="*/ 12026448 w 12192000"/>
                  <a:gd name="connsiteY166" fmla="*/ 88821 h 3176298"/>
                  <a:gd name="connsiteX167" fmla="*/ 12160947 w 12192000"/>
                  <a:gd name="connsiteY167" fmla="*/ 28621 h 3176298"/>
                  <a:gd name="connsiteX168" fmla="*/ 12192000 w 12192000"/>
                  <a:gd name="connsiteY168" fmla="*/ 0 h 317629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  <a:cxn ang="0">
                    <a:pos x="connsiteX89" y="connsiteY89"/>
                  </a:cxn>
                  <a:cxn ang="0">
                    <a:pos x="connsiteX90" y="connsiteY90"/>
                  </a:cxn>
                  <a:cxn ang="0">
                    <a:pos x="connsiteX91" y="connsiteY91"/>
                  </a:cxn>
                  <a:cxn ang="0">
                    <a:pos x="connsiteX92" y="connsiteY92"/>
                  </a:cxn>
                  <a:cxn ang="0">
                    <a:pos x="connsiteX93" y="connsiteY93"/>
                  </a:cxn>
                  <a:cxn ang="0">
                    <a:pos x="connsiteX94" y="connsiteY94"/>
                  </a:cxn>
                  <a:cxn ang="0">
                    <a:pos x="connsiteX95" y="connsiteY95"/>
                  </a:cxn>
                  <a:cxn ang="0">
                    <a:pos x="connsiteX96" y="connsiteY96"/>
                  </a:cxn>
                  <a:cxn ang="0">
                    <a:pos x="connsiteX97" y="connsiteY97"/>
                  </a:cxn>
                  <a:cxn ang="0">
                    <a:pos x="connsiteX98" y="connsiteY98"/>
                  </a:cxn>
                  <a:cxn ang="0">
                    <a:pos x="connsiteX99" y="connsiteY99"/>
                  </a:cxn>
                  <a:cxn ang="0">
                    <a:pos x="connsiteX100" y="connsiteY100"/>
                  </a:cxn>
                  <a:cxn ang="0">
                    <a:pos x="connsiteX101" y="connsiteY101"/>
                  </a:cxn>
                  <a:cxn ang="0">
                    <a:pos x="connsiteX102" y="connsiteY102"/>
                  </a:cxn>
                  <a:cxn ang="0">
                    <a:pos x="connsiteX103" y="connsiteY103"/>
                  </a:cxn>
                  <a:cxn ang="0">
                    <a:pos x="connsiteX104" y="connsiteY104"/>
                  </a:cxn>
                  <a:cxn ang="0">
                    <a:pos x="connsiteX105" y="connsiteY105"/>
                  </a:cxn>
                  <a:cxn ang="0">
                    <a:pos x="connsiteX106" y="connsiteY106"/>
                  </a:cxn>
                  <a:cxn ang="0">
                    <a:pos x="connsiteX107" y="connsiteY107"/>
                  </a:cxn>
                  <a:cxn ang="0">
                    <a:pos x="connsiteX108" y="connsiteY108"/>
                  </a:cxn>
                  <a:cxn ang="0">
                    <a:pos x="connsiteX109" y="connsiteY109"/>
                  </a:cxn>
                  <a:cxn ang="0">
                    <a:pos x="connsiteX110" y="connsiteY110"/>
                  </a:cxn>
                  <a:cxn ang="0">
                    <a:pos x="connsiteX111" y="connsiteY111"/>
                  </a:cxn>
                  <a:cxn ang="0">
                    <a:pos x="connsiteX112" y="connsiteY112"/>
                  </a:cxn>
                  <a:cxn ang="0">
                    <a:pos x="connsiteX113" y="connsiteY113"/>
                  </a:cxn>
                  <a:cxn ang="0">
                    <a:pos x="connsiteX114" y="connsiteY114"/>
                  </a:cxn>
                  <a:cxn ang="0">
                    <a:pos x="connsiteX115" y="connsiteY115"/>
                  </a:cxn>
                  <a:cxn ang="0">
                    <a:pos x="connsiteX116" y="connsiteY116"/>
                  </a:cxn>
                  <a:cxn ang="0">
                    <a:pos x="connsiteX117" y="connsiteY117"/>
                  </a:cxn>
                  <a:cxn ang="0">
                    <a:pos x="connsiteX118" y="connsiteY118"/>
                  </a:cxn>
                  <a:cxn ang="0">
                    <a:pos x="connsiteX119" y="connsiteY119"/>
                  </a:cxn>
                  <a:cxn ang="0">
                    <a:pos x="connsiteX120" y="connsiteY120"/>
                  </a:cxn>
                  <a:cxn ang="0">
                    <a:pos x="connsiteX121" y="connsiteY121"/>
                  </a:cxn>
                  <a:cxn ang="0">
                    <a:pos x="connsiteX122" y="connsiteY122"/>
                  </a:cxn>
                  <a:cxn ang="0">
                    <a:pos x="connsiteX123" y="connsiteY123"/>
                  </a:cxn>
                  <a:cxn ang="0">
                    <a:pos x="connsiteX124" y="connsiteY124"/>
                  </a:cxn>
                  <a:cxn ang="0">
                    <a:pos x="connsiteX125" y="connsiteY125"/>
                  </a:cxn>
                  <a:cxn ang="0">
                    <a:pos x="connsiteX126" y="connsiteY126"/>
                  </a:cxn>
                  <a:cxn ang="0">
                    <a:pos x="connsiteX127" y="connsiteY127"/>
                  </a:cxn>
                  <a:cxn ang="0">
                    <a:pos x="connsiteX128" y="connsiteY128"/>
                  </a:cxn>
                  <a:cxn ang="0">
                    <a:pos x="connsiteX129" y="connsiteY129"/>
                  </a:cxn>
                  <a:cxn ang="0">
                    <a:pos x="connsiteX130" y="connsiteY130"/>
                  </a:cxn>
                  <a:cxn ang="0">
                    <a:pos x="connsiteX131" y="connsiteY131"/>
                  </a:cxn>
                  <a:cxn ang="0">
                    <a:pos x="connsiteX132" y="connsiteY132"/>
                  </a:cxn>
                  <a:cxn ang="0">
                    <a:pos x="connsiteX133" y="connsiteY133"/>
                  </a:cxn>
                  <a:cxn ang="0">
                    <a:pos x="connsiteX134" y="connsiteY134"/>
                  </a:cxn>
                  <a:cxn ang="0">
                    <a:pos x="connsiteX135" y="connsiteY135"/>
                  </a:cxn>
                  <a:cxn ang="0">
                    <a:pos x="connsiteX136" y="connsiteY136"/>
                  </a:cxn>
                  <a:cxn ang="0">
                    <a:pos x="connsiteX137" y="connsiteY137"/>
                  </a:cxn>
                  <a:cxn ang="0">
                    <a:pos x="connsiteX138" y="connsiteY138"/>
                  </a:cxn>
                  <a:cxn ang="0">
                    <a:pos x="connsiteX139" y="connsiteY139"/>
                  </a:cxn>
                  <a:cxn ang="0">
                    <a:pos x="connsiteX140" y="connsiteY140"/>
                  </a:cxn>
                  <a:cxn ang="0">
                    <a:pos x="connsiteX141" y="connsiteY141"/>
                  </a:cxn>
                  <a:cxn ang="0">
                    <a:pos x="connsiteX142" y="connsiteY142"/>
                  </a:cxn>
                  <a:cxn ang="0">
                    <a:pos x="connsiteX143" y="connsiteY143"/>
                  </a:cxn>
                  <a:cxn ang="0">
                    <a:pos x="connsiteX144" y="connsiteY144"/>
                  </a:cxn>
                  <a:cxn ang="0">
                    <a:pos x="connsiteX145" y="connsiteY145"/>
                  </a:cxn>
                  <a:cxn ang="0">
                    <a:pos x="connsiteX146" y="connsiteY146"/>
                  </a:cxn>
                  <a:cxn ang="0">
                    <a:pos x="connsiteX147" y="connsiteY147"/>
                  </a:cxn>
                  <a:cxn ang="0">
                    <a:pos x="connsiteX148" y="connsiteY148"/>
                  </a:cxn>
                  <a:cxn ang="0">
                    <a:pos x="connsiteX149" y="connsiteY149"/>
                  </a:cxn>
                  <a:cxn ang="0">
                    <a:pos x="connsiteX150" y="connsiteY150"/>
                  </a:cxn>
                  <a:cxn ang="0">
                    <a:pos x="connsiteX151" y="connsiteY151"/>
                  </a:cxn>
                  <a:cxn ang="0">
                    <a:pos x="connsiteX152" y="connsiteY152"/>
                  </a:cxn>
                  <a:cxn ang="0">
                    <a:pos x="connsiteX153" y="connsiteY153"/>
                  </a:cxn>
                  <a:cxn ang="0">
                    <a:pos x="connsiteX154" y="connsiteY154"/>
                  </a:cxn>
                  <a:cxn ang="0">
                    <a:pos x="connsiteX155" y="connsiteY155"/>
                  </a:cxn>
                  <a:cxn ang="0">
                    <a:pos x="connsiteX156" y="connsiteY156"/>
                  </a:cxn>
                  <a:cxn ang="0">
                    <a:pos x="connsiteX157" y="connsiteY157"/>
                  </a:cxn>
                  <a:cxn ang="0">
                    <a:pos x="connsiteX158" y="connsiteY158"/>
                  </a:cxn>
                  <a:cxn ang="0">
                    <a:pos x="connsiteX159" y="connsiteY159"/>
                  </a:cxn>
                  <a:cxn ang="0">
                    <a:pos x="connsiteX160" y="connsiteY160"/>
                  </a:cxn>
                  <a:cxn ang="0">
                    <a:pos x="connsiteX161" y="connsiteY161"/>
                  </a:cxn>
                  <a:cxn ang="0">
                    <a:pos x="connsiteX162" y="connsiteY162"/>
                  </a:cxn>
                  <a:cxn ang="0">
                    <a:pos x="connsiteX163" y="connsiteY163"/>
                  </a:cxn>
                  <a:cxn ang="0">
                    <a:pos x="connsiteX164" y="connsiteY164"/>
                  </a:cxn>
                  <a:cxn ang="0">
                    <a:pos x="connsiteX165" y="connsiteY165"/>
                  </a:cxn>
                  <a:cxn ang="0">
                    <a:pos x="connsiteX166" y="connsiteY166"/>
                  </a:cxn>
                  <a:cxn ang="0">
                    <a:pos x="connsiteX167" y="connsiteY167"/>
                  </a:cxn>
                  <a:cxn ang="0">
                    <a:pos x="connsiteX168" y="connsiteY168"/>
                  </a:cxn>
                </a:cxnLst>
                <a:rect l="l" t="t" r="r" b="b"/>
                <a:pathLst>
                  <a:path w="12192000" h="3176298">
                    <a:moveTo>
                      <a:pt x="12192000" y="0"/>
                    </a:moveTo>
                    <a:lnTo>
                      <a:pt x="12192000" y="3176298"/>
                    </a:lnTo>
                    <a:lnTo>
                      <a:pt x="0" y="3176298"/>
                    </a:lnTo>
                    <a:lnTo>
                      <a:pt x="0" y="2264980"/>
                    </a:lnTo>
                    <a:lnTo>
                      <a:pt x="544" y="2264980"/>
                    </a:lnTo>
                    <a:lnTo>
                      <a:pt x="544" y="2392219"/>
                    </a:lnTo>
                    <a:lnTo>
                      <a:pt x="61197" y="2387448"/>
                    </a:lnTo>
                    <a:cubicBezTo>
                      <a:pt x="80794" y="2382137"/>
                      <a:pt x="99990" y="2374707"/>
                      <a:pt x="119613" y="2369945"/>
                    </a:cubicBezTo>
                    <a:cubicBezTo>
                      <a:pt x="137898" y="2365563"/>
                      <a:pt x="155046" y="2355466"/>
                      <a:pt x="172384" y="2347084"/>
                    </a:cubicBezTo>
                    <a:cubicBezTo>
                      <a:pt x="205529" y="2331082"/>
                      <a:pt x="240965" y="2341178"/>
                      <a:pt x="274873" y="2336988"/>
                    </a:cubicBezTo>
                    <a:cubicBezTo>
                      <a:pt x="285732" y="2335653"/>
                      <a:pt x="296590" y="2334130"/>
                      <a:pt x="307259" y="2331461"/>
                    </a:cubicBezTo>
                    <a:cubicBezTo>
                      <a:pt x="336408" y="2324413"/>
                      <a:pt x="366127" y="2318317"/>
                      <a:pt x="394511" y="2308601"/>
                    </a:cubicBezTo>
                    <a:cubicBezTo>
                      <a:pt x="426709" y="2297743"/>
                      <a:pt x="457572" y="2283264"/>
                      <a:pt x="494337" y="2268213"/>
                    </a:cubicBezTo>
                    <a:cubicBezTo>
                      <a:pt x="507102" y="2272024"/>
                      <a:pt x="526724" y="2282312"/>
                      <a:pt x="546917" y="2283264"/>
                    </a:cubicBezTo>
                    <a:cubicBezTo>
                      <a:pt x="611880" y="2286503"/>
                      <a:pt x="672650" y="2268786"/>
                      <a:pt x="730754" y="2240780"/>
                    </a:cubicBezTo>
                    <a:cubicBezTo>
                      <a:pt x="748471" y="2232399"/>
                      <a:pt x="767524" y="2226874"/>
                      <a:pt x="785432" y="2218682"/>
                    </a:cubicBezTo>
                    <a:cubicBezTo>
                      <a:pt x="791717" y="2215826"/>
                      <a:pt x="799909" y="2209730"/>
                      <a:pt x="801053" y="2204013"/>
                    </a:cubicBezTo>
                    <a:cubicBezTo>
                      <a:pt x="807719" y="2170866"/>
                      <a:pt x="832486" y="2171436"/>
                      <a:pt x="858205" y="2169532"/>
                    </a:cubicBezTo>
                    <a:cubicBezTo>
                      <a:pt x="888877" y="2167247"/>
                      <a:pt x="919165" y="2161912"/>
                      <a:pt x="949646" y="2157340"/>
                    </a:cubicBezTo>
                    <a:cubicBezTo>
                      <a:pt x="953648" y="2156768"/>
                      <a:pt x="957266" y="2152768"/>
                      <a:pt x="960887" y="2150099"/>
                    </a:cubicBezTo>
                    <a:cubicBezTo>
                      <a:pt x="966411" y="2146099"/>
                      <a:pt x="971554" y="2140003"/>
                      <a:pt x="977653" y="2138480"/>
                    </a:cubicBezTo>
                    <a:cubicBezTo>
                      <a:pt x="1008894" y="2131049"/>
                      <a:pt x="1040327" y="2124763"/>
                      <a:pt x="1071762" y="2117905"/>
                    </a:cubicBezTo>
                    <a:cubicBezTo>
                      <a:pt x="1078810" y="2116380"/>
                      <a:pt x="1086048" y="2114476"/>
                      <a:pt x="1092527" y="2111428"/>
                    </a:cubicBezTo>
                    <a:cubicBezTo>
                      <a:pt x="1098623" y="2108570"/>
                      <a:pt x="1103767" y="2103616"/>
                      <a:pt x="1109865" y="2100568"/>
                    </a:cubicBezTo>
                    <a:cubicBezTo>
                      <a:pt x="1126437" y="2092378"/>
                      <a:pt x="1143394" y="2084757"/>
                      <a:pt x="1162823" y="2075613"/>
                    </a:cubicBezTo>
                    <a:cubicBezTo>
                      <a:pt x="1173681" y="2092757"/>
                      <a:pt x="1188354" y="2083041"/>
                      <a:pt x="1206641" y="2074851"/>
                    </a:cubicBezTo>
                    <a:cubicBezTo>
                      <a:pt x="1225310" y="2066468"/>
                      <a:pt x="1246837" y="2063801"/>
                      <a:pt x="1267411" y="2060753"/>
                    </a:cubicBezTo>
                    <a:cubicBezTo>
                      <a:pt x="1305132" y="2055228"/>
                      <a:pt x="1343044" y="2051799"/>
                      <a:pt x="1380762" y="2046847"/>
                    </a:cubicBezTo>
                    <a:cubicBezTo>
                      <a:pt x="1388765" y="2045703"/>
                      <a:pt x="1397909" y="2043608"/>
                      <a:pt x="1404006" y="2038844"/>
                    </a:cubicBezTo>
                    <a:cubicBezTo>
                      <a:pt x="1445725" y="2006839"/>
                      <a:pt x="1496403" y="1997887"/>
                      <a:pt x="1544598" y="2000932"/>
                    </a:cubicBezTo>
                    <a:cubicBezTo>
                      <a:pt x="1582510" y="2003220"/>
                      <a:pt x="1619658" y="2004935"/>
                      <a:pt x="1657188" y="2001697"/>
                    </a:cubicBezTo>
                    <a:cubicBezTo>
                      <a:pt x="1660046" y="2001505"/>
                      <a:pt x="1663856" y="2001887"/>
                      <a:pt x="1665950" y="2003411"/>
                    </a:cubicBezTo>
                    <a:cubicBezTo>
                      <a:pt x="1678904" y="2013507"/>
                      <a:pt x="1692431" y="2014269"/>
                      <a:pt x="1709006" y="2015983"/>
                    </a:cubicBezTo>
                    <a:cubicBezTo>
                      <a:pt x="1732439" y="2018461"/>
                      <a:pt x="1753965" y="2016745"/>
                      <a:pt x="1775684" y="2012555"/>
                    </a:cubicBezTo>
                    <a:cubicBezTo>
                      <a:pt x="1791496" y="2009507"/>
                      <a:pt x="1807497" y="2003220"/>
                      <a:pt x="1821596" y="1995218"/>
                    </a:cubicBezTo>
                    <a:cubicBezTo>
                      <a:pt x="1841216" y="1983978"/>
                      <a:pt x="1860079" y="1979597"/>
                      <a:pt x="1878748" y="1994457"/>
                    </a:cubicBezTo>
                    <a:cubicBezTo>
                      <a:pt x="1898940" y="2010269"/>
                      <a:pt x="1921800" y="2004745"/>
                      <a:pt x="1944092" y="2005315"/>
                    </a:cubicBezTo>
                    <a:cubicBezTo>
                      <a:pt x="1953806" y="2005507"/>
                      <a:pt x="1964094" y="2005124"/>
                      <a:pt x="1973429" y="2007601"/>
                    </a:cubicBezTo>
                    <a:cubicBezTo>
                      <a:pt x="2000479" y="2014651"/>
                      <a:pt x="2026581" y="2025320"/>
                      <a:pt x="2054013" y="2030082"/>
                    </a:cubicBezTo>
                    <a:cubicBezTo>
                      <a:pt x="2069254" y="2032747"/>
                      <a:pt x="2086208" y="2027986"/>
                      <a:pt x="2102021" y="2024557"/>
                    </a:cubicBezTo>
                    <a:cubicBezTo>
                      <a:pt x="2118023" y="2020937"/>
                      <a:pt x="2133834" y="2015413"/>
                      <a:pt x="2149267" y="2009697"/>
                    </a:cubicBezTo>
                    <a:cubicBezTo>
                      <a:pt x="2159743" y="2005887"/>
                      <a:pt x="2171173" y="2002267"/>
                      <a:pt x="2179556" y="1995409"/>
                    </a:cubicBezTo>
                    <a:cubicBezTo>
                      <a:pt x="2198608" y="1979788"/>
                      <a:pt x="2218229" y="1977120"/>
                      <a:pt x="2240710" y="1985312"/>
                    </a:cubicBezTo>
                    <a:cubicBezTo>
                      <a:pt x="2244137" y="1986647"/>
                      <a:pt x="2248138" y="1986647"/>
                      <a:pt x="2251948" y="1986836"/>
                    </a:cubicBezTo>
                    <a:cubicBezTo>
                      <a:pt x="2312915" y="1990836"/>
                      <a:pt x="2373874" y="1993314"/>
                      <a:pt x="2434456" y="1999410"/>
                    </a:cubicBezTo>
                    <a:cubicBezTo>
                      <a:pt x="2459029" y="2001887"/>
                      <a:pt x="2482652" y="2012745"/>
                      <a:pt x="2506847" y="2019603"/>
                    </a:cubicBezTo>
                    <a:cubicBezTo>
                      <a:pt x="2511800" y="2020937"/>
                      <a:pt x="2517327" y="2023033"/>
                      <a:pt x="2522279" y="2022080"/>
                    </a:cubicBezTo>
                    <a:cubicBezTo>
                      <a:pt x="2576191" y="2012555"/>
                      <a:pt x="2626677" y="2026461"/>
                      <a:pt x="2676398" y="2044751"/>
                    </a:cubicBezTo>
                    <a:cubicBezTo>
                      <a:pt x="2681540" y="2046656"/>
                      <a:pt x="2687827" y="2046084"/>
                      <a:pt x="2693543" y="2045703"/>
                    </a:cubicBezTo>
                    <a:cubicBezTo>
                      <a:pt x="2709548" y="2044370"/>
                      <a:pt x="2726882" y="2037701"/>
                      <a:pt x="2741360" y="2041701"/>
                    </a:cubicBezTo>
                    <a:cubicBezTo>
                      <a:pt x="2779842" y="2052753"/>
                      <a:pt x="2817943" y="2066087"/>
                      <a:pt x="2854140" y="2082851"/>
                    </a:cubicBezTo>
                    <a:cubicBezTo>
                      <a:pt x="2890910" y="2099805"/>
                      <a:pt x="2925008" y="2114095"/>
                      <a:pt x="2967110" y="2096949"/>
                    </a:cubicBezTo>
                    <a:cubicBezTo>
                      <a:pt x="2985016" y="2089709"/>
                      <a:pt x="3008639" y="2094853"/>
                      <a:pt x="3029216" y="2096757"/>
                    </a:cubicBezTo>
                    <a:cubicBezTo>
                      <a:pt x="3044264" y="2098282"/>
                      <a:pt x="3058743" y="2106856"/>
                      <a:pt x="3073604" y="2106856"/>
                    </a:cubicBezTo>
                    <a:cubicBezTo>
                      <a:pt x="3113231" y="2106856"/>
                      <a:pt x="3148472" y="2116953"/>
                      <a:pt x="3182763" y="2137527"/>
                    </a:cubicBezTo>
                    <a:cubicBezTo>
                      <a:pt x="3196102" y="2145528"/>
                      <a:pt x="3216867" y="2140193"/>
                      <a:pt x="3234202" y="2142289"/>
                    </a:cubicBezTo>
                    <a:cubicBezTo>
                      <a:pt x="3252492" y="2144765"/>
                      <a:pt x="3271348" y="2147051"/>
                      <a:pt x="3288877" y="2152578"/>
                    </a:cubicBezTo>
                    <a:cubicBezTo>
                      <a:pt x="3334216" y="2167056"/>
                      <a:pt x="3378986" y="2183439"/>
                      <a:pt x="3424135" y="2198680"/>
                    </a:cubicBezTo>
                    <a:cubicBezTo>
                      <a:pt x="3461282" y="2211253"/>
                      <a:pt x="3497862" y="2201347"/>
                      <a:pt x="3534629" y="2196013"/>
                    </a:cubicBezTo>
                    <a:cubicBezTo>
                      <a:pt x="3557682" y="2192583"/>
                      <a:pt x="3579206" y="2184391"/>
                      <a:pt x="3605116" y="2196583"/>
                    </a:cubicBezTo>
                    <a:cubicBezTo>
                      <a:pt x="3629882" y="2208205"/>
                      <a:pt x="3661315" y="2205537"/>
                      <a:pt x="3689131" y="2211824"/>
                    </a:cubicBezTo>
                    <a:cubicBezTo>
                      <a:pt x="3712565" y="2217157"/>
                      <a:pt x="3735231" y="2225732"/>
                      <a:pt x="3757902" y="2234114"/>
                    </a:cubicBezTo>
                    <a:cubicBezTo>
                      <a:pt x="3788766" y="2245545"/>
                      <a:pt x="3819245" y="2257545"/>
                      <a:pt x="3852966" y="2251831"/>
                    </a:cubicBezTo>
                    <a:cubicBezTo>
                      <a:pt x="3891259" y="2245353"/>
                      <a:pt x="3917546" y="2269738"/>
                      <a:pt x="3947648" y="2285932"/>
                    </a:cubicBezTo>
                    <a:cubicBezTo>
                      <a:pt x="3968414" y="2296980"/>
                      <a:pt x="3991083" y="2305172"/>
                      <a:pt x="4013753" y="2312031"/>
                    </a:cubicBezTo>
                    <a:cubicBezTo>
                      <a:pt x="4044043" y="2320985"/>
                      <a:pt x="4075285" y="2326320"/>
                      <a:pt x="4105766" y="2335082"/>
                    </a:cubicBezTo>
                    <a:cubicBezTo>
                      <a:pt x="4151870" y="2348226"/>
                      <a:pt x="4198546" y="2358514"/>
                      <a:pt x="4246551" y="2351274"/>
                    </a:cubicBezTo>
                    <a:cubicBezTo>
                      <a:pt x="4268649" y="2348036"/>
                      <a:pt x="4289227" y="2348226"/>
                      <a:pt x="4311323" y="2352991"/>
                    </a:cubicBezTo>
                    <a:cubicBezTo>
                      <a:pt x="4347518" y="2360801"/>
                      <a:pt x="4384668" y="2361753"/>
                      <a:pt x="4413817" y="2390899"/>
                    </a:cubicBezTo>
                    <a:cubicBezTo>
                      <a:pt x="4424104" y="2401188"/>
                      <a:pt x="4442581" y="2403853"/>
                      <a:pt x="4457632" y="2409188"/>
                    </a:cubicBezTo>
                    <a:cubicBezTo>
                      <a:pt x="4474969" y="2415476"/>
                      <a:pt x="4487731" y="2412236"/>
                      <a:pt x="4497068" y="2393947"/>
                    </a:cubicBezTo>
                    <a:cubicBezTo>
                      <a:pt x="4501257" y="2385757"/>
                      <a:pt x="4513260" y="2377755"/>
                      <a:pt x="4522596" y="2376421"/>
                    </a:cubicBezTo>
                    <a:cubicBezTo>
                      <a:pt x="4550599" y="2372421"/>
                      <a:pt x="4576318" y="2378327"/>
                      <a:pt x="4603368" y="2391282"/>
                    </a:cubicBezTo>
                    <a:cubicBezTo>
                      <a:pt x="4628705" y="2403474"/>
                      <a:pt x="4660331" y="2402140"/>
                      <a:pt x="4689098" y="2406903"/>
                    </a:cubicBezTo>
                    <a:cubicBezTo>
                      <a:pt x="4699289" y="2408618"/>
                      <a:pt x="4709482" y="2411237"/>
                      <a:pt x="4719697" y="2413428"/>
                    </a:cubicBezTo>
                    <a:lnTo>
                      <a:pt x="4726469" y="2414298"/>
                    </a:lnTo>
                    <a:lnTo>
                      <a:pt x="4785776" y="2414298"/>
                    </a:lnTo>
                    <a:lnTo>
                      <a:pt x="4788661" y="2414047"/>
                    </a:lnTo>
                    <a:cubicBezTo>
                      <a:pt x="4801401" y="2412237"/>
                      <a:pt x="4814166" y="2410142"/>
                      <a:pt x="4827024" y="2408999"/>
                    </a:cubicBezTo>
                    <a:cubicBezTo>
                      <a:pt x="4847027" y="2407095"/>
                      <a:pt x="4867412" y="2407856"/>
                      <a:pt x="4887415" y="2405570"/>
                    </a:cubicBezTo>
                    <a:cubicBezTo>
                      <a:pt x="4903799" y="2403853"/>
                      <a:pt x="4919991" y="2399474"/>
                      <a:pt x="4936184" y="2395853"/>
                    </a:cubicBezTo>
                    <a:cubicBezTo>
                      <a:pt x="4942089" y="2394520"/>
                      <a:pt x="4947996" y="2389376"/>
                      <a:pt x="4953328" y="2390138"/>
                    </a:cubicBezTo>
                    <a:cubicBezTo>
                      <a:pt x="5006292" y="2398330"/>
                      <a:pt x="5044391" y="2361753"/>
                      <a:pt x="5089162" y="2345560"/>
                    </a:cubicBezTo>
                    <a:cubicBezTo>
                      <a:pt x="5136216" y="2328413"/>
                      <a:pt x="5181748" y="2302124"/>
                      <a:pt x="5234326" y="2309935"/>
                    </a:cubicBezTo>
                    <a:cubicBezTo>
                      <a:pt x="5266141" y="2314697"/>
                      <a:pt x="5296812" y="2325747"/>
                      <a:pt x="5328438" y="2332416"/>
                    </a:cubicBezTo>
                    <a:cubicBezTo>
                      <a:pt x="5339677" y="2334701"/>
                      <a:pt x="5352250" y="2334320"/>
                      <a:pt x="5363491" y="2332034"/>
                    </a:cubicBezTo>
                    <a:cubicBezTo>
                      <a:pt x="5417784" y="2321555"/>
                      <a:pt x="5471316" y="2320032"/>
                      <a:pt x="5524660" y="2337178"/>
                    </a:cubicBezTo>
                    <a:cubicBezTo>
                      <a:pt x="5533802" y="2340036"/>
                      <a:pt x="5543518" y="2342701"/>
                      <a:pt x="5553045" y="2342701"/>
                    </a:cubicBezTo>
                    <a:cubicBezTo>
                      <a:pt x="5605244" y="2342701"/>
                      <a:pt x="5656488" y="2338701"/>
                      <a:pt x="5706401" y="2320032"/>
                    </a:cubicBezTo>
                    <a:cubicBezTo>
                      <a:pt x="5723166" y="2313745"/>
                      <a:pt x="5743551" y="2317745"/>
                      <a:pt x="5762029" y="2316221"/>
                    </a:cubicBezTo>
                    <a:cubicBezTo>
                      <a:pt x="5779174" y="2314889"/>
                      <a:pt x="5796702" y="2314317"/>
                      <a:pt x="5813276" y="2309935"/>
                    </a:cubicBezTo>
                    <a:cubicBezTo>
                      <a:pt x="5837472" y="2303459"/>
                      <a:pt x="5859949" y="2302697"/>
                      <a:pt x="5884906" y="2308411"/>
                    </a:cubicBezTo>
                    <a:cubicBezTo>
                      <a:pt x="5908719" y="2313745"/>
                      <a:pt x="5934438" y="2311079"/>
                      <a:pt x="5959204" y="2311269"/>
                    </a:cubicBezTo>
                    <a:cubicBezTo>
                      <a:pt x="5986828" y="2311459"/>
                      <a:pt x="6014449" y="2311649"/>
                      <a:pt x="6042072" y="2310697"/>
                    </a:cubicBezTo>
                    <a:cubicBezTo>
                      <a:pt x="6053124" y="2310317"/>
                      <a:pt x="6065695" y="2302697"/>
                      <a:pt x="6074842" y="2305745"/>
                    </a:cubicBezTo>
                    <a:cubicBezTo>
                      <a:pt x="6104368" y="2316031"/>
                      <a:pt x="6133897" y="2303649"/>
                      <a:pt x="6163425" y="2309172"/>
                    </a:cubicBezTo>
                    <a:cubicBezTo>
                      <a:pt x="6177905" y="2312031"/>
                      <a:pt x="6194288" y="2304220"/>
                      <a:pt x="6209909" y="2303459"/>
                    </a:cubicBezTo>
                    <a:cubicBezTo>
                      <a:pt x="6235437" y="2302124"/>
                      <a:pt x="6260964" y="2302697"/>
                      <a:pt x="6286493" y="2302315"/>
                    </a:cubicBezTo>
                    <a:cubicBezTo>
                      <a:pt x="6294876" y="2302124"/>
                      <a:pt x="6303068" y="2301362"/>
                      <a:pt x="6311449" y="2300980"/>
                    </a:cubicBezTo>
                    <a:cubicBezTo>
                      <a:pt x="6318880" y="2300601"/>
                      <a:pt x="6326691" y="2298887"/>
                      <a:pt x="6333739" y="2300218"/>
                    </a:cubicBezTo>
                    <a:cubicBezTo>
                      <a:pt x="6359268" y="2304983"/>
                      <a:pt x="6384414" y="2312793"/>
                      <a:pt x="6410131" y="2315841"/>
                    </a:cubicBezTo>
                    <a:cubicBezTo>
                      <a:pt x="6432420" y="2318507"/>
                      <a:pt x="6455472" y="2314889"/>
                      <a:pt x="6477951" y="2316793"/>
                    </a:cubicBezTo>
                    <a:cubicBezTo>
                      <a:pt x="6517576" y="2320032"/>
                      <a:pt x="6557201" y="2325747"/>
                      <a:pt x="6596828" y="2329368"/>
                    </a:cubicBezTo>
                    <a:cubicBezTo>
                      <a:pt x="6605401" y="2330130"/>
                      <a:pt x="6614353" y="2325365"/>
                      <a:pt x="6623118" y="2324985"/>
                    </a:cubicBezTo>
                    <a:cubicBezTo>
                      <a:pt x="6650551" y="2324033"/>
                      <a:pt x="6677984" y="2323841"/>
                      <a:pt x="6705417" y="2323272"/>
                    </a:cubicBezTo>
                    <a:cubicBezTo>
                      <a:pt x="6721038" y="2323080"/>
                      <a:pt x="6736851" y="2323651"/>
                      <a:pt x="6752283" y="2321937"/>
                    </a:cubicBezTo>
                    <a:cubicBezTo>
                      <a:pt x="6772665" y="2319651"/>
                      <a:pt x="6791144" y="2316221"/>
                      <a:pt x="6810195" y="2331082"/>
                    </a:cubicBezTo>
                    <a:cubicBezTo>
                      <a:pt x="6839534" y="2354132"/>
                      <a:pt x="6876872" y="2345178"/>
                      <a:pt x="6910782" y="2350512"/>
                    </a:cubicBezTo>
                    <a:cubicBezTo>
                      <a:pt x="6919547" y="2351847"/>
                      <a:pt x="6928501" y="2352036"/>
                      <a:pt x="6937263" y="2353561"/>
                    </a:cubicBezTo>
                    <a:cubicBezTo>
                      <a:pt x="6953457" y="2356418"/>
                      <a:pt x="6969457" y="2359657"/>
                      <a:pt x="6985653" y="2362897"/>
                    </a:cubicBezTo>
                    <a:cubicBezTo>
                      <a:pt x="6988509" y="2363467"/>
                      <a:pt x="6991747" y="2363659"/>
                      <a:pt x="6994415" y="2364611"/>
                    </a:cubicBezTo>
                    <a:cubicBezTo>
                      <a:pt x="7018991" y="2372611"/>
                      <a:pt x="7043184" y="2381755"/>
                      <a:pt x="7068141" y="2388234"/>
                    </a:cubicBezTo>
                    <a:cubicBezTo>
                      <a:pt x="7080334" y="2391472"/>
                      <a:pt x="7093860" y="2391853"/>
                      <a:pt x="7106432" y="2390138"/>
                    </a:cubicBezTo>
                    <a:cubicBezTo>
                      <a:pt x="7143199" y="2385185"/>
                      <a:pt x="7179587" y="2383089"/>
                      <a:pt x="7216547" y="2390330"/>
                    </a:cubicBezTo>
                    <a:cubicBezTo>
                      <a:pt x="7231214" y="2393186"/>
                      <a:pt x="7247599" y="2388424"/>
                      <a:pt x="7263220" y="2386709"/>
                    </a:cubicBezTo>
                    <a:cubicBezTo>
                      <a:pt x="7300559" y="2382137"/>
                      <a:pt x="7337899" y="2377183"/>
                      <a:pt x="7375428" y="2372803"/>
                    </a:cubicBezTo>
                    <a:cubicBezTo>
                      <a:pt x="7398860" y="2370135"/>
                      <a:pt x="7422483" y="2368611"/>
                      <a:pt x="7445916" y="2365945"/>
                    </a:cubicBezTo>
                    <a:cubicBezTo>
                      <a:pt x="7472967" y="2362705"/>
                      <a:pt x="7499828" y="2357753"/>
                      <a:pt x="7526880" y="2355084"/>
                    </a:cubicBezTo>
                    <a:cubicBezTo>
                      <a:pt x="7557742" y="2352036"/>
                      <a:pt x="7588795" y="2351466"/>
                      <a:pt x="7619655" y="2348226"/>
                    </a:cubicBezTo>
                    <a:cubicBezTo>
                      <a:pt x="7676047" y="2341940"/>
                      <a:pt x="7732247" y="2334509"/>
                      <a:pt x="7788636" y="2327461"/>
                    </a:cubicBezTo>
                    <a:cubicBezTo>
                      <a:pt x="7843311" y="2320603"/>
                      <a:pt x="7897987" y="2314507"/>
                      <a:pt x="7952280" y="2305935"/>
                    </a:cubicBezTo>
                    <a:cubicBezTo>
                      <a:pt x="7975142" y="2302315"/>
                      <a:pt x="7996859" y="2292408"/>
                      <a:pt x="8019339" y="2286884"/>
                    </a:cubicBezTo>
                    <a:cubicBezTo>
                      <a:pt x="8058774" y="2277357"/>
                      <a:pt x="8098590" y="2269357"/>
                      <a:pt x="8137835" y="2259832"/>
                    </a:cubicBezTo>
                    <a:cubicBezTo>
                      <a:pt x="8155359" y="2255641"/>
                      <a:pt x="8172124" y="2248593"/>
                      <a:pt x="8189651" y="2243639"/>
                    </a:cubicBezTo>
                    <a:cubicBezTo>
                      <a:pt x="8230992" y="2232208"/>
                      <a:pt x="8272903" y="2222874"/>
                      <a:pt x="8313671" y="2209920"/>
                    </a:cubicBezTo>
                    <a:cubicBezTo>
                      <a:pt x="8362822" y="2194297"/>
                      <a:pt x="8411019" y="2175439"/>
                      <a:pt x="8459979" y="2158864"/>
                    </a:cubicBezTo>
                    <a:cubicBezTo>
                      <a:pt x="8478269" y="2152578"/>
                      <a:pt x="8497511" y="2148957"/>
                      <a:pt x="8516369" y="2144003"/>
                    </a:cubicBezTo>
                    <a:cubicBezTo>
                      <a:pt x="8563425" y="2131431"/>
                      <a:pt x="8610288" y="2118095"/>
                      <a:pt x="8657726" y="2106284"/>
                    </a:cubicBezTo>
                    <a:cubicBezTo>
                      <a:pt x="8675253" y="2101901"/>
                      <a:pt x="8693731" y="2102284"/>
                      <a:pt x="8711448" y="2098664"/>
                    </a:cubicBezTo>
                    <a:cubicBezTo>
                      <a:pt x="8732023" y="2094472"/>
                      <a:pt x="8752407" y="2089138"/>
                      <a:pt x="8772219" y="2082280"/>
                    </a:cubicBezTo>
                    <a:cubicBezTo>
                      <a:pt x="8796985" y="2073707"/>
                      <a:pt x="8820990" y="2062659"/>
                      <a:pt x="8845565" y="2053705"/>
                    </a:cubicBezTo>
                    <a:cubicBezTo>
                      <a:pt x="8886142" y="2039034"/>
                      <a:pt x="8926911" y="2024557"/>
                      <a:pt x="8967871" y="2011221"/>
                    </a:cubicBezTo>
                    <a:cubicBezTo>
                      <a:pt x="8983301" y="2006268"/>
                      <a:pt x="9000257" y="2005697"/>
                      <a:pt x="9015878" y="2001124"/>
                    </a:cubicBezTo>
                    <a:cubicBezTo>
                      <a:pt x="9088840" y="1979597"/>
                      <a:pt x="9161805" y="1957880"/>
                      <a:pt x="9234579" y="1935209"/>
                    </a:cubicBezTo>
                    <a:cubicBezTo>
                      <a:pt x="9272298" y="1923399"/>
                      <a:pt x="9308875" y="1908538"/>
                      <a:pt x="9346597" y="1896917"/>
                    </a:cubicBezTo>
                    <a:cubicBezTo>
                      <a:pt x="9369267" y="1889869"/>
                      <a:pt x="9393650" y="1887773"/>
                      <a:pt x="9416321" y="1880724"/>
                    </a:cubicBezTo>
                    <a:cubicBezTo>
                      <a:pt x="9437278" y="1874247"/>
                      <a:pt x="9456709" y="1863578"/>
                      <a:pt x="9477283" y="1856149"/>
                    </a:cubicBezTo>
                    <a:cubicBezTo>
                      <a:pt x="9540152" y="1833097"/>
                      <a:pt x="9603971" y="1811953"/>
                      <a:pt x="9666265" y="1787186"/>
                    </a:cubicBezTo>
                    <a:cubicBezTo>
                      <a:pt x="9696749" y="1775183"/>
                      <a:pt x="9725323" y="1757849"/>
                      <a:pt x="9754088" y="1741464"/>
                    </a:cubicBezTo>
                    <a:cubicBezTo>
                      <a:pt x="9802858" y="1713841"/>
                      <a:pt x="9850865" y="1685074"/>
                      <a:pt x="9899446" y="1656880"/>
                    </a:cubicBezTo>
                    <a:cubicBezTo>
                      <a:pt x="9935832" y="1635924"/>
                      <a:pt x="9968027" y="1611347"/>
                      <a:pt x="9993175" y="1576487"/>
                    </a:cubicBezTo>
                    <a:cubicBezTo>
                      <a:pt x="10004797" y="1560484"/>
                      <a:pt x="10024990" y="1546768"/>
                      <a:pt x="10044230" y="1540480"/>
                    </a:cubicBezTo>
                    <a:cubicBezTo>
                      <a:pt x="10078713" y="1529241"/>
                      <a:pt x="10104430" y="1507522"/>
                      <a:pt x="10131863" y="1485613"/>
                    </a:cubicBezTo>
                    <a:cubicBezTo>
                      <a:pt x="10166536" y="1457801"/>
                      <a:pt x="10203304" y="1431509"/>
                      <a:pt x="10242357" y="1410555"/>
                    </a:cubicBezTo>
                    <a:cubicBezTo>
                      <a:pt x="10280840" y="1389980"/>
                      <a:pt x="10324086" y="1378549"/>
                      <a:pt x="10363709" y="1359499"/>
                    </a:cubicBezTo>
                    <a:cubicBezTo>
                      <a:pt x="10386952" y="1348259"/>
                      <a:pt x="10407146" y="1330353"/>
                      <a:pt x="10428291" y="1314920"/>
                    </a:cubicBezTo>
                    <a:cubicBezTo>
                      <a:pt x="10449438" y="1299489"/>
                      <a:pt x="10470394" y="1283486"/>
                      <a:pt x="10490969" y="1267104"/>
                    </a:cubicBezTo>
                    <a:cubicBezTo>
                      <a:pt x="10502208" y="1258149"/>
                      <a:pt x="10511734" y="1246909"/>
                      <a:pt x="10523354" y="1238337"/>
                    </a:cubicBezTo>
                    <a:cubicBezTo>
                      <a:pt x="10545263" y="1222334"/>
                      <a:pt x="10569075" y="1208808"/>
                      <a:pt x="10590031" y="1191664"/>
                    </a:cubicBezTo>
                    <a:cubicBezTo>
                      <a:pt x="10610225" y="1175089"/>
                      <a:pt x="10633467" y="1166707"/>
                      <a:pt x="10656519" y="1156038"/>
                    </a:cubicBezTo>
                    <a:cubicBezTo>
                      <a:pt x="10674046" y="1148036"/>
                      <a:pt x="10686617" y="1130320"/>
                      <a:pt x="10703573" y="1120603"/>
                    </a:cubicBezTo>
                    <a:cubicBezTo>
                      <a:pt x="10727767" y="1106697"/>
                      <a:pt x="10746246" y="1089553"/>
                      <a:pt x="10764534" y="1067643"/>
                    </a:cubicBezTo>
                    <a:cubicBezTo>
                      <a:pt x="10785111" y="1043068"/>
                      <a:pt x="10820162" y="1029732"/>
                      <a:pt x="10850453" y="1014301"/>
                    </a:cubicBezTo>
                    <a:cubicBezTo>
                      <a:pt x="10876171" y="1001157"/>
                      <a:pt x="10906081" y="995632"/>
                      <a:pt x="10929704" y="980201"/>
                    </a:cubicBezTo>
                    <a:cubicBezTo>
                      <a:pt x="10946279" y="969342"/>
                      <a:pt x="10958661" y="948957"/>
                      <a:pt x="10967423" y="930289"/>
                    </a:cubicBezTo>
                    <a:cubicBezTo>
                      <a:pt x="10987046" y="887995"/>
                      <a:pt x="11021146" y="861897"/>
                      <a:pt x="11058869" y="838084"/>
                    </a:cubicBezTo>
                    <a:cubicBezTo>
                      <a:pt x="11097350" y="813699"/>
                      <a:pt x="11133927" y="786836"/>
                      <a:pt x="11172600" y="762834"/>
                    </a:cubicBezTo>
                    <a:cubicBezTo>
                      <a:pt x="11211843" y="738638"/>
                      <a:pt x="11243658" y="706443"/>
                      <a:pt x="11275283" y="673676"/>
                    </a:cubicBezTo>
                    <a:cubicBezTo>
                      <a:pt x="11288238" y="660150"/>
                      <a:pt x="11305192" y="650434"/>
                      <a:pt x="11320623" y="639195"/>
                    </a:cubicBezTo>
                    <a:cubicBezTo>
                      <a:pt x="11338339" y="626241"/>
                      <a:pt x="11355296" y="611953"/>
                      <a:pt x="11374346" y="601664"/>
                    </a:cubicBezTo>
                    <a:cubicBezTo>
                      <a:pt x="11398160" y="588709"/>
                      <a:pt x="11424069" y="579757"/>
                      <a:pt x="11448453" y="567755"/>
                    </a:cubicBezTo>
                    <a:cubicBezTo>
                      <a:pt x="11476838" y="553657"/>
                      <a:pt x="11505795" y="539750"/>
                      <a:pt x="11532275" y="522605"/>
                    </a:cubicBezTo>
                    <a:cubicBezTo>
                      <a:pt x="11545039" y="514413"/>
                      <a:pt x="11553613" y="499363"/>
                      <a:pt x="11562947" y="486598"/>
                    </a:cubicBezTo>
                    <a:cubicBezTo>
                      <a:pt x="11599714" y="436305"/>
                      <a:pt x="11635529" y="385441"/>
                      <a:pt x="11672489" y="335337"/>
                    </a:cubicBezTo>
                    <a:cubicBezTo>
                      <a:pt x="11712304" y="281424"/>
                      <a:pt x="11763931" y="241608"/>
                      <a:pt x="11821656" y="207889"/>
                    </a:cubicBezTo>
                    <a:cubicBezTo>
                      <a:pt x="11877664" y="175312"/>
                      <a:pt x="11931195" y="138734"/>
                      <a:pt x="11986443" y="104824"/>
                    </a:cubicBezTo>
                    <a:cubicBezTo>
                      <a:pt x="11998443" y="97395"/>
                      <a:pt x="12013114" y="94347"/>
                      <a:pt x="12026448" y="88821"/>
                    </a:cubicBezTo>
                    <a:cubicBezTo>
                      <a:pt x="12072360" y="69580"/>
                      <a:pt x="12118083" y="50147"/>
                      <a:pt x="12160947" y="28621"/>
                    </a:cubicBezTo>
                    <a:lnTo>
                      <a:pt x="12192000" y="0"/>
                    </a:lnTo>
                    <a:close/>
                  </a:path>
                </a:pathLst>
              </a:custGeom>
              <a:solidFill>
                <a:schemeClr val="tx1"/>
              </a:solidFill>
              <a:ln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/>
              </a:p>
            </p:txBody>
          </p:sp>
          <p:sp>
            <p:nvSpPr>
              <p:cNvPr id="1855647906" name="Freeform: Shape 1855647905">
                <a:extLst>
                  <a:ext uri="{FF2B5EF4-FFF2-40B4-BE49-F238E27FC236}">
                    <a16:creationId xmlns:a16="http://schemas.microsoft.com/office/drawing/2014/main" id="{665A2D8C-561A-4347-88E9-4D84CF7CA955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0" y="3681702"/>
                <a:ext cx="12192000" cy="3176298"/>
              </a:xfrm>
              <a:custGeom>
                <a:avLst/>
                <a:gdLst>
                  <a:gd name="connsiteX0" fmla="*/ 12192000 w 12192000"/>
                  <a:gd name="connsiteY0" fmla="*/ 0 h 3176298"/>
                  <a:gd name="connsiteX1" fmla="*/ 12192000 w 12192000"/>
                  <a:gd name="connsiteY1" fmla="*/ 3176298 h 3176298"/>
                  <a:gd name="connsiteX2" fmla="*/ 0 w 12192000"/>
                  <a:gd name="connsiteY2" fmla="*/ 3176298 h 3176298"/>
                  <a:gd name="connsiteX3" fmla="*/ 0 w 12192000"/>
                  <a:gd name="connsiteY3" fmla="*/ 2264980 h 3176298"/>
                  <a:gd name="connsiteX4" fmla="*/ 544 w 12192000"/>
                  <a:gd name="connsiteY4" fmla="*/ 2264980 h 3176298"/>
                  <a:gd name="connsiteX5" fmla="*/ 544 w 12192000"/>
                  <a:gd name="connsiteY5" fmla="*/ 2392219 h 3176298"/>
                  <a:gd name="connsiteX6" fmla="*/ 61197 w 12192000"/>
                  <a:gd name="connsiteY6" fmla="*/ 2387448 h 3176298"/>
                  <a:gd name="connsiteX7" fmla="*/ 119613 w 12192000"/>
                  <a:gd name="connsiteY7" fmla="*/ 2369945 h 3176298"/>
                  <a:gd name="connsiteX8" fmla="*/ 172384 w 12192000"/>
                  <a:gd name="connsiteY8" fmla="*/ 2347084 h 3176298"/>
                  <a:gd name="connsiteX9" fmla="*/ 274873 w 12192000"/>
                  <a:gd name="connsiteY9" fmla="*/ 2336988 h 3176298"/>
                  <a:gd name="connsiteX10" fmla="*/ 307259 w 12192000"/>
                  <a:gd name="connsiteY10" fmla="*/ 2331461 h 3176298"/>
                  <a:gd name="connsiteX11" fmla="*/ 394511 w 12192000"/>
                  <a:gd name="connsiteY11" fmla="*/ 2308601 h 3176298"/>
                  <a:gd name="connsiteX12" fmla="*/ 494337 w 12192000"/>
                  <a:gd name="connsiteY12" fmla="*/ 2268213 h 3176298"/>
                  <a:gd name="connsiteX13" fmla="*/ 546917 w 12192000"/>
                  <a:gd name="connsiteY13" fmla="*/ 2283264 h 3176298"/>
                  <a:gd name="connsiteX14" fmla="*/ 730754 w 12192000"/>
                  <a:gd name="connsiteY14" fmla="*/ 2240780 h 3176298"/>
                  <a:gd name="connsiteX15" fmla="*/ 785432 w 12192000"/>
                  <a:gd name="connsiteY15" fmla="*/ 2218682 h 3176298"/>
                  <a:gd name="connsiteX16" fmla="*/ 801053 w 12192000"/>
                  <a:gd name="connsiteY16" fmla="*/ 2204013 h 3176298"/>
                  <a:gd name="connsiteX17" fmla="*/ 858205 w 12192000"/>
                  <a:gd name="connsiteY17" fmla="*/ 2169532 h 3176298"/>
                  <a:gd name="connsiteX18" fmla="*/ 949646 w 12192000"/>
                  <a:gd name="connsiteY18" fmla="*/ 2157340 h 3176298"/>
                  <a:gd name="connsiteX19" fmla="*/ 960887 w 12192000"/>
                  <a:gd name="connsiteY19" fmla="*/ 2150099 h 3176298"/>
                  <a:gd name="connsiteX20" fmla="*/ 977653 w 12192000"/>
                  <a:gd name="connsiteY20" fmla="*/ 2138480 h 3176298"/>
                  <a:gd name="connsiteX21" fmla="*/ 1071762 w 12192000"/>
                  <a:gd name="connsiteY21" fmla="*/ 2117905 h 3176298"/>
                  <a:gd name="connsiteX22" fmla="*/ 1092527 w 12192000"/>
                  <a:gd name="connsiteY22" fmla="*/ 2111428 h 3176298"/>
                  <a:gd name="connsiteX23" fmla="*/ 1109865 w 12192000"/>
                  <a:gd name="connsiteY23" fmla="*/ 2100568 h 3176298"/>
                  <a:gd name="connsiteX24" fmla="*/ 1162823 w 12192000"/>
                  <a:gd name="connsiteY24" fmla="*/ 2075613 h 3176298"/>
                  <a:gd name="connsiteX25" fmla="*/ 1206641 w 12192000"/>
                  <a:gd name="connsiteY25" fmla="*/ 2074851 h 3176298"/>
                  <a:gd name="connsiteX26" fmla="*/ 1267411 w 12192000"/>
                  <a:gd name="connsiteY26" fmla="*/ 2060753 h 3176298"/>
                  <a:gd name="connsiteX27" fmla="*/ 1380762 w 12192000"/>
                  <a:gd name="connsiteY27" fmla="*/ 2046847 h 3176298"/>
                  <a:gd name="connsiteX28" fmla="*/ 1404006 w 12192000"/>
                  <a:gd name="connsiteY28" fmla="*/ 2038844 h 3176298"/>
                  <a:gd name="connsiteX29" fmla="*/ 1544598 w 12192000"/>
                  <a:gd name="connsiteY29" fmla="*/ 2000932 h 3176298"/>
                  <a:gd name="connsiteX30" fmla="*/ 1657188 w 12192000"/>
                  <a:gd name="connsiteY30" fmla="*/ 2001697 h 3176298"/>
                  <a:gd name="connsiteX31" fmla="*/ 1665950 w 12192000"/>
                  <a:gd name="connsiteY31" fmla="*/ 2003411 h 3176298"/>
                  <a:gd name="connsiteX32" fmla="*/ 1709006 w 12192000"/>
                  <a:gd name="connsiteY32" fmla="*/ 2015983 h 3176298"/>
                  <a:gd name="connsiteX33" fmla="*/ 1775684 w 12192000"/>
                  <a:gd name="connsiteY33" fmla="*/ 2012555 h 3176298"/>
                  <a:gd name="connsiteX34" fmla="*/ 1821596 w 12192000"/>
                  <a:gd name="connsiteY34" fmla="*/ 1995218 h 3176298"/>
                  <a:gd name="connsiteX35" fmla="*/ 1878748 w 12192000"/>
                  <a:gd name="connsiteY35" fmla="*/ 1994457 h 3176298"/>
                  <a:gd name="connsiteX36" fmla="*/ 1944092 w 12192000"/>
                  <a:gd name="connsiteY36" fmla="*/ 2005315 h 3176298"/>
                  <a:gd name="connsiteX37" fmla="*/ 1973429 w 12192000"/>
                  <a:gd name="connsiteY37" fmla="*/ 2007601 h 3176298"/>
                  <a:gd name="connsiteX38" fmla="*/ 2054013 w 12192000"/>
                  <a:gd name="connsiteY38" fmla="*/ 2030082 h 3176298"/>
                  <a:gd name="connsiteX39" fmla="*/ 2102021 w 12192000"/>
                  <a:gd name="connsiteY39" fmla="*/ 2024557 h 3176298"/>
                  <a:gd name="connsiteX40" fmla="*/ 2149267 w 12192000"/>
                  <a:gd name="connsiteY40" fmla="*/ 2009697 h 3176298"/>
                  <a:gd name="connsiteX41" fmla="*/ 2179556 w 12192000"/>
                  <a:gd name="connsiteY41" fmla="*/ 1995409 h 3176298"/>
                  <a:gd name="connsiteX42" fmla="*/ 2240710 w 12192000"/>
                  <a:gd name="connsiteY42" fmla="*/ 1985312 h 3176298"/>
                  <a:gd name="connsiteX43" fmla="*/ 2251948 w 12192000"/>
                  <a:gd name="connsiteY43" fmla="*/ 1986836 h 3176298"/>
                  <a:gd name="connsiteX44" fmla="*/ 2434456 w 12192000"/>
                  <a:gd name="connsiteY44" fmla="*/ 1999410 h 3176298"/>
                  <a:gd name="connsiteX45" fmla="*/ 2506847 w 12192000"/>
                  <a:gd name="connsiteY45" fmla="*/ 2019603 h 3176298"/>
                  <a:gd name="connsiteX46" fmla="*/ 2522279 w 12192000"/>
                  <a:gd name="connsiteY46" fmla="*/ 2022080 h 3176298"/>
                  <a:gd name="connsiteX47" fmla="*/ 2676398 w 12192000"/>
                  <a:gd name="connsiteY47" fmla="*/ 2044751 h 3176298"/>
                  <a:gd name="connsiteX48" fmla="*/ 2693543 w 12192000"/>
                  <a:gd name="connsiteY48" fmla="*/ 2045703 h 3176298"/>
                  <a:gd name="connsiteX49" fmla="*/ 2741360 w 12192000"/>
                  <a:gd name="connsiteY49" fmla="*/ 2041701 h 3176298"/>
                  <a:gd name="connsiteX50" fmla="*/ 2854140 w 12192000"/>
                  <a:gd name="connsiteY50" fmla="*/ 2082851 h 3176298"/>
                  <a:gd name="connsiteX51" fmla="*/ 2967110 w 12192000"/>
                  <a:gd name="connsiteY51" fmla="*/ 2096949 h 3176298"/>
                  <a:gd name="connsiteX52" fmla="*/ 3029216 w 12192000"/>
                  <a:gd name="connsiteY52" fmla="*/ 2096757 h 3176298"/>
                  <a:gd name="connsiteX53" fmla="*/ 3073604 w 12192000"/>
                  <a:gd name="connsiteY53" fmla="*/ 2106856 h 3176298"/>
                  <a:gd name="connsiteX54" fmla="*/ 3182763 w 12192000"/>
                  <a:gd name="connsiteY54" fmla="*/ 2137527 h 3176298"/>
                  <a:gd name="connsiteX55" fmla="*/ 3234202 w 12192000"/>
                  <a:gd name="connsiteY55" fmla="*/ 2142289 h 3176298"/>
                  <a:gd name="connsiteX56" fmla="*/ 3288877 w 12192000"/>
                  <a:gd name="connsiteY56" fmla="*/ 2152578 h 3176298"/>
                  <a:gd name="connsiteX57" fmla="*/ 3424135 w 12192000"/>
                  <a:gd name="connsiteY57" fmla="*/ 2198680 h 3176298"/>
                  <a:gd name="connsiteX58" fmla="*/ 3534629 w 12192000"/>
                  <a:gd name="connsiteY58" fmla="*/ 2196013 h 3176298"/>
                  <a:gd name="connsiteX59" fmla="*/ 3605116 w 12192000"/>
                  <a:gd name="connsiteY59" fmla="*/ 2196583 h 3176298"/>
                  <a:gd name="connsiteX60" fmla="*/ 3689131 w 12192000"/>
                  <a:gd name="connsiteY60" fmla="*/ 2211824 h 3176298"/>
                  <a:gd name="connsiteX61" fmla="*/ 3757902 w 12192000"/>
                  <a:gd name="connsiteY61" fmla="*/ 2234114 h 3176298"/>
                  <a:gd name="connsiteX62" fmla="*/ 3852966 w 12192000"/>
                  <a:gd name="connsiteY62" fmla="*/ 2251831 h 3176298"/>
                  <a:gd name="connsiteX63" fmla="*/ 3947648 w 12192000"/>
                  <a:gd name="connsiteY63" fmla="*/ 2285932 h 3176298"/>
                  <a:gd name="connsiteX64" fmla="*/ 4013753 w 12192000"/>
                  <a:gd name="connsiteY64" fmla="*/ 2312031 h 3176298"/>
                  <a:gd name="connsiteX65" fmla="*/ 4105766 w 12192000"/>
                  <a:gd name="connsiteY65" fmla="*/ 2335082 h 3176298"/>
                  <a:gd name="connsiteX66" fmla="*/ 4246551 w 12192000"/>
                  <a:gd name="connsiteY66" fmla="*/ 2351274 h 3176298"/>
                  <a:gd name="connsiteX67" fmla="*/ 4311323 w 12192000"/>
                  <a:gd name="connsiteY67" fmla="*/ 2352991 h 3176298"/>
                  <a:gd name="connsiteX68" fmla="*/ 4413817 w 12192000"/>
                  <a:gd name="connsiteY68" fmla="*/ 2390899 h 3176298"/>
                  <a:gd name="connsiteX69" fmla="*/ 4457632 w 12192000"/>
                  <a:gd name="connsiteY69" fmla="*/ 2409188 h 3176298"/>
                  <a:gd name="connsiteX70" fmla="*/ 4497068 w 12192000"/>
                  <a:gd name="connsiteY70" fmla="*/ 2393947 h 3176298"/>
                  <a:gd name="connsiteX71" fmla="*/ 4522596 w 12192000"/>
                  <a:gd name="connsiteY71" fmla="*/ 2376421 h 3176298"/>
                  <a:gd name="connsiteX72" fmla="*/ 4603368 w 12192000"/>
                  <a:gd name="connsiteY72" fmla="*/ 2391282 h 3176298"/>
                  <a:gd name="connsiteX73" fmla="*/ 4689098 w 12192000"/>
                  <a:gd name="connsiteY73" fmla="*/ 2406903 h 3176298"/>
                  <a:gd name="connsiteX74" fmla="*/ 4719697 w 12192000"/>
                  <a:gd name="connsiteY74" fmla="*/ 2413428 h 3176298"/>
                  <a:gd name="connsiteX75" fmla="*/ 4726469 w 12192000"/>
                  <a:gd name="connsiteY75" fmla="*/ 2414298 h 3176298"/>
                  <a:gd name="connsiteX76" fmla="*/ 4785776 w 12192000"/>
                  <a:gd name="connsiteY76" fmla="*/ 2414298 h 3176298"/>
                  <a:gd name="connsiteX77" fmla="*/ 4788661 w 12192000"/>
                  <a:gd name="connsiteY77" fmla="*/ 2414047 h 3176298"/>
                  <a:gd name="connsiteX78" fmla="*/ 4827024 w 12192000"/>
                  <a:gd name="connsiteY78" fmla="*/ 2408999 h 3176298"/>
                  <a:gd name="connsiteX79" fmla="*/ 4887415 w 12192000"/>
                  <a:gd name="connsiteY79" fmla="*/ 2405570 h 3176298"/>
                  <a:gd name="connsiteX80" fmla="*/ 4936184 w 12192000"/>
                  <a:gd name="connsiteY80" fmla="*/ 2395853 h 3176298"/>
                  <a:gd name="connsiteX81" fmla="*/ 4953328 w 12192000"/>
                  <a:gd name="connsiteY81" fmla="*/ 2390138 h 3176298"/>
                  <a:gd name="connsiteX82" fmla="*/ 5089162 w 12192000"/>
                  <a:gd name="connsiteY82" fmla="*/ 2345560 h 3176298"/>
                  <a:gd name="connsiteX83" fmla="*/ 5234326 w 12192000"/>
                  <a:gd name="connsiteY83" fmla="*/ 2309935 h 3176298"/>
                  <a:gd name="connsiteX84" fmla="*/ 5328438 w 12192000"/>
                  <a:gd name="connsiteY84" fmla="*/ 2332416 h 3176298"/>
                  <a:gd name="connsiteX85" fmla="*/ 5363491 w 12192000"/>
                  <a:gd name="connsiteY85" fmla="*/ 2332034 h 3176298"/>
                  <a:gd name="connsiteX86" fmla="*/ 5524660 w 12192000"/>
                  <a:gd name="connsiteY86" fmla="*/ 2337178 h 3176298"/>
                  <a:gd name="connsiteX87" fmla="*/ 5553045 w 12192000"/>
                  <a:gd name="connsiteY87" fmla="*/ 2342701 h 3176298"/>
                  <a:gd name="connsiteX88" fmla="*/ 5706401 w 12192000"/>
                  <a:gd name="connsiteY88" fmla="*/ 2320032 h 3176298"/>
                  <a:gd name="connsiteX89" fmla="*/ 5762029 w 12192000"/>
                  <a:gd name="connsiteY89" fmla="*/ 2316221 h 3176298"/>
                  <a:gd name="connsiteX90" fmla="*/ 5813276 w 12192000"/>
                  <a:gd name="connsiteY90" fmla="*/ 2309935 h 3176298"/>
                  <a:gd name="connsiteX91" fmla="*/ 5884906 w 12192000"/>
                  <a:gd name="connsiteY91" fmla="*/ 2308411 h 3176298"/>
                  <a:gd name="connsiteX92" fmla="*/ 5959204 w 12192000"/>
                  <a:gd name="connsiteY92" fmla="*/ 2311269 h 3176298"/>
                  <a:gd name="connsiteX93" fmla="*/ 6042072 w 12192000"/>
                  <a:gd name="connsiteY93" fmla="*/ 2310697 h 3176298"/>
                  <a:gd name="connsiteX94" fmla="*/ 6074842 w 12192000"/>
                  <a:gd name="connsiteY94" fmla="*/ 2305745 h 3176298"/>
                  <a:gd name="connsiteX95" fmla="*/ 6163425 w 12192000"/>
                  <a:gd name="connsiteY95" fmla="*/ 2309172 h 3176298"/>
                  <a:gd name="connsiteX96" fmla="*/ 6209909 w 12192000"/>
                  <a:gd name="connsiteY96" fmla="*/ 2303459 h 3176298"/>
                  <a:gd name="connsiteX97" fmla="*/ 6286493 w 12192000"/>
                  <a:gd name="connsiteY97" fmla="*/ 2302315 h 3176298"/>
                  <a:gd name="connsiteX98" fmla="*/ 6311449 w 12192000"/>
                  <a:gd name="connsiteY98" fmla="*/ 2300980 h 3176298"/>
                  <a:gd name="connsiteX99" fmla="*/ 6333739 w 12192000"/>
                  <a:gd name="connsiteY99" fmla="*/ 2300218 h 3176298"/>
                  <a:gd name="connsiteX100" fmla="*/ 6410131 w 12192000"/>
                  <a:gd name="connsiteY100" fmla="*/ 2315841 h 3176298"/>
                  <a:gd name="connsiteX101" fmla="*/ 6477951 w 12192000"/>
                  <a:gd name="connsiteY101" fmla="*/ 2316793 h 3176298"/>
                  <a:gd name="connsiteX102" fmla="*/ 6596828 w 12192000"/>
                  <a:gd name="connsiteY102" fmla="*/ 2329368 h 3176298"/>
                  <a:gd name="connsiteX103" fmla="*/ 6623118 w 12192000"/>
                  <a:gd name="connsiteY103" fmla="*/ 2324985 h 3176298"/>
                  <a:gd name="connsiteX104" fmla="*/ 6705417 w 12192000"/>
                  <a:gd name="connsiteY104" fmla="*/ 2323272 h 3176298"/>
                  <a:gd name="connsiteX105" fmla="*/ 6752283 w 12192000"/>
                  <a:gd name="connsiteY105" fmla="*/ 2321937 h 3176298"/>
                  <a:gd name="connsiteX106" fmla="*/ 6810195 w 12192000"/>
                  <a:gd name="connsiteY106" fmla="*/ 2331082 h 3176298"/>
                  <a:gd name="connsiteX107" fmla="*/ 6910782 w 12192000"/>
                  <a:gd name="connsiteY107" fmla="*/ 2350512 h 3176298"/>
                  <a:gd name="connsiteX108" fmla="*/ 6937263 w 12192000"/>
                  <a:gd name="connsiteY108" fmla="*/ 2353561 h 3176298"/>
                  <a:gd name="connsiteX109" fmla="*/ 6985653 w 12192000"/>
                  <a:gd name="connsiteY109" fmla="*/ 2362897 h 3176298"/>
                  <a:gd name="connsiteX110" fmla="*/ 6994415 w 12192000"/>
                  <a:gd name="connsiteY110" fmla="*/ 2364611 h 3176298"/>
                  <a:gd name="connsiteX111" fmla="*/ 7068141 w 12192000"/>
                  <a:gd name="connsiteY111" fmla="*/ 2388234 h 3176298"/>
                  <a:gd name="connsiteX112" fmla="*/ 7106432 w 12192000"/>
                  <a:gd name="connsiteY112" fmla="*/ 2390138 h 3176298"/>
                  <a:gd name="connsiteX113" fmla="*/ 7216547 w 12192000"/>
                  <a:gd name="connsiteY113" fmla="*/ 2390330 h 3176298"/>
                  <a:gd name="connsiteX114" fmla="*/ 7263220 w 12192000"/>
                  <a:gd name="connsiteY114" fmla="*/ 2386709 h 3176298"/>
                  <a:gd name="connsiteX115" fmla="*/ 7375428 w 12192000"/>
                  <a:gd name="connsiteY115" fmla="*/ 2372803 h 3176298"/>
                  <a:gd name="connsiteX116" fmla="*/ 7445916 w 12192000"/>
                  <a:gd name="connsiteY116" fmla="*/ 2365945 h 3176298"/>
                  <a:gd name="connsiteX117" fmla="*/ 7526880 w 12192000"/>
                  <a:gd name="connsiteY117" fmla="*/ 2355084 h 3176298"/>
                  <a:gd name="connsiteX118" fmla="*/ 7619655 w 12192000"/>
                  <a:gd name="connsiteY118" fmla="*/ 2348226 h 3176298"/>
                  <a:gd name="connsiteX119" fmla="*/ 7788636 w 12192000"/>
                  <a:gd name="connsiteY119" fmla="*/ 2327461 h 3176298"/>
                  <a:gd name="connsiteX120" fmla="*/ 7952280 w 12192000"/>
                  <a:gd name="connsiteY120" fmla="*/ 2305935 h 3176298"/>
                  <a:gd name="connsiteX121" fmla="*/ 8019339 w 12192000"/>
                  <a:gd name="connsiteY121" fmla="*/ 2286884 h 3176298"/>
                  <a:gd name="connsiteX122" fmla="*/ 8137835 w 12192000"/>
                  <a:gd name="connsiteY122" fmla="*/ 2259832 h 3176298"/>
                  <a:gd name="connsiteX123" fmla="*/ 8189651 w 12192000"/>
                  <a:gd name="connsiteY123" fmla="*/ 2243639 h 3176298"/>
                  <a:gd name="connsiteX124" fmla="*/ 8313671 w 12192000"/>
                  <a:gd name="connsiteY124" fmla="*/ 2209920 h 3176298"/>
                  <a:gd name="connsiteX125" fmla="*/ 8459979 w 12192000"/>
                  <a:gd name="connsiteY125" fmla="*/ 2158864 h 3176298"/>
                  <a:gd name="connsiteX126" fmla="*/ 8516369 w 12192000"/>
                  <a:gd name="connsiteY126" fmla="*/ 2144003 h 3176298"/>
                  <a:gd name="connsiteX127" fmla="*/ 8657726 w 12192000"/>
                  <a:gd name="connsiteY127" fmla="*/ 2106284 h 3176298"/>
                  <a:gd name="connsiteX128" fmla="*/ 8711448 w 12192000"/>
                  <a:gd name="connsiteY128" fmla="*/ 2098664 h 3176298"/>
                  <a:gd name="connsiteX129" fmla="*/ 8772219 w 12192000"/>
                  <a:gd name="connsiteY129" fmla="*/ 2082280 h 3176298"/>
                  <a:gd name="connsiteX130" fmla="*/ 8845565 w 12192000"/>
                  <a:gd name="connsiteY130" fmla="*/ 2053705 h 3176298"/>
                  <a:gd name="connsiteX131" fmla="*/ 8967871 w 12192000"/>
                  <a:gd name="connsiteY131" fmla="*/ 2011221 h 3176298"/>
                  <a:gd name="connsiteX132" fmla="*/ 9015878 w 12192000"/>
                  <a:gd name="connsiteY132" fmla="*/ 2001124 h 3176298"/>
                  <a:gd name="connsiteX133" fmla="*/ 9234579 w 12192000"/>
                  <a:gd name="connsiteY133" fmla="*/ 1935209 h 3176298"/>
                  <a:gd name="connsiteX134" fmla="*/ 9346597 w 12192000"/>
                  <a:gd name="connsiteY134" fmla="*/ 1896917 h 3176298"/>
                  <a:gd name="connsiteX135" fmla="*/ 9416321 w 12192000"/>
                  <a:gd name="connsiteY135" fmla="*/ 1880724 h 3176298"/>
                  <a:gd name="connsiteX136" fmla="*/ 9477283 w 12192000"/>
                  <a:gd name="connsiteY136" fmla="*/ 1856149 h 3176298"/>
                  <a:gd name="connsiteX137" fmla="*/ 9666265 w 12192000"/>
                  <a:gd name="connsiteY137" fmla="*/ 1787186 h 3176298"/>
                  <a:gd name="connsiteX138" fmla="*/ 9754088 w 12192000"/>
                  <a:gd name="connsiteY138" fmla="*/ 1741464 h 3176298"/>
                  <a:gd name="connsiteX139" fmla="*/ 9899446 w 12192000"/>
                  <a:gd name="connsiteY139" fmla="*/ 1656880 h 3176298"/>
                  <a:gd name="connsiteX140" fmla="*/ 9993175 w 12192000"/>
                  <a:gd name="connsiteY140" fmla="*/ 1576487 h 3176298"/>
                  <a:gd name="connsiteX141" fmla="*/ 10044230 w 12192000"/>
                  <a:gd name="connsiteY141" fmla="*/ 1540480 h 3176298"/>
                  <a:gd name="connsiteX142" fmla="*/ 10131863 w 12192000"/>
                  <a:gd name="connsiteY142" fmla="*/ 1485613 h 3176298"/>
                  <a:gd name="connsiteX143" fmla="*/ 10242357 w 12192000"/>
                  <a:gd name="connsiteY143" fmla="*/ 1410555 h 3176298"/>
                  <a:gd name="connsiteX144" fmla="*/ 10363709 w 12192000"/>
                  <a:gd name="connsiteY144" fmla="*/ 1359499 h 3176298"/>
                  <a:gd name="connsiteX145" fmla="*/ 10428291 w 12192000"/>
                  <a:gd name="connsiteY145" fmla="*/ 1314920 h 3176298"/>
                  <a:gd name="connsiteX146" fmla="*/ 10490969 w 12192000"/>
                  <a:gd name="connsiteY146" fmla="*/ 1267104 h 3176298"/>
                  <a:gd name="connsiteX147" fmla="*/ 10523354 w 12192000"/>
                  <a:gd name="connsiteY147" fmla="*/ 1238337 h 3176298"/>
                  <a:gd name="connsiteX148" fmla="*/ 10590031 w 12192000"/>
                  <a:gd name="connsiteY148" fmla="*/ 1191664 h 3176298"/>
                  <a:gd name="connsiteX149" fmla="*/ 10656519 w 12192000"/>
                  <a:gd name="connsiteY149" fmla="*/ 1156038 h 3176298"/>
                  <a:gd name="connsiteX150" fmla="*/ 10703573 w 12192000"/>
                  <a:gd name="connsiteY150" fmla="*/ 1120603 h 3176298"/>
                  <a:gd name="connsiteX151" fmla="*/ 10764534 w 12192000"/>
                  <a:gd name="connsiteY151" fmla="*/ 1067643 h 3176298"/>
                  <a:gd name="connsiteX152" fmla="*/ 10850453 w 12192000"/>
                  <a:gd name="connsiteY152" fmla="*/ 1014301 h 3176298"/>
                  <a:gd name="connsiteX153" fmla="*/ 10929704 w 12192000"/>
                  <a:gd name="connsiteY153" fmla="*/ 980201 h 3176298"/>
                  <a:gd name="connsiteX154" fmla="*/ 10967423 w 12192000"/>
                  <a:gd name="connsiteY154" fmla="*/ 930289 h 3176298"/>
                  <a:gd name="connsiteX155" fmla="*/ 11058869 w 12192000"/>
                  <a:gd name="connsiteY155" fmla="*/ 838084 h 3176298"/>
                  <a:gd name="connsiteX156" fmla="*/ 11172600 w 12192000"/>
                  <a:gd name="connsiteY156" fmla="*/ 762834 h 3176298"/>
                  <a:gd name="connsiteX157" fmla="*/ 11275283 w 12192000"/>
                  <a:gd name="connsiteY157" fmla="*/ 673676 h 3176298"/>
                  <a:gd name="connsiteX158" fmla="*/ 11320623 w 12192000"/>
                  <a:gd name="connsiteY158" fmla="*/ 639195 h 3176298"/>
                  <a:gd name="connsiteX159" fmla="*/ 11374346 w 12192000"/>
                  <a:gd name="connsiteY159" fmla="*/ 601664 h 3176298"/>
                  <a:gd name="connsiteX160" fmla="*/ 11448453 w 12192000"/>
                  <a:gd name="connsiteY160" fmla="*/ 567755 h 3176298"/>
                  <a:gd name="connsiteX161" fmla="*/ 11532275 w 12192000"/>
                  <a:gd name="connsiteY161" fmla="*/ 522605 h 3176298"/>
                  <a:gd name="connsiteX162" fmla="*/ 11562947 w 12192000"/>
                  <a:gd name="connsiteY162" fmla="*/ 486598 h 3176298"/>
                  <a:gd name="connsiteX163" fmla="*/ 11672489 w 12192000"/>
                  <a:gd name="connsiteY163" fmla="*/ 335337 h 3176298"/>
                  <a:gd name="connsiteX164" fmla="*/ 11821656 w 12192000"/>
                  <a:gd name="connsiteY164" fmla="*/ 207889 h 3176298"/>
                  <a:gd name="connsiteX165" fmla="*/ 11986443 w 12192000"/>
                  <a:gd name="connsiteY165" fmla="*/ 104824 h 3176298"/>
                  <a:gd name="connsiteX166" fmla="*/ 12026448 w 12192000"/>
                  <a:gd name="connsiteY166" fmla="*/ 88821 h 3176298"/>
                  <a:gd name="connsiteX167" fmla="*/ 12160947 w 12192000"/>
                  <a:gd name="connsiteY167" fmla="*/ 28621 h 3176298"/>
                  <a:gd name="connsiteX168" fmla="*/ 12192000 w 12192000"/>
                  <a:gd name="connsiteY168" fmla="*/ 0 h 317629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  <a:cxn ang="0">
                    <a:pos x="connsiteX89" y="connsiteY89"/>
                  </a:cxn>
                  <a:cxn ang="0">
                    <a:pos x="connsiteX90" y="connsiteY90"/>
                  </a:cxn>
                  <a:cxn ang="0">
                    <a:pos x="connsiteX91" y="connsiteY91"/>
                  </a:cxn>
                  <a:cxn ang="0">
                    <a:pos x="connsiteX92" y="connsiteY92"/>
                  </a:cxn>
                  <a:cxn ang="0">
                    <a:pos x="connsiteX93" y="connsiteY93"/>
                  </a:cxn>
                  <a:cxn ang="0">
                    <a:pos x="connsiteX94" y="connsiteY94"/>
                  </a:cxn>
                  <a:cxn ang="0">
                    <a:pos x="connsiteX95" y="connsiteY95"/>
                  </a:cxn>
                  <a:cxn ang="0">
                    <a:pos x="connsiteX96" y="connsiteY96"/>
                  </a:cxn>
                  <a:cxn ang="0">
                    <a:pos x="connsiteX97" y="connsiteY97"/>
                  </a:cxn>
                  <a:cxn ang="0">
                    <a:pos x="connsiteX98" y="connsiteY98"/>
                  </a:cxn>
                  <a:cxn ang="0">
                    <a:pos x="connsiteX99" y="connsiteY99"/>
                  </a:cxn>
                  <a:cxn ang="0">
                    <a:pos x="connsiteX100" y="connsiteY100"/>
                  </a:cxn>
                  <a:cxn ang="0">
                    <a:pos x="connsiteX101" y="connsiteY101"/>
                  </a:cxn>
                  <a:cxn ang="0">
                    <a:pos x="connsiteX102" y="connsiteY102"/>
                  </a:cxn>
                  <a:cxn ang="0">
                    <a:pos x="connsiteX103" y="connsiteY103"/>
                  </a:cxn>
                  <a:cxn ang="0">
                    <a:pos x="connsiteX104" y="connsiteY104"/>
                  </a:cxn>
                  <a:cxn ang="0">
                    <a:pos x="connsiteX105" y="connsiteY105"/>
                  </a:cxn>
                  <a:cxn ang="0">
                    <a:pos x="connsiteX106" y="connsiteY106"/>
                  </a:cxn>
                  <a:cxn ang="0">
                    <a:pos x="connsiteX107" y="connsiteY107"/>
                  </a:cxn>
                  <a:cxn ang="0">
                    <a:pos x="connsiteX108" y="connsiteY108"/>
                  </a:cxn>
                  <a:cxn ang="0">
                    <a:pos x="connsiteX109" y="connsiteY109"/>
                  </a:cxn>
                  <a:cxn ang="0">
                    <a:pos x="connsiteX110" y="connsiteY110"/>
                  </a:cxn>
                  <a:cxn ang="0">
                    <a:pos x="connsiteX111" y="connsiteY111"/>
                  </a:cxn>
                  <a:cxn ang="0">
                    <a:pos x="connsiteX112" y="connsiteY112"/>
                  </a:cxn>
                  <a:cxn ang="0">
                    <a:pos x="connsiteX113" y="connsiteY113"/>
                  </a:cxn>
                  <a:cxn ang="0">
                    <a:pos x="connsiteX114" y="connsiteY114"/>
                  </a:cxn>
                  <a:cxn ang="0">
                    <a:pos x="connsiteX115" y="connsiteY115"/>
                  </a:cxn>
                  <a:cxn ang="0">
                    <a:pos x="connsiteX116" y="connsiteY116"/>
                  </a:cxn>
                  <a:cxn ang="0">
                    <a:pos x="connsiteX117" y="connsiteY117"/>
                  </a:cxn>
                  <a:cxn ang="0">
                    <a:pos x="connsiteX118" y="connsiteY118"/>
                  </a:cxn>
                  <a:cxn ang="0">
                    <a:pos x="connsiteX119" y="connsiteY119"/>
                  </a:cxn>
                  <a:cxn ang="0">
                    <a:pos x="connsiteX120" y="connsiteY120"/>
                  </a:cxn>
                  <a:cxn ang="0">
                    <a:pos x="connsiteX121" y="connsiteY121"/>
                  </a:cxn>
                  <a:cxn ang="0">
                    <a:pos x="connsiteX122" y="connsiteY122"/>
                  </a:cxn>
                  <a:cxn ang="0">
                    <a:pos x="connsiteX123" y="connsiteY123"/>
                  </a:cxn>
                  <a:cxn ang="0">
                    <a:pos x="connsiteX124" y="connsiteY124"/>
                  </a:cxn>
                  <a:cxn ang="0">
                    <a:pos x="connsiteX125" y="connsiteY125"/>
                  </a:cxn>
                  <a:cxn ang="0">
                    <a:pos x="connsiteX126" y="connsiteY126"/>
                  </a:cxn>
                  <a:cxn ang="0">
                    <a:pos x="connsiteX127" y="connsiteY127"/>
                  </a:cxn>
                  <a:cxn ang="0">
                    <a:pos x="connsiteX128" y="connsiteY128"/>
                  </a:cxn>
                  <a:cxn ang="0">
                    <a:pos x="connsiteX129" y="connsiteY129"/>
                  </a:cxn>
                  <a:cxn ang="0">
                    <a:pos x="connsiteX130" y="connsiteY130"/>
                  </a:cxn>
                  <a:cxn ang="0">
                    <a:pos x="connsiteX131" y="connsiteY131"/>
                  </a:cxn>
                  <a:cxn ang="0">
                    <a:pos x="connsiteX132" y="connsiteY132"/>
                  </a:cxn>
                  <a:cxn ang="0">
                    <a:pos x="connsiteX133" y="connsiteY133"/>
                  </a:cxn>
                  <a:cxn ang="0">
                    <a:pos x="connsiteX134" y="connsiteY134"/>
                  </a:cxn>
                  <a:cxn ang="0">
                    <a:pos x="connsiteX135" y="connsiteY135"/>
                  </a:cxn>
                  <a:cxn ang="0">
                    <a:pos x="connsiteX136" y="connsiteY136"/>
                  </a:cxn>
                  <a:cxn ang="0">
                    <a:pos x="connsiteX137" y="connsiteY137"/>
                  </a:cxn>
                  <a:cxn ang="0">
                    <a:pos x="connsiteX138" y="connsiteY138"/>
                  </a:cxn>
                  <a:cxn ang="0">
                    <a:pos x="connsiteX139" y="connsiteY139"/>
                  </a:cxn>
                  <a:cxn ang="0">
                    <a:pos x="connsiteX140" y="connsiteY140"/>
                  </a:cxn>
                  <a:cxn ang="0">
                    <a:pos x="connsiteX141" y="connsiteY141"/>
                  </a:cxn>
                  <a:cxn ang="0">
                    <a:pos x="connsiteX142" y="connsiteY142"/>
                  </a:cxn>
                  <a:cxn ang="0">
                    <a:pos x="connsiteX143" y="connsiteY143"/>
                  </a:cxn>
                  <a:cxn ang="0">
                    <a:pos x="connsiteX144" y="connsiteY144"/>
                  </a:cxn>
                  <a:cxn ang="0">
                    <a:pos x="connsiteX145" y="connsiteY145"/>
                  </a:cxn>
                  <a:cxn ang="0">
                    <a:pos x="connsiteX146" y="connsiteY146"/>
                  </a:cxn>
                  <a:cxn ang="0">
                    <a:pos x="connsiteX147" y="connsiteY147"/>
                  </a:cxn>
                  <a:cxn ang="0">
                    <a:pos x="connsiteX148" y="connsiteY148"/>
                  </a:cxn>
                  <a:cxn ang="0">
                    <a:pos x="connsiteX149" y="connsiteY149"/>
                  </a:cxn>
                  <a:cxn ang="0">
                    <a:pos x="connsiteX150" y="connsiteY150"/>
                  </a:cxn>
                  <a:cxn ang="0">
                    <a:pos x="connsiteX151" y="connsiteY151"/>
                  </a:cxn>
                  <a:cxn ang="0">
                    <a:pos x="connsiteX152" y="connsiteY152"/>
                  </a:cxn>
                  <a:cxn ang="0">
                    <a:pos x="connsiteX153" y="connsiteY153"/>
                  </a:cxn>
                  <a:cxn ang="0">
                    <a:pos x="connsiteX154" y="connsiteY154"/>
                  </a:cxn>
                  <a:cxn ang="0">
                    <a:pos x="connsiteX155" y="connsiteY155"/>
                  </a:cxn>
                  <a:cxn ang="0">
                    <a:pos x="connsiteX156" y="connsiteY156"/>
                  </a:cxn>
                  <a:cxn ang="0">
                    <a:pos x="connsiteX157" y="connsiteY157"/>
                  </a:cxn>
                  <a:cxn ang="0">
                    <a:pos x="connsiteX158" y="connsiteY158"/>
                  </a:cxn>
                  <a:cxn ang="0">
                    <a:pos x="connsiteX159" y="connsiteY159"/>
                  </a:cxn>
                  <a:cxn ang="0">
                    <a:pos x="connsiteX160" y="connsiteY160"/>
                  </a:cxn>
                  <a:cxn ang="0">
                    <a:pos x="connsiteX161" y="connsiteY161"/>
                  </a:cxn>
                  <a:cxn ang="0">
                    <a:pos x="connsiteX162" y="connsiteY162"/>
                  </a:cxn>
                  <a:cxn ang="0">
                    <a:pos x="connsiteX163" y="connsiteY163"/>
                  </a:cxn>
                  <a:cxn ang="0">
                    <a:pos x="connsiteX164" y="connsiteY164"/>
                  </a:cxn>
                  <a:cxn ang="0">
                    <a:pos x="connsiteX165" y="connsiteY165"/>
                  </a:cxn>
                  <a:cxn ang="0">
                    <a:pos x="connsiteX166" y="connsiteY166"/>
                  </a:cxn>
                  <a:cxn ang="0">
                    <a:pos x="connsiteX167" y="connsiteY167"/>
                  </a:cxn>
                  <a:cxn ang="0">
                    <a:pos x="connsiteX168" y="connsiteY168"/>
                  </a:cxn>
                </a:cxnLst>
                <a:rect l="l" t="t" r="r" b="b"/>
                <a:pathLst>
                  <a:path w="12192000" h="3176298">
                    <a:moveTo>
                      <a:pt x="12192000" y="0"/>
                    </a:moveTo>
                    <a:lnTo>
                      <a:pt x="12192000" y="3176298"/>
                    </a:lnTo>
                    <a:lnTo>
                      <a:pt x="0" y="3176298"/>
                    </a:lnTo>
                    <a:lnTo>
                      <a:pt x="0" y="2264980"/>
                    </a:lnTo>
                    <a:lnTo>
                      <a:pt x="544" y="2264980"/>
                    </a:lnTo>
                    <a:lnTo>
                      <a:pt x="544" y="2392219"/>
                    </a:lnTo>
                    <a:lnTo>
                      <a:pt x="61197" y="2387448"/>
                    </a:lnTo>
                    <a:cubicBezTo>
                      <a:pt x="80794" y="2382137"/>
                      <a:pt x="99990" y="2374707"/>
                      <a:pt x="119613" y="2369945"/>
                    </a:cubicBezTo>
                    <a:cubicBezTo>
                      <a:pt x="137898" y="2365563"/>
                      <a:pt x="155046" y="2355466"/>
                      <a:pt x="172384" y="2347084"/>
                    </a:cubicBezTo>
                    <a:cubicBezTo>
                      <a:pt x="205529" y="2331082"/>
                      <a:pt x="240965" y="2341178"/>
                      <a:pt x="274873" y="2336988"/>
                    </a:cubicBezTo>
                    <a:cubicBezTo>
                      <a:pt x="285732" y="2335653"/>
                      <a:pt x="296590" y="2334130"/>
                      <a:pt x="307259" y="2331461"/>
                    </a:cubicBezTo>
                    <a:cubicBezTo>
                      <a:pt x="336408" y="2324413"/>
                      <a:pt x="366127" y="2318317"/>
                      <a:pt x="394511" y="2308601"/>
                    </a:cubicBezTo>
                    <a:cubicBezTo>
                      <a:pt x="426709" y="2297743"/>
                      <a:pt x="457572" y="2283264"/>
                      <a:pt x="494337" y="2268213"/>
                    </a:cubicBezTo>
                    <a:cubicBezTo>
                      <a:pt x="507102" y="2272024"/>
                      <a:pt x="526724" y="2282312"/>
                      <a:pt x="546917" y="2283264"/>
                    </a:cubicBezTo>
                    <a:cubicBezTo>
                      <a:pt x="611880" y="2286503"/>
                      <a:pt x="672650" y="2268786"/>
                      <a:pt x="730754" y="2240780"/>
                    </a:cubicBezTo>
                    <a:cubicBezTo>
                      <a:pt x="748471" y="2232399"/>
                      <a:pt x="767524" y="2226874"/>
                      <a:pt x="785432" y="2218682"/>
                    </a:cubicBezTo>
                    <a:cubicBezTo>
                      <a:pt x="791717" y="2215826"/>
                      <a:pt x="799909" y="2209730"/>
                      <a:pt x="801053" y="2204013"/>
                    </a:cubicBezTo>
                    <a:cubicBezTo>
                      <a:pt x="807719" y="2170866"/>
                      <a:pt x="832486" y="2171436"/>
                      <a:pt x="858205" y="2169532"/>
                    </a:cubicBezTo>
                    <a:cubicBezTo>
                      <a:pt x="888877" y="2167247"/>
                      <a:pt x="919165" y="2161912"/>
                      <a:pt x="949646" y="2157340"/>
                    </a:cubicBezTo>
                    <a:cubicBezTo>
                      <a:pt x="953648" y="2156768"/>
                      <a:pt x="957266" y="2152768"/>
                      <a:pt x="960887" y="2150099"/>
                    </a:cubicBezTo>
                    <a:cubicBezTo>
                      <a:pt x="966411" y="2146099"/>
                      <a:pt x="971554" y="2140003"/>
                      <a:pt x="977653" y="2138480"/>
                    </a:cubicBezTo>
                    <a:cubicBezTo>
                      <a:pt x="1008894" y="2131049"/>
                      <a:pt x="1040327" y="2124763"/>
                      <a:pt x="1071762" y="2117905"/>
                    </a:cubicBezTo>
                    <a:cubicBezTo>
                      <a:pt x="1078810" y="2116380"/>
                      <a:pt x="1086048" y="2114476"/>
                      <a:pt x="1092527" y="2111428"/>
                    </a:cubicBezTo>
                    <a:cubicBezTo>
                      <a:pt x="1098623" y="2108570"/>
                      <a:pt x="1103767" y="2103616"/>
                      <a:pt x="1109865" y="2100568"/>
                    </a:cubicBezTo>
                    <a:cubicBezTo>
                      <a:pt x="1126437" y="2092378"/>
                      <a:pt x="1143394" y="2084757"/>
                      <a:pt x="1162823" y="2075613"/>
                    </a:cubicBezTo>
                    <a:cubicBezTo>
                      <a:pt x="1173681" y="2092757"/>
                      <a:pt x="1188354" y="2083041"/>
                      <a:pt x="1206641" y="2074851"/>
                    </a:cubicBezTo>
                    <a:cubicBezTo>
                      <a:pt x="1225310" y="2066468"/>
                      <a:pt x="1246837" y="2063801"/>
                      <a:pt x="1267411" y="2060753"/>
                    </a:cubicBezTo>
                    <a:cubicBezTo>
                      <a:pt x="1305132" y="2055228"/>
                      <a:pt x="1343044" y="2051799"/>
                      <a:pt x="1380762" y="2046847"/>
                    </a:cubicBezTo>
                    <a:cubicBezTo>
                      <a:pt x="1388765" y="2045703"/>
                      <a:pt x="1397909" y="2043608"/>
                      <a:pt x="1404006" y="2038844"/>
                    </a:cubicBezTo>
                    <a:cubicBezTo>
                      <a:pt x="1445725" y="2006839"/>
                      <a:pt x="1496403" y="1997887"/>
                      <a:pt x="1544598" y="2000932"/>
                    </a:cubicBezTo>
                    <a:cubicBezTo>
                      <a:pt x="1582510" y="2003220"/>
                      <a:pt x="1619658" y="2004935"/>
                      <a:pt x="1657188" y="2001697"/>
                    </a:cubicBezTo>
                    <a:cubicBezTo>
                      <a:pt x="1660046" y="2001505"/>
                      <a:pt x="1663856" y="2001887"/>
                      <a:pt x="1665950" y="2003411"/>
                    </a:cubicBezTo>
                    <a:cubicBezTo>
                      <a:pt x="1678904" y="2013507"/>
                      <a:pt x="1692431" y="2014269"/>
                      <a:pt x="1709006" y="2015983"/>
                    </a:cubicBezTo>
                    <a:cubicBezTo>
                      <a:pt x="1732439" y="2018461"/>
                      <a:pt x="1753965" y="2016745"/>
                      <a:pt x="1775684" y="2012555"/>
                    </a:cubicBezTo>
                    <a:cubicBezTo>
                      <a:pt x="1791496" y="2009507"/>
                      <a:pt x="1807497" y="2003220"/>
                      <a:pt x="1821596" y="1995218"/>
                    </a:cubicBezTo>
                    <a:cubicBezTo>
                      <a:pt x="1841216" y="1983978"/>
                      <a:pt x="1860079" y="1979597"/>
                      <a:pt x="1878748" y="1994457"/>
                    </a:cubicBezTo>
                    <a:cubicBezTo>
                      <a:pt x="1898940" y="2010269"/>
                      <a:pt x="1921800" y="2004745"/>
                      <a:pt x="1944092" y="2005315"/>
                    </a:cubicBezTo>
                    <a:cubicBezTo>
                      <a:pt x="1953806" y="2005507"/>
                      <a:pt x="1964094" y="2005124"/>
                      <a:pt x="1973429" y="2007601"/>
                    </a:cubicBezTo>
                    <a:cubicBezTo>
                      <a:pt x="2000479" y="2014651"/>
                      <a:pt x="2026581" y="2025320"/>
                      <a:pt x="2054013" y="2030082"/>
                    </a:cubicBezTo>
                    <a:cubicBezTo>
                      <a:pt x="2069254" y="2032747"/>
                      <a:pt x="2086208" y="2027986"/>
                      <a:pt x="2102021" y="2024557"/>
                    </a:cubicBezTo>
                    <a:cubicBezTo>
                      <a:pt x="2118023" y="2020937"/>
                      <a:pt x="2133834" y="2015413"/>
                      <a:pt x="2149267" y="2009697"/>
                    </a:cubicBezTo>
                    <a:cubicBezTo>
                      <a:pt x="2159743" y="2005887"/>
                      <a:pt x="2171173" y="2002267"/>
                      <a:pt x="2179556" y="1995409"/>
                    </a:cubicBezTo>
                    <a:cubicBezTo>
                      <a:pt x="2198608" y="1979788"/>
                      <a:pt x="2218229" y="1977120"/>
                      <a:pt x="2240710" y="1985312"/>
                    </a:cubicBezTo>
                    <a:cubicBezTo>
                      <a:pt x="2244137" y="1986647"/>
                      <a:pt x="2248138" y="1986647"/>
                      <a:pt x="2251948" y="1986836"/>
                    </a:cubicBezTo>
                    <a:cubicBezTo>
                      <a:pt x="2312915" y="1990836"/>
                      <a:pt x="2373874" y="1993314"/>
                      <a:pt x="2434456" y="1999410"/>
                    </a:cubicBezTo>
                    <a:cubicBezTo>
                      <a:pt x="2459029" y="2001887"/>
                      <a:pt x="2482652" y="2012745"/>
                      <a:pt x="2506847" y="2019603"/>
                    </a:cubicBezTo>
                    <a:cubicBezTo>
                      <a:pt x="2511800" y="2020937"/>
                      <a:pt x="2517327" y="2023033"/>
                      <a:pt x="2522279" y="2022080"/>
                    </a:cubicBezTo>
                    <a:cubicBezTo>
                      <a:pt x="2576191" y="2012555"/>
                      <a:pt x="2626677" y="2026461"/>
                      <a:pt x="2676398" y="2044751"/>
                    </a:cubicBezTo>
                    <a:cubicBezTo>
                      <a:pt x="2681540" y="2046656"/>
                      <a:pt x="2687827" y="2046084"/>
                      <a:pt x="2693543" y="2045703"/>
                    </a:cubicBezTo>
                    <a:cubicBezTo>
                      <a:pt x="2709548" y="2044370"/>
                      <a:pt x="2726882" y="2037701"/>
                      <a:pt x="2741360" y="2041701"/>
                    </a:cubicBezTo>
                    <a:cubicBezTo>
                      <a:pt x="2779842" y="2052753"/>
                      <a:pt x="2817943" y="2066087"/>
                      <a:pt x="2854140" y="2082851"/>
                    </a:cubicBezTo>
                    <a:cubicBezTo>
                      <a:pt x="2890910" y="2099805"/>
                      <a:pt x="2925008" y="2114095"/>
                      <a:pt x="2967110" y="2096949"/>
                    </a:cubicBezTo>
                    <a:cubicBezTo>
                      <a:pt x="2985016" y="2089709"/>
                      <a:pt x="3008639" y="2094853"/>
                      <a:pt x="3029216" y="2096757"/>
                    </a:cubicBezTo>
                    <a:cubicBezTo>
                      <a:pt x="3044264" y="2098282"/>
                      <a:pt x="3058743" y="2106856"/>
                      <a:pt x="3073604" y="2106856"/>
                    </a:cubicBezTo>
                    <a:cubicBezTo>
                      <a:pt x="3113231" y="2106856"/>
                      <a:pt x="3148472" y="2116953"/>
                      <a:pt x="3182763" y="2137527"/>
                    </a:cubicBezTo>
                    <a:cubicBezTo>
                      <a:pt x="3196102" y="2145528"/>
                      <a:pt x="3216867" y="2140193"/>
                      <a:pt x="3234202" y="2142289"/>
                    </a:cubicBezTo>
                    <a:cubicBezTo>
                      <a:pt x="3252492" y="2144765"/>
                      <a:pt x="3271348" y="2147051"/>
                      <a:pt x="3288877" y="2152578"/>
                    </a:cubicBezTo>
                    <a:cubicBezTo>
                      <a:pt x="3334216" y="2167056"/>
                      <a:pt x="3378986" y="2183439"/>
                      <a:pt x="3424135" y="2198680"/>
                    </a:cubicBezTo>
                    <a:cubicBezTo>
                      <a:pt x="3461282" y="2211253"/>
                      <a:pt x="3497862" y="2201347"/>
                      <a:pt x="3534629" y="2196013"/>
                    </a:cubicBezTo>
                    <a:cubicBezTo>
                      <a:pt x="3557682" y="2192583"/>
                      <a:pt x="3579206" y="2184391"/>
                      <a:pt x="3605116" y="2196583"/>
                    </a:cubicBezTo>
                    <a:cubicBezTo>
                      <a:pt x="3629882" y="2208205"/>
                      <a:pt x="3661315" y="2205537"/>
                      <a:pt x="3689131" y="2211824"/>
                    </a:cubicBezTo>
                    <a:cubicBezTo>
                      <a:pt x="3712565" y="2217157"/>
                      <a:pt x="3735231" y="2225732"/>
                      <a:pt x="3757902" y="2234114"/>
                    </a:cubicBezTo>
                    <a:cubicBezTo>
                      <a:pt x="3788766" y="2245545"/>
                      <a:pt x="3819245" y="2257545"/>
                      <a:pt x="3852966" y="2251831"/>
                    </a:cubicBezTo>
                    <a:cubicBezTo>
                      <a:pt x="3891259" y="2245353"/>
                      <a:pt x="3917546" y="2269738"/>
                      <a:pt x="3947648" y="2285932"/>
                    </a:cubicBezTo>
                    <a:cubicBezTo>
                      <a:pt x="3968414" y="2296980"/>
                      <a:pt x="3991083" y="2305172"/>
                      <a:pt x="4013753" y="2312031"/>
                    </a:cubicBezTo>
                    <a:cubicBezTo>
                      <a:pt x="4044043" y="2320985"/>
                      <a:pt x="4075285" y="2326320"/>
                      <a:pt x="4105766" y="2335082"/>
                    </a:cubicBezTo>
                    <a:cubicBezTo>
                      <a:pt x="4151870" y="2348226"/>
                      <a:pt x="4198546" y="2358514"/>
                      <a:pt x="4246551" y="2351274"/>
                    </a:cubicBezTo>
                    <a:cubicBezTo>
                      <a:pt x="4268649" y="2348036"/>
                      <a:pt x="4289227" y="2348226"/>
                      <a:pt x="4311323" y="2352991"/>
                    </a:cubicBezTo>
                    <a:cubicBezTo>
                      <a:pt x="4347518" y="2360801"/>
                      <a:pt x="4384668" y="2361753"/>
                      <a:pt x="4413817" y="2390899"/>
                    </a:cubicBezTo>
                    <a:cubicBezTo>
                      <a:pt x="4424104" y="2401188"/>
                      <a:pt x="4442581" y="2403853"/>
                      <a:pt x="4457632" y="2409188"/>
                    </a:cubicBezTo>
                    <a:cubicBezTo>
                      <a:pt x="4474969" y="2415476"/>
                      <a:pt x="4487731" y="2412236"/>
                      <a:pt x="4497068" y="2393947"/>
                    </a:cubicBezTo>
                    <a:cubicBezTo>
                      <a:pt x="4501257" y="2385757"/>
                      <a:pt x="4513260" y="2377755"/>
                      <a:pt x="4522596" y="2376421"/>
                    </a:cubicBezTo>
                    <a:cubicBezTo>
                      <a:pt x="4550599" y="2372421"/>
                      <a:pt x="4576318" y="2378327"/>
                      <a:pt x="4603368" y="2391282"/>
                    </a:cubicBezTo>
                    <a:cubicBezTo>
                      <a:pt x="4628705" y="2403474"/>
                      <a:pt x="4660331" y="2402140"/>
                      <a:pt x="4689098" y="2406903"/>
                    </a:cubicBezTo>
                    <a:cubicBezTo>
                      <a:pt x="4699289" y="2408618"/>
                      <a:pt x="4709482" y="2411237"/>
                      <a:pt x="4719697" y="2413428"/>
                    </a:cubicBezTo>
                    <a:lnTo>
                      <a:pt x="4726469" y="2414298"/>
                    </a:lnTo>
                    <a:lnTo>
                      <a:pt x="4785776" y="2414298"/>
                    </a:lnTo>
                    <a:lnTo>
                      <a:pt x="4788661" y="2414047"/>
                    </a:lnTo>
                    <a:cubicBezTo>
                      <a:pt x="4801401" y="2412237"/>
                      <a:pt x="4814166" y="2410142"/>
                      <a:pt x="4827024" y="2408999"/>
                    </a:cubicBezTo>
                    <a:cubicBezTo>
                      <a:pt x="4847027" y="2407095"/>
                      <a:pt x="4867412" y="2407856"/>
                      <a:pt x="4887415" y="2405570"/>
                    </a:cubicBezTo>
                    <a:cubicBezTo>
                      <a:pt x="4903799" y="2403853"/>
                      <a:pt x="4919991" y="2399474"/>
                      <a:pt x="4936184" y="2395853"/>
                    </a:cubicBezTo>
                    <a:cubicBezTo>
                      <a:pt x="4942089" y="2394520"/>
                      <a:pt x="4947996" y="2389376"/>
                      <a:pt x="4953328" y="2390138"/>
                    </a:cubicBezTo>
                    <a:cubicBezTo>
                      <a:pt x="5006292" y="2398330"/>
                      <a:pt x="5044391" y="2361753"/>
                      <a:pt x="5089162" y="2345560"/>
                    </a:cubicBezTo>
                    <a:cubicBezTo>
                      <a:pt x="5136216" y="2328413"/>
                      <a:pt x="5181748" y="2302124"/>
                      <a:pt x="5234326" y="2309935"/>
                    </a:cubicBezTo>
                    <a:cubicBezTo>
                      <a:pt x="5266141" y="2314697"/>
                      <a:pt x="5296812" y="2325747"/>
                      <a:pt x="5328438" y="2332416"/>
                    </a:cubicBezTo>
                    <a:cubicBezTo>
                      <a:pt x="5339677" y="2334701"/>
                      <a:pt x="5352250" y="2334320"/>
                      <a:pt x="5363491" y="2332034"/>
                    </a:cubicBezTo>
                    <a:cubicBezTo>
                      <a:pt x="5417784" y="2321555"/>
                      <a:pt x="5471316" y="2320032"/>
                      <a:pt x="5524660" y="2337178"/>
                    </a:cubicBezTo>
                    <a:cubicBezTo>
                      <a:pt x="5533802" y="2340036"/>
                      <a:pt x="5543518" y="2342701"/>
                      <a:pt x="5553045" y="2342701"/>
                    </a:cubicBezTo>
                    <a:cubicBezTo>
                      <a:pt x="5605244" y="2342701"/>
                      <a:pt x="5656488" y="2338701"/>
                      <a:pt x="5706401" y="2320032"/>
                    </a:cubicBezTo>
                    <a:cubicBezTo>
                      <a:pt x="5723166" y="2313745"/>
                      <a:pt x="5743551" y="2317745"/>
                      <a:pt x="5762029" y="2316221"/>
                    </a:cubicBezTo>
                    <a:cubicBezTo>
                      <a:pt x="5779174" y="2314889"/>
                      <a:pt x="5796702" y="2314317"/>
                      <a:pt x="5813276" y="2309935"/>
                    </a:cubicBezTo>
                    <a:cubicBezTo>
                      <a:pt x="5837472" y="2303459"/>
                      <a:pt x="5859949" y="2302697"/>
                      <a:pt x="5884906" y="2308411"/>
                    </a:cubicBezTo>
                    <a:cubicBezTo>
                      <a:pt x="5908719" y="2313745"/>
                      <a:pt x="5934438" y="2311079"/>
                      <a:pt x="5959204" y="2311269"/>
                    </a:cubicBezTo>
                    <a:cubicBezTo>
                      <a:pt x="5986828" y="2311459"/>
                      <a:pt x="6014449" y="2311649"/>
                      <a:pt x="6042072" y="2310697"/>
                    </a:cubicBezTo>
                    <a:cubicBezTo>
                      <a:pt x="6053124" y="2310317"/>
                      <a:pt x="6065695" y="2302697"/>
                      <a:pt x="6074842" y="2305745"/>
                    </a:cubicBezTo>
                    <a:cubicBezTo>
                      <a:pt x="6104368" y="2316031"/>
                      <a:pt x="6133897" y="2303649"/>
                      <a:pt x="6163425" y="2309172"/>
                    </a:cubicBezTo>
                    <a:cubicBezTo>
                      <a:pt x="6177905" y="2312031"/>
                      <a:pt x="6194288" y="2304220"/>
                      <a:pt x="6209909" y="2303459"/>
                    </a:cubicBezTo>
                    <a:cubicBezTo>
                      <a:pt x="6235437" y="2302124"/>
                      <a:pt x="6260964" y="2302697"/>
                      <a:pt x="6286493" y="2302315"/>
                    </a:cubicBezTo>
                    <a:cubicBezTo>
                      <a:pt x="6294876" y="2302124"/>
                      <a:pt x="6303068" y="2301362"/>
                      <a:pt x="6311449" y="2300980"/>
                    </a:cubicBezTo>
                    <a:cubicBezTo>
                      <a:pt x="6318880" y="2300601"/>
                      <a:pt x="6326691" y="2298887"/>
                      <a:pt x="6333739" y="2300218"/>
                    </a:cubicBezTo>
                    <a:cubicBezTo>
                      <a:pt x="6359268" y="2304983"/>
                      <a:pt x="6384414" y="2312793"/>
                      <a:pt x="6410131" y="2315841"/>
                    </a:cubicBezTo>
                    <a:cubicBezTo>
                      <a:pt x="6432420" y="2318507"/>
                      <a:pt x="6455472" y="2314889"/>
                      <a:pt x="6477951" y="2316793"/>
                    </a:cubicBezTo>
                    <a:cubicBezTo>
                      <a:pt x="6517576" y="2320032"/>
                      <a:pt x="6557201" y="2325747"/>
                      <a:pt x="6596828" y="2329368"/>
                    </a:cubicBezTo>
                    <a:cubicBezTo>
                      <a:pt x="6605401" y="2330130"/>
                      <a:pt x="6614353" y="2325365"/>
                      <a:pt x="6623118" y="2324985"/>
                    </a:cubicBezTo>
                    <a:cubicBezTo>
                      <a:pt x="6650551" y="2324033"/>
                      <a:pt x="6677984" y="2323841"/>
                      <a:pt x="6705417" y="2323272"/>
                    </a:cubicBezTo>
                    <a:cubicBezTo>
                      <a:pt x="6721038" y="2323080"/>
                      <a:pt x="6736851" y="2323651"/>
                      <a:pt x="6752283" y="2321937"/>
                    </a:cubicBezTo>
                    <a:cubicBezTo>
                      <a:pt x="6772665" y="2319651"/>
                      <a:pt x="6791144" y="2316221"/>
                      <a:pt x="6810195" y="2331082"/>
                    </a:cubicBezTo>
                    <a:cubicBezTo>
                      <a:pt x="6839534" y="2354132"/>
                      <a:pt x="6876872" y="2345178"/>
                      <a:pt x="6910782" y="2350512"/>
                    </a:cubicBezTo>
                    <a:cubicBezTo>
                      <a:pt x="6919547" y="2351847"/>
                      <a:pt x="6928501" y="2352036"/>
                      <a:pt x="6937263" y="2353561"/>
                    </a:cubicBezTo>
                    <a:cubicBezTo>
                      <a:pt x="6953457" y="2356418"/>
                      <a:pt x="6969457" y="2359657"/>
                      <a:pt x="6985653" y="2362897"/>
                    </a:cubicBezTo>
                    <a:cubicBezTo>
                      <a:pt x="6988509" y="2363467"/>
                      <a:pt x="6991747" y="2363659"/>
                      <a:pt x="6994415" y="2364611"/>
                    </a:cubicBezTo>
                    <a:cubicBezTo>
                      <a:pt x="7018991" y="2372611"/>
                      <a:pt x="7043184" y="2381755"/>
                      <a:pt x="7068141" y="2388234"/>
                    </a:cubicBezTo>
                    <a:cubicBezTo>
                      <a:pt x="7080334" y="2391472"/>
                      <a:pt x="7093860" y="2391853"/>
                      <a:pt x="7106432" y="2390138"/>
                    </a:cubicBezTo>
                    <a:cubicBezTo>
                      <a:pt x="7143199" y="2385185"/>
                      <a:pt x="7179587" y="2383089"/>
                      <a:pt x="7216547" y="2390330"/>
                    </a:cubicBezTo>
                    <a:cubicBezTo>
                      <a:pt x="7231214" y="2393186"/>
                      <a:pt x="7247599" y="2388424"/>
                      <a:pt x="7263220" y="2386709"/>
                    </a:cubicBezTo>
                    <a:cubicBezTo>
                      <a:pt x="7300559" y="2382137"/>
                      <a:pt x="7337899" y="2377183"/>
                      <a:pt x="7375428" y="2372803"/>
                    </a:cubicBezTo>
                    <a:cubicBezTo>
                      <a:pt x="7398860" y="2370135"/>
                      <a:pt x="7422483" y="2368611"/>
                      <a:pt x="7445916" y="2365945"/>
                    </a:cubicBezTo>
                    <a:cubicBezTo>
                      <a:pt x="7472967" y="2362705"/>
                      <a:pt x="7499828" y="2357753"/>
                      <a:pt x="7526880" y="2355084"/>
                    </a:cubicBezTo>
                    <a:cubicBezTo>
                      <a:pt x="7557742" y="2352036"/>
                      <a:pt x="7588795" y="2351466"/>
                      <a:pt x="7619655" y="2348226"/>
                    </a:cubicBezTo>
                    <a:cubicBezTo>
                      <a:pt x="7676047" y="2341940"/>
                      <a:pt x="7732247" y="2334509"/>
                      <a:pt x="7788636" y="2327461"/>
                    </a:cubicBezTo>
                    <a:cubicBezTo>
                      <a:pt x="7843311" y="2320603"/>
                      <a:pt x="7897987" y="2314507"/>
                      <a:pt x="7952280" y="2305935"/>
                    </a:cubicBezTo>
                    <a:cubicBezTo>
                      <a:pt x="7975142" y="2302315"/>
                      <a:pt x="7996859" y="2292408"/>
                      <a:pt x="8019339" y="2286884"/>
                    </a:cubicBezTo>
                    <a:cubicBezTo>
                      <a:pt x="8058774" y="2277357"/>
                      <a:pt x="8098590" y="2269357"/>
                      <a:pt x="8137835" y="2259832"/>
                    </a:cubicBezTo>
                    <a:cubicBezTo>
                      <a:pt x="8155359" y="2255641"/>
                      <a:pt x="8172124" y="2248593"/>
                      <a:pt x="8189651" y="2243639"/>
                    </a:cubicBezTo>
                    <a:cubicBezTo>
                      <a:pt x="8230992" y="2232208"/>
                      <a:pt x="8272903" y="2222874"/>
                      <a:pt x="8313671" y="2209920"/>
                    </a:cubicBezTo>
                    <a:cubicBezTo>
                      <a:pt x="8362822" y="2194297"/>
                      <a:pt x="8411019" y="2175439"/>
                      <a:pt x="8459979" y="2158864"/>
                    </a:cubicBezTo>
                    <a:cubicBezTo>
                      <a:pt x="8478269" y="2152578"/>
                      <a:pt x="8497511" y="2148957"/>
                      <a:pt x="8516369" y="2144003"/>
                    </a:cubicBezTo>
                    <a:cubicBezTo>
                      <a:pt x="8563425" y="2131431"/>
                      <a:pt x="8610288" y="2118095"/>
                      <a:pt x="8657726" y="2106284"/>
                    </a:cubicBezTo>
                    <a:cubicBezTo>
                      <a:pt x="8675253" y="2101901"/>
                      <a:pt x="8693731" y="2102284"/>
                      <a:pt x="8711448" y="2098664"/>
                    </a:cubicBezTo>
                    <a:cubicBezTo>
                      <a:pt x="8732023" y="2094472"/>
                      <a:pt x="8752407" y="2089138"/>
                      <a:pt x="8772219" y="2082280"/>
                    </a:cubicBezTo>
                    <a:cubicBezTo>
                      <a:pt x="8796985" y="2073707"/>
                      <a:pt x="8820990" y="2062659"/>
                      <a:pt x="8845565" y="2053705"/>
                    </a:cubicBezTo>
                    <a:cubicBezTo>
                      <a:pt x="8886142" y="2039034"/>
                      <a:pt x="8926911" y="2024557"/>
                      <a:pt x="8967871" y="2011221"/>
                    </a:cubicBezTo>
                    <a:cubicBezTo>
                      <a:pt x="8983301" y="2006268"/>
                      <a:pt x="9000257" y="2005697"/>
                      <a:pt x="9015878" y="2001124"/>
                    </a:cubicBezTo>
                    <a:cubicBezTo>
                      <a:pt x="9088840" y="1979597"/>
                      <a:pt x="9161805" y="1957880"/>
                      <a:pt x="9234579" y="1935209"/>
                    </a:cubicBezTo>
                    <a:cubicBezTo>
                      <a:pt x="9272298" y="1923399"/>
                      <a:pt x="9308875" y="1908538"/>
                      <a:pt x="9346597" y="1896917"/>
                    </a:cubicBezTo>
                    <a:cubicBezTo>
                      <a:pt x="9369267" y="1889869"/>
                      <a:pt x="9393650" y="1887773"/>
                      <a:pt x="9416321" y="1880724"/>
                    </a:cubicBezTo>
                    <a:cubicBezTo>
                      <a:pt x="9437278" y="1874247"/>
                      <a:pt x="9456709" y="1863578"/>
                      <a:pt x="9477283" y="1856149"/>
                    </a:cubicBezTo>
                    <a:cubicBezTo>
                      <a:pt x="9540152" y="1833097"/>
                      <a:pt x="9603971" y="1811953"/>
                      <a:pt x="9666265" y="1787186"/>
                    </a:cubicBezTo>
                    <a:cubicBezTo>
                      <a:pt x="9696749" y="1775183"/>
                      <a:pt x="9725323" y="1757849"/>
                      <a:pt x="9754088" y="1741464"/>
                    </a:cubicBezTo>
                    <a:cubicBezTo>
                      <a:pt x="9802858" y="1713841"/>
                      <a:pt x="9850865" y="1685074"/>
                      <a:pt x="9899446" y="1656880"/>
                    </a:cubicBezTo>
                    <a:cubicBezTo>
                      <a:pt x="9935832" y="1635924"/>
                      <a:pt x="9968027" y="1611347"/>
                      <a:pt x="9993175" y="1576487"/>
                    </a:cubicBezTo>
                    <a:cubicBezTo>
                      <a:pt x="10004797" y="1560484"/>
                      <a:pt x="10024990" y="1546768"/>
                      <a:pt x="10044230" y="1540480"/>
                    </a:cubicBezTo>
                    <a:cubicBezTo>
                      <a:pt x="10078713" y="1529241"/>
                      <a:pt x="10104430" y="1507522"/>
                      <a:pt x="10131863" y="1485613"/>
                    </a:cubicBezTo>
                    <a:cubicBezTo>
                      <a:pt x="10166536" y="1457801"/>
                      <a:pt x="10203304" y="1431509"/>
                      <a:pt x="10242357" y="1410555"/>
                    </a:cubicBezTo>
                    <a:cubicBezTo>
                      <a:pt x="10280840" y="1389980"/>
                      <a:pt x="10324086" y="1378549"/>
                      <a:pt x="10363709" y="1359499"/>
                    </a:cubicBezTo>
                    <a:cubicBezTo>
                      <a:pt x="10386952" y="1348259"/>
                      <a:pt x="10407146" y="1330353"/>
                      <a:pt x="10428291" y="1314920"/>
                    </a:cubicBezTo>
                    <a:cubicBezTo>
                      <a:pt x="10449438" y="1299489"/>
                      <a:pt x="10470394" y="1283486"/>
                      <a:pt x="10490969" y="1267104"/>
                    </a:cubicBezTo>
                    <a:cubicBezTo>
                      <a:pt x="10502208" y="1258149"/>
                      <a:pt x="10511734" y="1246909"/>
                      <a:pt x="10523354" y="1238337"/>
                    </a:cubicBezTo>
                    <a:cubicBezTo>
                      <a:pt x="10545263" y="1222334"/>
                      <a:pt x="10569075" y="1208808"/>
                      <a:pt x="10590031" y="1191664"/>
                    </a:cubicBezTo>
                    <a:cubicBezTo>
                      <a:pt x="10610225" y="1175089"/>
                      <a:pt x="10633467" y="1166707"/>
                      <a:pt x="10656519" y="1156038"/>
                    </a:cubicBezTo>
                    <a:cubicBezTo>
                      <a:pt x="10674046" y="1148036"/>
                      <a:pt x="10686617" y="1130320"/>
                      <a:pt x="10703573" y="1120603"/>
                    </a:cubicBezTo>
                    <a:cubicBezTo>
                      <a:pt x="10727767" y="1106697"/>
                      <a:pt x="10746246" y="1089553"/>
                      <a:pt x="10764534" y="1067643"/>
                    </a:cubicBezTo>
                    <a:cubicBezTo>
                      <a:pt x="10785111" y="1043068"/>
                      <a:pt x="10820162" y="1029732"/>
                      <a:pt x="10850453" y="1014301"/>
                    </a:cubicBezTo>
                    <a:cubicBezTo>
                      <a:pt x="10876171" y="1001157"/>
                      <a:pt x="10906081" y="995632"/>
                      <a:pt x="10929704" y="980201"/>
                    </a:cubicBezTo>
                    <a:cubicBezTo>
                      <a:pt x="10946279" y="969342"/>
                      <a:pt x="10958661" y="948957"/>
                      <a:pt x="10967423" y="930289"/>
                    </a:cubicBezTo>
                    <a:cubicBezTo>
                      <a:pt x="10987046" y="887995"/>
                      <a:pt x="11021146" y="861897"/>
                      <a:pt x="11058869" y="838084"/>
                    </a:cubicBezTo>
                    <a:cubicBezTo>
                      <a:pt x="11097350" y="813699"/>
                      <a:pt x="11133927" y="786836"/>
                      <a:pt x="11172600" y="762834"/>
                    </a:cubicBezTo>
                    <a:cubicBezTo>
                      <a:pt x="11211843" y="738638"/>
                      <a:pt x="11243658" y="706443"/>
                      <a:pt x="11275283" y="673676"/>
                    </a:cubicBezTo>
                    <a:cubicBezTo>
                      <a:pt x="11288238" y="660150"/>
                      <a:pt x="11305192" y="650434"/>
                      <a:pt x="11320623" y="639195"/>
                    </a:cubicBezTo>
                    <a:cubicBezTo>
                      <a:pt x="11338339" y="626241"/>
                      <a:pt x="11355296" y="611953"/>
                      <a:pt x="11374346" y="601664"/>
                    </a:cubicBezTo>
                    <a:cubicBezTo>
                      <a:pt x="11398160" y="588709"/>
                      <a:pt x="11424069" y="579757"/>
                      <a:pt x="11448453" y="567755"/>
                    </a:cubicBezTo>
                    <a:cubicBezTo>
                      <a:pt x="11476838" y="553657"/>
                      <a:pt x="11505795" y="539750"/>
                      <a:pt x="11532275" y="522605"/>
                    </a:cubicBezTo>
                    <a:cubicBezTo>
                      <a:pt x="11545039" y="514413"/>
                      <a:pt x="11553613" y="499363"/>
                      <a:pt x="11562947" y="486598"/>
                    </a:cubicBezTo>
                    <a:cubicBezTo>
                      <a:pt x="11599714" y="436305"/>
                      <a:pt x="11635529" y="385441"/>
                      <a:pt x="11672489" y="335337"/>
                    </a:cubicBezTo>
                    <a:cubicBezTo>
                      <a:pt x="11712304" y="281424"/>
                      <a:pt x="11763931" y="241608"/>
                      <a:pt x="11821656" y="207889"/>
                    </a:cubicBezTo>
                    <a:cubicBezTo>
                      <a:pt x="11877664" y="175312"/>
                      <a:pt x="11931195" y="138734"/>
                      <a:pt x="11986443" y="104824"/>
                    </a:cubicBezTo>
                    <a:cubicBezTo>
                      <a:pt x="11998443" y="97395"/>
                      <a:pt x="12013114" y="94347"/>
                      <a:pt x="12026448" y="88821"/>
                    </a:cubicBezTo>
                    <a:cubicBezTo>
                      <a:pt x="12072360" y="69580"/>
                      <a:pt x="12118083" y="50147"/>
                      <a:pt x="12160947" y="28621"/>
                    </a:cubicBezTo>
                    <a:lnTo>
                      <a:pt x="12192000" y="0"/>
                    </a:lnTo>
                    <a:close/>
                  </a:path>
                </a:pathLst>
              </a:custGeom>
              <a:solidFill>
                <a:schemeClr val="bg1">
                  <a:alpha val="14000"/>
                </a:schemeClr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1855647902" name="Group 1855647901">
              <a:extLst>
                <a:ext uri="{FF2B5EF4-FFF2-40B4-BE49-F238E27FC236}">
                  <a16:creationId xmlns:a16="http://schemas.microsoft.com/office/drawing/2014/main" id="{77CB8EFE-31DC-44A2-A07E-FD84E8DA3E2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>
              <a:off x="544" y="3296011"/>
              <a:ext cx="12191456" cy="2849975"/>
              <a:chOff x="544" y="3296011"/>
              <a:chExt cx="12191456" cy="2849975"/>
            </a:xfrm>
          </p:grpSpPr>
          <p:sp>
            <p:nvSpPr>
              <p:cNvPr id="1855647903" name="Freeform: Shape 1855647902">
                <a:extLst>
                  <a:ext uri="{FF2B5EF4-FFF2-40B4-BE49-F238E27FC236}">
                    <a16:creationId xmlns:a16="http://schemas.microsoft.com/office/drawing/2014/main" id="{B6473FEC-46FF-4C7E-85BA-344E0365CA08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44" y="3296011"/>
                <a:ext cx="12191456" cy="2849975"/>
              </a:xfrm>
              <a:custGeom>
                <a:avLst/>
                <a:gdLst>
                  <a:gd name="connsiteX0" fmla="*/ 6095524 w 6095524"/>
                  <a:gd name="connsiteY0" fmla="*/ 0 h 1424940"/>
                  <a:gd name="connsiteX1" fmla="*/ 6095524 w 6095524"/>
                  <a:gd name="connsiteY1" fmla="*/ 17431 h 1424940"/>
                  <a:gd name="connsiteX2" fmla="*/ 6095524 w 6095524"/>
                  <a:gd name="connsiteY2" fmla="*/ 216290 h 1424940"/>
                  <a:gd name="connsiteX3" fmla="*/ 6079998 w 6095524"/>
                  <a:gd name="connsiteY3" fmla="*/ 230600 h 1424940"/>
                  <a:gd name="connsiteX4" fmla="*/ 6012751 w 6095524"/>
                  <a:gd name="connsiteY4" fmla="*/ 260699 h 1424940"/>
                  <a:gd name="connsiteX5" fmla="*/ 5992749 w 6095524"/>
                  <a:gd name="connsiteY5" fmla="*/ 268700 h 1424940"/>
                  <a:gd name="connsiteX6" fmla="*/ 5910358 w 6095524"/>
                  <a:gd name="connsiteY6" fmla="*/ 320231 h 1424940"/>
                  <a:gd name="connsiteX7" fmla="*/ 5835777 w 6095524"/>
                  <a:gd name="connsiteY7" fmla="*/ 383953 h 1424940"/>
                  <a:gd name="connsiteX8" fmla="*/ 5781008 w 6095524"/>
                  <a:gd name="connsiteY8" fmla="*/ 459581 h 1424940"/>
                  <a:gd name="connsiteX9" fmla="*/ 5765673 w 6095524"/>
                  <a:gd name="connsiteY9" fmla="*/ 477584 h 1424940"/>
                  <a:gd name="connsiteX10" fmla="*/ 5723763 w 6095524"/>
                  <a:gd name="connsiteY10" fmla="*/ 500158 h 1424940"/>
                  <a:gd name="connsiteX11" fmla="*/ 5686711 w 6095524"/>
                  <a:gd name="connsiteY11" fmla="*/ 517112 h 1424940"/>
                  <a:gd name="connsiteX12" fmla="*/ 5659850 w 6095524"/>
                  <a:gd name="connsiteY12" fmla="*/ 535877 h 1424940"/>
                  <a:gd name="connsiteX13" fmla="*/ 5637181 w 6095524"/>
                  <a:gd name="connsiteY13" fmla="*/ 553117 h 1424940"/>
                  <a:gd name="connsiteX14" fmla="*/ 5585841 w 6095524"/>
                  <a:gd name="connsiteY14" fmla="*/ 597694 h 1424940"/>
                  <a:gd name="connsiteX15" fmla="*/ 5528977 w 6095524"/>
                  <a:gd name="connsiteY15" fmla="*/ 635318 h 1424940"/>
                  <a:gd name="connsiteX16" fmla="*/ 5483256 w 6095524"/>
                  <a:gd name="connsiteY16" fmla="*/ 681419 h 1424940"/>
                  <a:gd name="connsiteX17" fmla="*/ 5464397 w 6095524"/>
                  <a:gd name="connsiteY17" fmla="*/ 706374 h 1424940"/>
                  <a:gd name="connsiteX18" fmla="*/ 5424773 w 6095524"/>
                  <a:gd name="connsiteY18" fmla="*/ 723424 h 1424940"/>
                  <a:gd name="connsiteX19" fmla="*/ 5381815 w 6095524"/>
                  <a:gd name="connsiteY19" fmla="*/ 750094 h 1424940"/>
                  <a:gd name="connsiteX20" fmla="*/ 5351335 w 6095524"/>
                  <a:gd name="connsiteY20" fmla="*/ 776573 h 1424940"/>
                  <a:gd name="connsiteX21" fmla="*/ 5327809 w 6095524"/>
                  <a:gd name="connsiteY21" fmla="*/ 794290 h 1424940"/>
                  <a:gd name="connsiteX22" fmla="*/ 5294566 w 6095524"/>
                  <a:gd name="connsiteY22" fmla="*/ 812102 h 1424940"/>
                  <a:gd name="connsiteX23" fmla="*/ 5261229 w 6095524"/>
                  <a:gd name="connsiteY23" fmla="*/ 835438 h 1424940"/>
                  <a:gd name="connsiteX24" fmla="*/ 5245037 w 6095524"/>
                  <a:gd name="connsiteY24" fmla="*/ 849821 h 1424940"/>
                  <a:gd name="connsiteX25" fmla="*/ 5213699 w 6095524"/>
                  <a:gd name="connsiteY25" fmla="*/ 873728 h 1424940"/>
                  <a:gd name="connsiteX26" fmla="*/ 5181409 w 6095524"/>
                  <a:gd name="connsiteY26" fmla="*/ 896017 h 1424940"/>
                  <a:gd name="connsiteX27" fmla="*/ 5120735 w 6095524"/>
                  <a:gd name="connsiteY27" fmla="*/ 921544 h 1424940"/>
                  <a:gd name="connsiteX28" fmla="*/ 5065490 w 6095524"/>
                  <a:gd name="connsiteY28" fmla="*/ 959072 h 1424940"/>
                  <a:gd name="connsiteX29" fmla="*/ 5021675 w 6095524"/>
                  <a:gd name="connsiteY29" fmla="*/ 986504 h 1424940"/>
                  <a:gd name="connsiteX30" fmla="*/ 4996148 w 6095524"/>
                  <a:gd name="connsiteY30" fmla="*/ 1004507 h 1424940"/>
                  <a:gd name="connsiteX31" fmla="*/ 4949285 w 6095524"/>
                  <a:gd name="connsiteY31" fmla="*/ 1044702 h 1424940"/>
                  <a:gd name="connsiteX32" fmla="*/ 4876609 w 6095524"/>
                  <a:gd name="connsiteY32" fmla="*/ 1086993 h 1424940"/>
                  <a:gd name="connsiteX33" fmla="*/ 4832699 w 6095524"/>
                  <a:gd name="connsiteY33" fmla="*/ 1109853 h 1424940"/>
                  <a:gd name="connsiteX34" fmla="*/ 4738211 w 6095524"/>
                  <a:gd name="connsiteY34" fmla="*/ 1144334 h 1424940"/>
                  <a:gd name="connsiteX35" fmla="*/ 4707731 w 6095524"/>
                  <a:gd name="connsiteY35" fmla="*/ 1156621 h 1424940"/>
                  <a:gd name="connsiteX36" fmla="*/ 4672870 w 6095524"/>
                  <a:gd name="connsiteY36" fmla="*/ 1164717 h 1424940"/>
                  <a:gd name="connsiteX37" fmla="*/ 4616863 w 6095524"/>
                  <a:gd name="connsiteY37" fmla="*/ 1183862 h 1424940"/>
                  <a:gd name="connsiteX38" fmla="*/ 4507516 w 6095524"/>
                  <a:gd name="connsiteY38" fmla="*/ 1216819 h 1424940"/>
                  <a:gd name="connsiteX39" fmla="*/ 4483513 w 6095524"/>
                  <a:gd name="connsiteY39" fmla="*/ 1221867 h 1424940"/>
                  <a:gd name="connsiteX40" fmla="*/ 4422362 w 6095524"/>
                  <a:gd name="connsiteY40" fmla="*/ 1243108 h 1424940"/>
                  <a:gd name="connsiteX41" fmla="*/ 4385691 w 6095524"/>
                  <a:gd name="connsiteY41" fmla="*/ 1257395 h 1424940"/>
                  <a:gd name="connsiteX42" fmla="*/ 4355306 w 6095524"/>
                  <a:gd name="connsiteY42" fmla="*/ 1265587 h 1424940"/>
                  <a:gd name="connsiteX43" fmla="*/ 4328446 w 6095524"/>
                  <a:gd name="connsiteY43" fmla="*/ 1269397 h 1424940"/>
                  <a:gd name="connsiteX44" fmla="*/ 4257770 w 6095524"/>
                  <a:gd name="connsiteY44" fmla="*/ 1288256 h 1424940"/>
                  <a:gd name="connsiteX45" fmla="*/ 4229576 w 6095524"/>
                  <a:gd name="connsiteY45" fmla="*/ 1295686 h 1424940"/>
                  <a:gd name="connsiteX46" fmla="*/ 4156424 w 6095524"/>
                  <a:gd name="connsiteY46" fmla="*/ 1321213 h 1424940"/>
                  <a:gd name="connsiteX47" fmla="*/ 4094416 w 6095524"/>
                  <a:gd name="connsiteY47" fmla="*/ 1338072 h 1424940"/>
                  <a:gd name="connsiteX48" fmla="*/ 4068509 w 6095524"/>
                  <a:gd name="connsiteY48" fmla="*/ 1346168 h 1424940"/>
                  <a:gd name="connsiteX49" fmla="*/ 4009263 w 6095524"/>
                  <a:gd name="connsiteY49" fmla="*/ 1359694 h 1424940"/>
                  <a:gd name="connsiteX50" fmla="*/ 3975735 w 6095524"/>
                  <a:gd name="connsiteY50" fmla="*/ 1369219 h 1424940"/>
                  <a:gd name="connsiteX51" fmla="*/ 3893915 w 6095524"/>
                  <a:gd name="connsiteY51" fmla="*/ 1379982 h 1424940"/>
                  <a:gd name="connsiteX52" fmla="*/ 3809428 w 6095524"/>
                  <a:gd name="connsiteY52" fmla="*/ 1390364 h 1424940"/>
                  <a:gd name="connsiteX53" fmla="*/ 3763042 w 6095524"/>
                  <a:gd name="connsiteY53" fmla="*/ 1393793 h 1424940"/>
                  <a:gd name="connsiteX54" fmla="*/ 3722561 w 6095524"/>
                  <a:gd name="connsiteY54" fmla="*/ 1399223 h 1424940"/>
                  <a:gd name="connsiteX55" fmla="*/ 3687318 w 6095524"/>
                  <a:gd name="connsiteY55" fmla="*/ 1402652 h 1424940"/>
                  <a:gd name="connsiteX56" fmla="*/ 3631216 w 6095524"/>
                  <a:gd name="connsiteY56" fmla="*/ 1409605 h 1424940"/>
                  <a:gd name="connsiteX57" fmla="*/ 3607880 w 6095524"/>
                  <a:gd name="connsiteY57" fmla="*/ 1411415 h 1424940"/>
                  <a:gd name="connsiteX58" fmla="*/ 3552825 w 6095524"/>
                  <a:gd name="connsiteY58" fmla="*/ 1411319 h 1424940"/>
                  <a:gd name="connsiteX59" fmla="*/ 3533680 w 6095524"/>
                  <a:gd name="connsiteY59" fmla="*/ 1410367 h 1424940"/>
                  <a:gd name="connsiteX60" fmla="*/ 3496818 w 6095524"/>
                  <a:gd name="connsiteY60" fmla="*/ 1398556 h 1424940"/>
                  <a:gd name="connsiteX61" fmla="*/ 3492437 w 6095524"/>
                  <a:gd name="connsiteY61" fmla="*/ 1397699 h 1424940"/>
                  <a:gd name="connsiteX62" fmla="*/ 3468243 w 6095524"/>
                  <a:gd name="connsiteY62" fmla="*/ 1393031 h 1424940"/>
                  <a:gd name="connsiteX63" fmla="*/ 3455003 w 6095524"/>
                  <a:gd name="connsiteY63" fmla="*/ 1391507 h 1424940"/>
                  <a:gd name="connsiteX64" fmla="*/ 3404711 w 6095524"/>
                  <a:gd name="connsiteY64" fmla="*/ 1381792 h 1424940"/>
                  <a:gd name="connsiteX65" fmla="*/ 3375756 w 6095524"/>
                  <a:gd name="connsiteY65" fmla="*/ 1377220 h 1424940"/>
                  <a:gd name="connsiteX66" fmla="*/ 3352324 w 6095524"/>
                  <a:gd name="connsiteY66" fmla="*/ 1377887 h 1424940"/>
                  <a:gd name="connsiteX67" fmla="*/ 3311176 w 6095524"/>
                  <a:gd name="connsiteY67" fmla="*/ 1378744 h 1424940"/>
                  <a:gd name="connsiteX68" fmla="*/ 3298031 w 6095524"/>
                  <a:gd name="connsiteY68" fmla="*/ 1380935 h 1424940"/>
                  <a:gd name="connsiteX69" fmla="*/ 3238595 w 6095524"/>
                  <a:gd name="connsiteY69" fmla="*/ 1374648 h 1424940"/>
                  <a:gd name="connsiteX70" fmla="*/ 3204686 w 6095524"/>
                  <a:gd name="connsiteY70" fmla="*/ 1374172 h 1424940"/>
                  <a:gd name="connsiteX71" fmla="*/ 3166491 w 6095524"/>
                  <a:gd name="connsiteY71" fmla="*/ 1366361 h 1424940"/>
                  <a:gd name="connsiteX72" fmla="*/ 3155347 w 6095524"/>
                  <a:gd name="connsiteY72" fmla="*/ 1366742 h 1424940"/>
                  <a:gd name="connsiteX73" fmla="*/ 3142869 w 6095524"/>
                  <a:gd name="connsiteY73" fmla="*/ 1367409 h 1424940"/>
                  <a:gd name="connsiteX74" fmla="*/ 3104578 w 6095524"/>
                  <a:gd name="connsiteY74" fmla="*/ 1367981 h 1424940"/>
                  <a:gd name="connsiteX75" fmla="*/ 3081337 w 6095524"/>
                  <a:gd name="connsiteY75" fmla="*/ 1370838 h 1424940"/>
                  <a:gd name="connsiteX76" fmla="*/ 3037047 w 6095524"/>
                  <a:gd name="connsiteY76" fmla="*/ 1369124 h 1424940"/>
                  <a:gd name="connsiteX77" fmla="*/ 3020663 w 6095524"/>
                  <a:gd name="connsiteY77" fmla="*/ 1371600 h 1424940"/>
                  <a:gd name="connsiteX78" fmla="*/ 2979230 w 6095524"/>
                  <a:gd name="connsiteY78" fmla="*/ 1371886 h 1424940"/>
                  <a:gd name="connsiteX79" fmla="*/ 2942082 w 6095524"/>
                  <a:gd name="connsiteY79" fmla="*/ 1370457 h 1424940"/>
                  <a:gd name="connsiteX80" fmla="*/ 2906268 w 6095524"/>
                  <a:gd name="connsiteY80" fmla="*/ 1371219 h 1424940"/>
                  <a:gd name="connsiteX81" fmla="*/ 2880646 w 6095524"/>
                  <a:gd name="connsiteY81" fmla="*/ 1374362 h 1424940"/>
                  <a:gd name="connsiteX82" fmla="*/ 2852833 w 6095524"/>
                  <a:gd name="connsiteY82" fmla="*/ 1376267 h 1424940"/>
                  <a:gd name="connsiteX83" fmla="*/ 2776157 w 6095524"/>
                  <a:gd name="connsiteY83" fmla="*/ 1387602 h 1424940"/>
                  <a:gd name="connsiteX84" fmla="*/ 2761965 w 6095524"/>
                  <a:gd name="connsiteY84" fmla="*/ 1384840 h 1424940"/>
                  <a:gd name="connsiteX85" fmla="*/ 2681383 w 6095524"/>
                  <a:gd name="connsiteY85" fmla="*/ 1382268 h 1424940"/>
                  <a:gd name="connsiteX86" fmla="*/ 2663857 w 6095524"/>
                  <a:gd name="connsiteY86" fmla="*/ 1382459 h 1424940"/>
                  <a:gd name="connsiteX87" fmla="*/ 2616803 w 6095524"/>
                  <a:gd name="connsiteY87" fmla="*/ 1371219 h 1424940"/>
                  <a:gd name="connsiteX88" fmla="*/ 2544223 w 6095524"/>
                  <a:gd name="connsiteY88" fmla="*/ 1389031 h 1424940"/>
                  <a:gd name="connsiteX89" fmla="*/ 2476309 w 6095524"/>
                  <a:gd name="connsiteY89" fmla="*/ 1411319 h 1424940"/>
                  <a:gd name="connsiteX90" fmla="*/ 2467737 w 6095524"/>
                  <a:gd name="connsiteY90" fmla="*/ 1414177 h 1424940"/>
                  <a:gd name="connsiteX91" fmla="*/ 2443353 w 6095524"/>
                  <a:gd name="connsiteY91" fmla="*/ 1419035 h 1424940"/>
                  <a:gd name="connsiteX92" fmla="*/ 2413159 w 6095524"/>
                  <a:gd name="connsiteY92" fmla="*/ 1420749 h 1424940"/>
                  <a:gd name="connsiteX93" fmla="*/ 2374868 w 6095524"/>
                  <a:gd name="connsiteY93" fmla="*/ 1424940 h 1424940"/>
                  <a:gd name="connsiteX94" fmla="*/ 2344198 w 6095524"/>
                  <a:gd name="connsiteY94" fmla="*/ 1419701 h 1424940"/>
                  <a:gd name="connsiteX95" fmla="*/ 2301335 w 6095524"/>
                  <a:gd name="connsiteY95" fmla="*/ 1411891 h 1424940"/>
                  <a:gd name="connsiteX96" fmla="*/ 2260949 w 6095524"/>
                  <a:gd name="connsiteY96" fmla="*/ 1404461 h 1424940"/>
                  <a:gd name="connsiteX97" fmla="*/ 2248186 w 6095524"/>
                  <a:gd name="connsiteY97" fmla="*/ 1413224 h 1424940"/>
                  <a:gd name="connsiteX98" fmla="*/ 2228469 w 6095524"/>
                  <a:gd name="connsiteY98" fmla="*/ 1420844 h 1424940"/>
                  <a:gd name="connsiteX99" fmla="*/ 2206562 w 6095524"/>
                  <a:gd name="connsiteY99" fmla="*/ 1411700 h 1424940"/>
                  <a:gd name="connsiteX100" fmla="*/ 2155317 w 6095524"/>
                  <a:gd name="connsiteY100" fmla="*/ 1392746 h 1424940"/>
                  <a:gd name="connsiteX101" fmla="*/ 2122932 w 6095524"/>
                  <a:gd name="connsiteY101" fmla="*/ 1391888 h 1424940"/>
                  <a:gd name="connsiteX102" fmla="*/ 2052542 w 6095524"/>
                  <a:gd name="connsiteY102" fmla="*/ 1383792 h 1424940"/>
                  <a:gd name="connsiteX103" fmla="*/ 2006537 w 6095524"/>
                  <a:gd name="connsiteY103" fmla="*/ 1372267 h 1424940"/>
                  <a:gd name="connsiteX104" fmla="*/ 1973486 w 6095524"/>
                  <a:gd name="connsiteY104" fmla="*/ 1359218 h 1424940"/>
                  <a:gd name="connsiteX105" fmla="*/ 1926146 w 6095524"/>
                  <a:gd name="connsiteY105" fmla="*/ 1342168 h 1424940"/>
                  <a:gd name="connsiteX106" fmla="*/ 1878616 w 6095524"/>
                  <a:gd name="connsiteY106" fmla="*/ 1333310 h 1424940"/>
                  <a:gd name="connsiteX107" fmla="*/ 1844231 w 6095524"/>
                  <a:gd name="connsiteY107" fmla="*/ 1322165 h 1424940"/>
                  <a:gd name="connsiteX108" fmla="*/ 1802225 w 6095524"/>
                  <a:gd name="connsiteY108" fmla="*/ 1314545 h 1424940"/>
                  <a:gd name="connsiteX109" fmla="*/ 1766983 w 6095524"/>
                  <a:gd name="connsiteY109" fmla="*/ 1314260 h 1424940"/>
                  <a:gd name="connsiteX110" fmla="*/ 1711738 w 6095524"/>
                  <a:gd name="connsiteY110" fmla="*/ 1315593 h 1424940"/>
                  <a:gd name="connsiteX111" fmla="*/ 1644111 w 6095524"/>
                  <a:gd name="connsiteY111" fmla="*/ 1292543 h 1424940"/>
                  <a:gd name="connsiteX112" fmla="*/ 1616774 w 6095524"/>
                  <a:gd name="connsiteY112" fmla="*/ 1287399 h 1424940"/>
                  <a:gd name="connsiteX113" fmla="*/ 1591056 w 6095524"/>
                  <a:gd name="connsiteY113" fmla="*/ 1285018 h 1424940"/>
                  <a:gd name="connsiteX114" fmla="*/ 1536478 w 6095524"/>
                  <a:gd name="connsiteY114" fmla="*/ 1269683 h 1424940"/>
                  <a:gd name="connsiteX115" fmla="*/ 1514285 w 6095524"/>
                  <a:gd name="connsiteY115" fmla="*/ 1264634 h 1424940"/>
                  <a:gd name="connsiteX116" fmla="*/ 1483233 w 6095524"/>
                  <a:gd name="connsiteY116" fmla="*/ 1264730 h 1424940"/>
                  <a:gd name="connsiteX117" fmla="*/ 1426750 w 6095524"/>
                  <a:gd name="connsiteY117" fmla="*/ 1257681 h 1424940"/>
                  <a:gd name="connsiteX118" fmla="*/ 1370362 w 6095524"/>
                  <a:gd name="connsiteY118" fmla="*/ 1237107 h 1424940"/>
                  <a:gd name="connsiteX119" fmla="*/ 1346454 w 6095524"/>
                  <a:gd name="connsiteY119" fmla="*/ 1239107 h 1424940"/>
                  <a:gd name="connsiteX120" fmla="*/ 1337882 w 6095524"/>
                  <a:gd name="connsiteY120" fmla="*/ 1238631 h 1424940"/>
                  <a:gd name="connsiteX121" fmla="*/ 1260825 w 6095524"/>
                  <a:gd name="connsiteY121" fmla="*/ 1227296 h 1424940"/>
                  <a:gd name="connsiteX122" fmla="*/ 1253109 w 6095524"/>
                  <a:gd name="connsiteY122" fmla="*/ 1226058 h 1424940"/>
                  <a:gd name="connsiteX123" fmla="*/ 1216915 w 6095524"/>
                  <a:gd name="connsiteY123" fmla="*/ 1215962 h 1424940"/>
                  <a:gd name="connsiteX124" fmla="*/ 1125664 w 6095524"/>
                  <a:gd name="connsiteY124" fmla="*/ 1209675 h 1424940"/>
                  <a:gd name="connsiteX125" fmla="*/ 1120045 w 6095524"/>
                  <a:gd name="connsiteY125" fmla="*/ 1208913 h 1424940"/>
                  <a:gd name="connsiteX126" fmla="*/ 1089469 w 6095524"/>
                  <a:gd name="connsiteY126" fmla="*/ 1213961 h 1424940"/>
                  <a:gd name="connsiteX127" fmla="*/ 1074325 w 6095524"/>
                  <a:gd name="connsiteY127" fmla="*/ 1221105 h 1424940"/>
                  <a:gd name="connsiteX128" fmla="*/ 1050703 w 6095524"/>
                  <a:gd name="connsiteY128" fmla="*/ 1228535 h 1424940"/>
                  <a:gd name="connsiteX129" fmla="*/ 1026700 w 6095524"/>
                  <a:gd name="connsiteY129" fmla="*/ 1231297 h 1424940"/>
                  <a:gd name="connsiteX130" fmla="*/ 986409 w 6095524"/>
                  <a:gd name="connsiteY130" fmla="*/ 1220057 h 1424940"/>
                  <a:gd name="connsiteX131" fmla="*/ 971741 w 6095524"/>
                  <a:gd name="connsiteY131" fmla="*/ 1218914 h 1424940"/>
                  <a:gd name="connsiteX132" fmla="*/ 939070 w 6095524"/>
                  <a:gd name="connsiteY132" fmla="*/ 1213485 h 1424940"/>
                  <a:gd name="connsiteX133" fmla="*/ 910495 w 6095524"/>
                  <a:gd name="connsiteY133" fmla="*/ 1213866 h 1424940"/>
                  <a:gd name="connsiteX134" fmla="*/ 887540 w 6095524"/>
                  <a:gd name="connsiteY134" fmla="*/ 1222534 h 1424940"/>
                  <a:gd name="connsiteX135" fmla="*/ 854202 w 6095524"/>
                  <a:gd name="connsiteY135" fmla="*/ 1224248 h 1424940"/>
                  <a:gd name="connsiteX136" fmla="*/ 832675 w 6095524"/>
                  <a:gd name="connsiteY136" fmla="*/ 1217962 h 1424940"/>
                  <a:gd name="connsiteX137" fmla="*/ 828294 w 6095524"/>
                  <a:gd name="connsiteY137" fmla="*/ 1217105 h 1424940"/>
                  <a:gd name="connsiteX138" fmla="*/ 772001 w 6095524"/>
                  <a:gd name="connsiteY138" fmla="*/ 1216723 h 1424940"/>
                  <a:gd name="connsiteX139" fmla="*/ 701707 w 6095524"/>
                  <a:gd name="connsiteY139" fmla="*/ 1235678 h 1424940"/>
                  <a:gd name="connsiteX140" fmla="*/ 690086 w 6095524"/>
                  <a:gd name="connsiteY140" fmla="*/ 1239679 h 1424940"/>
                  <a:gd name="connsiteX141" fmla="*/ 633412 w 6095524"/>
                  <a:gd name="connsiteY141" fmla="*/ 1246632 h 1424940"/>
                  <a:gd name="connsiteX142" fmla="*/ 603028 w 6095524"/>
                  <a:gd name="connsiteY142" fmla="*/ 1253681 h 1424940"/>
                  <a:gd name="connsiteX143" fmla="*/ 581120 w 6095524"/>
                  <a:gd name="connsiteY143" fmla="*/ 1254062 h 1424940"/>
                  <a:gd name="connsiteX144" fmla="*/ 554642 w 6095524"/>
                  <a:gd name="connsiteY144" fmla="*/ 1266539 h 1424940"/>
                  <a:gd name="connsiteX145" fmla="*/ 545973 w 6095524"/>
                  <a:gd name="connsiteY145" fmla="*/ 1271969 h 1424940"/>
                  <a:gd name="connsiteX146" fmla="*/ 535591 w 6095524"/>
                  <a:gd name="connsiteY146" fmla="*/ 1275207 h 1424940"/>
                  <a:gd name="connsiteX147" fmla="*/ 488538 w 6095524"/>
                  <a:gd name="connsiteY147" fmla="*/ 1285494 h 1424940"/>
                  <a:gd name="connsiteX148" fmla="*/ 480155 w 6095524"/>
                  <a:gd name="connsiteY148" fmla="*/ 1291304 h 1424940"/>
                  <a:gd name="connsiteX149" fmla="*/ 474535 w 6095524"/>
                  <a:gd name="connsiteY149" fmla="*/ 1294924 h 1424940"/>
                  <a:gd name="connsiteX150" fmla="*/ 428816 w 6095524"/>
                  <a:gd name="connsiteY150" fmla="*/ 1301020 h 1424940"/>
                  <a:gd name="connsiteX151" fmla="*/ 400241 w 6095524"/>
                  <a:gd name="connsiteY151" fmla="*/ 1318260 h 1424940"/>
                  <a:gd name="connsiteX152" fmla="*/ 392431 w 6095524"/>
                  <a:gd name="connsiteY152" fmla="*/ 1325594 h 1424940"/>
                  <a:gd name="connsiteX153" fmla="*/ 365093 w 6095524"/>
                  <a:gd name="connsiteY153" fmla="*/ 1336643 h 1424940"/>
                  <a:gd name="connsiteX154" fmla="*/ 273177 w 6095524"/>
                  <a:gd name="connsiteY154" fmla="*/ 1357884 h 1424940"/>
                  <a:gd name="connsiteX155" fmla="*/ 246888 w 6095524"/>
                  <a:gd name="connsiteY155" fmla="*/ 1350359 h 1424940"/>
                  <a:gd name="connsiteX156" fmla="*/ 196977 w 6095524"/>
                  <a:gd name="connsiteY156" fmla="*/ 1370552 h 1424940"/>
                  <a:gd name="connsiteX157" fmla="*/ 153352 w 6095524"/>
                  <a:gd name="connsiteY157" fmla="*/ 1381982 h 1424940"/>
                  <a:gd name="connsiteX158" fmla="*/ 137160 w 6095524"/>
                  <a:gd name="connsiteY158" fmla="*/ 1384745 h 1424940"/>
                  <a:gd name="connsiteX159" fmla="*/ 85917 w 6095524"/>
                  <a:gd name="connsiteY159" fmla="*/ 1389793 h 1424940"/>
                  <a:gd name="connsiteX160" fmla="*/ 59532 w 6095524"/>
                  <a:gd name="connsiteY160" fmla="*/ 1401223 h 1424940"/>
                  <a:gd name="connsiteX161" fmla="*/ 30325 w 6095524"/>
                  <a:gd name="connsiteY161" fmla="*/ 1409974 h 1424940"/>
                  <a:gd name="connsiteX162" fmla="*/ 0 w 6095524"/>
                  <a:gd name="connsiteY162" fmla="*/ 1412360 h 1424940"/>
                  <a:gd name="connsiteX163" fmla="*/ 0 w 6095524"/>
                  <a:gd name="connsiteY163" fmla="*/ 1058622 h 1424940"/>
                  <a:gd name="connsiteX164" fmla="*/ 17145 w 6095524"/>
                  <a:gd name="connsiteY164" fmla="*/ 1060228 h 1424940"/>
                  <a:gd name="connsiteX165" fmla="*/ 44672 w 6095524"/>
                  <a:gd name="connsiteY165" fmla="*/ 1066324 h 1424940"/>
                  <a:gd name="connsiteX166" fmla="*/ 84677 w 6095524"/>
                  <a:gd name="connsiteY166" fmla="*/ 1076230 h 1424940"/>
                  <a:gd name="connsiteX167" fmla="*/ 132017 w 6095524"/>
                  <a:gd name="connsiteY167" fmla="*/ 1064990 h 1424940"/>
                  <a:gd name="connsiteX168" fmla="*/ 136779 w 6095524"/>
                  <a:gd name="connsiteY168" fmla="*/ 1060323 h 1424940"/>
                  <a:gd name="connsiteX169" fmla="*/ 187547 w 6095524"/>
                  <a:gd name="connsiteY169" fmla="*/ 1049179 h 1424940"/>
                  <a:gd name="connsiteX170" fmla="*/ 270891 w 6095524"/>
                  <a:gd name="connsiteY170" fmla="*/ 1036415 h 1424940"/>
                  <a:gd name="connsiteX171" fmla="*/ 276320 w 6095524"/>
                  <a:gd name="connsiteY171" fmla="*/ 1035558 h 1424940"/>
                  <a:gd name="connsiteX172" fmla="*/ 323755 w 6095524"/>
                  <a:gd name="connsiteY172" fmla="*/ 1061561 h 1424940"/>
                  <a:gd name="connsiteX173" fmla="*/ 361855 w 6095524"/>
                  <a:gd name="connsiteY173" fmla="*/ 1057942 h 1424940"/>
                  <a:gd name="connsiteX174" fmla="*/ 379571 w 6095524"/>
                  <a:gd name="connsiteY174" fmla="*/ 1039939 h 1424940"/>
                  <a:gd name="connsiteX175" fmla="*/ 430530 w 6095524"/>
                  <a:gd name="connsiteY175" fmla="*/ 1025747 h 1424940"/>
                  <a:gd name="connsiteX176" fmla="*/ 493300 w 6095524"/>
                  <a:gd name="connsiteY176" fmla="*/ 1027176 h 1424940"/>
                  <a:gd name="connsiteX177" fmla="*/ 537782 w 6095524"/>
                  <a:gd name="connsiteY177" fmla="*/ 1025366 h 1424940"/>
                  <a:gd name="connsiteX178" fmla="*/ 562166 w 6095524"/>
                  <a:gd name="connsiteY178" fmla="*/ 1015746 h 1424940"/>
                  <a:gd name="connsiteX179" fmla="*/ 579596 w 6095524"/>
                  <a:gd name="connsiteY179" fmla="*/ 1016699 h 1424940"/>
                  <a:gd name="connsiteX180" fmla="*/ 612362 w 6095524"/>
                  <a:gd name="connsiteY180" fmla="*/ 1023557 h 1424940"/>
                  <a:gd name="connsiteX181" fmla="*/ 716090 w 6095524"/>
                  <a:gd name="connsiteY181" fmla="*/ 1031653 h 1424940"/>
                  <a:gd name="connsiteX182" fmla="*/ 758381 w 6095524"/>
                  <a:gd name="connsiteY182" fmla="*/ 1018985 h 1424940"/>
                  <a:gd name="connsiteX183" fmla="*/ 771049 w 6095524"/>
                  <a:gd name="connsiteY183" fmla="*/ 1018699 h 1424940"/>
                  <a:gd name="connsiteX184" fmla="*/ 799433 w 6095524"/>
                  <a:gd name="connsiteY184" fmla="*/ 1023652 h 1424940"/>
                  <a:gd name="connsiteX185" fmla="*/ 858012 w 6095524"/>
                  <a:gd name="connsiteY185" fmla="*/ 1020318 h 1424940"/>
                  <a:gd name="connsiteX186" fmla="*/ 879634 w 6095524"/>
                  <a:gd name="connsiteY186" fmla="*/ 1015270 h 1424940"/>
                  <a:gd name="connsiteX187" fmla="*/ 891635 w 6095524"/>
                  <a:gd name="connsiteY187" fmla="*/ 1012031 h 1424940"/>
                  <a:gd name="connsiteX188" fmla="*/ 953262 w 6095524"/>
                  <a:gd name="connsiteY188" fmla="*/ 1003078 h 1424940"/>
                  <a:gd name="connsiteX189" fmla="*/ 980694 w 6095524"/>
                  <a:gd name="connsiteY189" fmla="*/ 993458 h 1424940"/>
                  <a:gd name="connsiteX190" fmla="*/ 988124 w 6095524"/>
                  <a:gd name="connsiteY190" fmla="*/ 992029 h 1424940"/>
                  <a:gd name="connsiteX191" fmla="*/ 1028795 w 6095524"/>
                  <a:gd name="connsiteY191" fmla="*/ 996029 h 1424940"/>
                  <a:gd name="connsiteX192" fmla="*/ 1059275 w 6095524"/>
                  <a:gd name="connsiteY192" fmla="*/ 1011555 h 1424940"/>
                  <a:gd name="connsiteX193" fmla="*/ 1065181 w 6095524"/>
                  <a:gd name="connsiteY193" fmla="*/ 1016794 h 1424940"/>
                  <a:gd name="connsiteX194" fmla="*/ 1150144 w 6095524"/>
                  <a:gd name="connsiteY194" fmla="*/ 1014984 h 1424940"/>
                  <a:gd name="connsiteX195" fmla="*/ 1163193 w 6095524"/>
                  <a:gd name="connsiteY195" fmla="*/ 1012793 h 1424940"/>
                  <a:gd name="connsiteX196" fmla="*/ 1226249 w 6095524"/>
                  <a:gd name="connsiteY196" fmla="*/ 1021937 h 1424940"/>
                  <a:gd name="connsiteX197" fmla="*/ 1244632 w 6095524"/>
                  <a:gd name="connsiteY197" fmla="*/ 1023747 h 1424940"/>
                  <a:gd name="connsiteX198" fmla="*/ 1310545 w 6095524"/>
                  <a:gd name="connsiteY198" fmla="*/ 1031939 h 1424940"/>
                  <a:gd name="connsiteX199" fmla="*/ 1319879 w 6095524"/>
                  <a:gd name="connsiteY199" fmla="*/ 1024319 h 1424940"/>
                  <a:gd name="connsiteX200" fmla="*/ 1346740 w 6095524"/>
                  <a:gd name="connsiteY200" fmla="*/ 1005173 h 1424940"/>
                  <a:gd name="connsiteX201" fmla="*/ 1399699 w 6095524"/>
                  <a:gd name="connsiteY201" fmla="*/ 988219 h 1424940"/>
                  <a:gd name="connsiteX202" fmla="*/ 1414082 w 6095524"/>
                  <a:gd name="connsiteY202" fmla="*/ 989171 h 1424940"/>
                  <a:gd name="connsiteX203" fmla="*/ 1450467 w 6095524"/>
                  <a:gd name="connsiteY203" fmla="*/ 1017461 h 1424940"/>
                  <a:gd name="connsiteX204" fmla="*/ 1468184 w 6095524"/>
                  <a:gd name="connsiteY204" fmla="*/ 1028795 h 1424940"/>
                  <a:gd name="connsiteX205" fmla="*/ 1518476 w 6095524"/>
                  <a:gd name="connsiteY205" fmla="*/ 1049655 h 1424940"/>
                  <a:gd name="connsiteX206" fmla="*/ 1522667 w 6095524"/>
                  <a:gd name="connsiteY206" fmla="*/ 1053465 h 1424940"/>
                  <a:gd name="connsiteX207" fmla="*/ 1559814 w 6095524"/>
                  <a:gd name="connsiteY207" fmla="*/ 1098709 h 1424940"/>
                  <a:gd name="connsiteX208" fmla="*/ 1568196 w 6095524"/>
                  <a:gd name="connsiteY208" fmla="*/ 1106424 h 1424940"/>
                  <a:gd name="connsiteX209" fmla="*/ 1578293 w 6095524"/>
                  <a:gd name="connsiteY209" fmla="*/ 1118426 h 1424940"/>
                  <a:gd name="connsiteX210" fmla="*/ 1609820 w 6095524"/>
                  <a:gd name="connsiteY210" fmla="*/ 1141667 h 1424940"/>
                  <a:gd name="connsiteX211" fmla="*/ 1648873 w 6095524"/>
                  <a:gd name="connsiteY211" fmla="*/ 1149096 h 1424940"/>
                  <a:gd name="connsiteX212" fmla="*/ 1696022 w 6095524"/>
                  <a:gd name="connsiteY212" fmla="*/ 1160431 h 1424940"/>
                  <a:gd name="connsiteX213" fmla="*/ 1715739 w 6095524"/>
                  <a:gd name="connsiteY213" fmla="*/ 1168051 h 1424940"/>
                  <a:gd name="connsiteX214" fmla="*/ 1768602 w 6095524"/>
                  <a:gd name="connsiteY214" fmla="*/ 1182529 h 1424940"/>
                  <a:gd name="connsiteX215" fmla="*/ 1806321 w 6095524"/>
                  <a:gd name="connsiteY215" fmla="*/ 1194721 h 1424940"/>
                  <a:gd name="connsiteX216" fmla="*/ 1860709 w 6095524"/>
                  <a:gd name="connsiteY216" fmla="*/ 1201865 h 1424940"/>
                  <a:gd name="connsiteX217" fmla="*/ 1887093 w 6095524"/>
                  <a:gd name="connsiteY217" fmla="*/ 1202150 h 1424940"/>
                  <a:gd name="connsiteX218" fmla="*/ 1935575 w 6095524"/>
                  <a:gd name="connsiteY218" fmla="*/ 1238726 h 1424940"/>
                  <a:gd name="connsiteX219" fmla="*/ 1974247 w 6095524"/>
                  <a:gd name="connsiteY219" fmla="*/ 1262920 h 1424940"/>
                  <a:gd name="connsiteX220" fmla="*/ 2014919 w 6095524"/>
                  <a:gd name="connsiteY220" fmla="*/ 1251204 h 1424940"/>
                  <a:gd name="connsiteX221" fmla="*/ 2025968 w 6095524"/>
                  <a:gd name="connsiteY221" fmla="*/ 1240155 h 1424940"/>
                  <a:gd name="connsiteX222" fmla="*/ 2092643 w 6095524"/>
                  <a:gd name="connsiteY222" fmla="*/ 1229678 h 1424940"/>
                  <a:gd name="connsiteX223" fmla="*/ 2187893 w 6095524"/>
                  <a:gd name="connsiteY223" fmla="*/ 1229297 h 1424940"/>
                  <a:gd name="connsiteX224" fmla="*/ 2346294 w 6095524"/>
                  <a:gd name="connsiteY224" fmla="*/ 1205484 h 1424940"/>
                  <a:gd name="connsiteX225" fmla="*/ 2373916 w 6095524"/>
                  <a:gd name="connsiteY225" fmla="*/ 1194435 h 1424940"/>
                  <a:gd name="connsiteX226" fmla="*/ 2404967 w 6095524"/>
                  <a:gd name="connsiteY226" fmla="*/ 1191673 h 1424940"/>
                  <a:gd name="connsiteX227" fmla="*/ 2416874 w 6095524"/>
                  <a:gd name="connsiteY227" fmla="*/ 1198436 h 1424940"/>
                  <a:gd name="connsiteX228" fmla="*/ 2468975 w 6095524"/>
                  <a:gd name="connsiteY228" fmla="*/ 1208532 h 1424940"/>
                  <a:gd name="connsiteX229" fmla="*/ 2478882 w 6095524"/>
                  <a:gd name="connsiteY229" fmla="*/ 1208723 h 1424940"/>
                  <a:gd name="connsiteX230" fmla="*/ 2512791 w 6095524"/>
                  <a:gd name="connsiteY230" fmla="*/ 1204436 h 1424940"/>
                  <a:gd name="connsiteX231" fmla="*/ 2544223 w 6095524"/>
                  <a:gd name="connsiteY231" fmla="*/ 1201960 h 1424940"/>
                  <a:gd name="connsiteX232" fmla="*/ 2623471 w 6095524"/>
                  <a:gd name="connsiteY232" fmla="*/ 1210056 h 1424940"/>
                  <a:gd name="connsiteX233" fmla="*/ 2684241 w 6095524"/>
                  <a:gd name="connsiteY233" fmla="*/ 1208151 h 1424940"/>
                  <a:gd name="connsiteX234" fmla="*/ 2712244 w 6095524"/>
                  <a:gd name="connsiteY234" fmla="*/ 1210056 h 1424940"/>
                  <a:gd name="connsiteX235" fmla="*/ 2728055 w 6095524"/>
                  <a:gd name="connsiteY235" fmla="*/ 1212914 h 1424940"/>
                  <a:gd name="connsiteX236" fmla="*/ 2763869 w 6095524"/>
                  <a:gd name="connsiteY236" fmla="*/ 1232821 h 1424940"/>
                  <a:gd name="connsiteX237" fmla="*/ 2783491 w 6095524"/>
                  <a:gd name="connsiteY237" fmla="*/ 1237298 h 1424940"/>
                  <a:gd name="connsiteX238" fmla="*/ 2842546 w 6095524"/>
                  <a:gd name="connsiteY238" fmla="*/ 1236917 h 1424940"/>
                  <a:gd name="connsiteX239" fmla="*/ 2931128 w 6095524"/>
                  <a:gd name="connsiteY239" fmla="*/ 1206913 h 1424940"/>
                  <a:gd name="connsiteX240" fmla="*/ 2940368 w 6095524"/>
                  <a:gd name="connsiteY240" fmla="*/ 1202912 h 1424940"/>
                  <a:gd name="connsiteX241" fmla="*/ 2985421 w 6095524"/>
                  <a:gd name="connsiteY241" fmla="*/ 1197959 h 1424940"/>
                  <a:gd name="connsiteX242" fmla="*/ 3015996 w 6095524"/>
                  <a:gd name="connsiteY242" fmla="*/ 1204722 h 1424940"/>
                  <a:gd name="connsiteX243" fmla="*/ 3057621 w 6095524"/>
                  <a:gd name="connsiteY243" fmla="*/ 1218724 h 1424940"/>
                  <a:gd name="connsiteX244" fmla="*/ 3095054 w 6095524"/>
                  <a:gd name="connsiteY244" fmla="*/ 1230440 h 1424940"/>
                  <a:gd name="connsiteX245" fmla="*/ 3122295 w 6095524"/>
                  <a:gd name="connsiteY245" fmla="*/ 1243679 h 1424940"/>
                  <a:gd name="connsiteX246" fmla="*/ 3184589 w 6095524"/>
                  <a:gd name="connsiteY246" fmla="*/ 1253395 h 1424940"/>
                  <a:gd name="connsiteX247" fmla="*/ 3191066 w 6095524"/>
                  <a:gd name="connsiteY247" fmla="*/ 1255014 h 1424940"/>
                  <a:gd name="connsiteX248" fmla="*/ 3237929 w 6095524"/>
                  <a:gd name="connsiteY248" fmla="*/ 1243203 h 1424940"/>
                  <a:gd name="connsiteX249" fmla="*/ 3294221 w 6095524"/>
                  <a:gd name="connsiteY249" fmla="*/ 1231202 h 1424940"/>
                  <a:gd name="connsiteX250" fmla="*/ 3314319 w 6095524"/>
                  <a:gd name="connsiteY250" fmla="*/ 1235297 h 1424940"/>
                  <a:gd name="connsiteX251" fmla="*/ 3341846 w 6095524"/>
                  <a:gd name="connsiteY251" fmla="*/ 1241108 h 1424940"/>
                  <a:gd name="connsiteX252" fmla="*/ 3367373 w 6095524"/>
                  <a:gd name="connsiteY252" fmla="*/ 1238060 h 1424940"/>
                  <a:gd name="connsiteX253" fmla="*/ 3382899 w 6095524"/>
                  <a:gd name="connsiteY253" fmla="*/ 1237774 h 1424940"/>
                  <a:gd name="connsiteX254" fmla="*/ 3453765 w 6095524"/>
                  <a:gd name="connsiteY254" fmla="*/ 1273397 h 1424940"/>
                  <a:gd name="connsiteX255" fmla="*/ 3471767 w 6095524"/>
                  <a:gd name="connsiteY255" fmla="*/ 1276350 h 1424940"/>
                  <a:gd name="connsiteX256" fmla="*/ 3481959 w 6095524"/>
                  <a:gd name="connsiteY256" fmla="*/ 1280732 h 1424940"/>
                  <a:gd name="connsiteX257" fmla="*/ 3543396 w 6095524"/>
                  <a:gd name="connsiteY257" fmla="*/ 1324928 h 1424940"/>
                  <a:gd name="connsiteX258" fmla="*/ 3569494 w 6095524"/>
                  <a:gd name="connsiteY258" fmla="*/ 1333881 h 1424940"/>
                  <a:gd name="connsiteX259" fmla="*/ 3598164 w 6095524"/>
                  <a:gd name="connsiteY259" fmla="*/ 1332071 h 1424940"/>
                  <a:gd name="connsiteX260" fmla="*/ 3614738 w 6095524"/>
                  <a:gd name="connsiteY260" fmla="*/ 1328833 h 1424940"/>
                  <a:gd name="connsiteX261" fmla="*/ 3655886 w 6095524"/>
                  <a:gd name="connsiteY261" fmla="*/ 1300734 h 1424940"/>
                  <a:gd name="connsiteX262" fmla="*/ 3679317 w 6095524"/>
                  <a:gd name="connsiteY262" fmla="*/ 1301687 h 1424940"/>
                  <a:gd name="connsiteX263" fmla="*/ 3715893 w 6095524"/>
                  <a:gd name="connsiteY263" fmla="*/ 1321022 h 1424940"/>
                  <a:gd name="connsiteX264" fmla="*/ 3782282 w 6095524"/>
                  <a:gd name="connsiteY264" fmla="*/ 1329690 h 1424940"/>
                  <a:gd name="connsiteX265" fmla="*/ 3816001 w 6095524"/>
                  <a:gd name="connsiteY265" fmla="*/ 1302639 h 1424940"/>
                  <a:gd name="connsiteX266" fmla="*/ 3833431 w 6095524"/>
                  <a:gd name="connsiteY266" fmla="*/ 1276636 h 1424940"/>
                  <a:gd name="connsiteX267" fmla="*/ 3883819 w 6095524"/>
                  <a:gd name="connsiteY267" fmla="*/ 1246442 h 1424940"/>
                  <a:gd name="connsiteX268" fmla="*/ 3895821 w 6095524"/>
                  <a:gd name="connsiteY268" fmla="*/ 1257681 h 1424940"/>
                  <a:gd name="connsiteX269" fmla="*/ 3932778 w 6095524"/>
                  <a:gd name="connsiteY269" fmla="*/ 1262444 h 1424940"/>
                  <a:gd name="connsiteX270" fmla="*/ 3972782 w 6095524"/>
                  <a:gd name="connsiteY270" fmla="*/ 1262063 h 1424940"/>
                  <a:gd name="connsiteX271" fmla="*/ 4042505 w 6095524"/>
                  <a:gd name="connsiteY271" fmla="*/ 1267111 h 1424940"/>
                  <a:gd name="connsiteX272" fmla="*/ 4088892 w 6095524"/>
                  <a:gd name="connsiteY272" fmla="*/ 1238250 h 1424940"/>
                  <a:gd name="connsiteX273" fmla="*/ 4106609 w 6095524"/>
                  <a:gd name="connsiteY273" fmla="*/ 1226344 h 1424940"/>
                  <a:gd name="connsiteX274" fmla="*/ 4123182 w 6095524"/>
                  <a:gd name="connsiteY274" fmla="*/ 1218724 h 1424940"/>
                  <a:gd name="connsiteX275" fmla="*/ 4142328 w 6095524"/>
                  <a:gd name="connsiteY275" fmla="*/ 1214438 h 1424940"/>
                  <a:gd name="connsiteX276" fmla="*/ 4188524 w 6095524"/>
                  <a:gd name="connsiteY276" fmla="*/ 1198245 h 1424940"/>
                  <a:gd name="connsiteX277" fmla="*/ 4213860 w 6095524"/>
                  <a:gd name="connsiteY277" fmla="*/ 1182338 h 1424940"/>
                  <a:gd name="connsiteX278" fmla="*/ 4270820 w 6095524"/>
                  <a:gd name="connsiteY278" fmla="*/ 1167003 h 1424940"/>
                  <a:gd name="connsiteX279" fmla="*/ 4309587 w 6095524"/>
                  <a:gd name="connsiteY279" fmla="*/ 1153287 h 1424940"/>
                  <a:gd name="connsiteX280" fmla="*/ 4350449 w 6095524"/>
                  <a:gd name="connsiteY280" fmla="*/ 1129665 h 1424940"/>
                  <a:gd name="connsiteX281" fmla="*/ 4356164 w 6095524"/>
                  <a:gd name="connsiteY281" fmla="*/ 1126046 h 1424940"/>
                  <a:gd name="connsiteX282" fmla="*/ 4369880 w 6095524"/>
                  <a:gd name="connsiteY282" fmla="*/ 1110520 h 1424940"/>
                  <a:gd name="connsiteX283" fmla="*/ 4389787 w 6095524"/>
                  <a:gd name="connsiteY283" fmla="*/ 1057085 h 1424940"/>
                  <a:gd name="connsiteX284" fmla="*/ 4395502 w 6095524"/>
                  <a:gd name="connsiteY284" fmla="*/ 1046226 h 1424940"/>
                  <a:gd name="connsiteX285" fmla="*/ 4447413 w 6095524"/>
                  <a:gd name="connsiteY285" fmla="*/ 1009650 h 1424940"/>
                  <a:gd name="connsiteX286" fmla="*/ 4466654 w 6095524"/>
                  <a:gd name="connsiteY286" fmla="*/ 1013079 h 1424940"/>
                  <a:gd name="connsiteX287" fmla="*/ 4487894 w 6095524"/>
                  <a:gd name="connsiteY287" fmla="*/ 1025081 h 1424940"/>
                  <a:gd name="connsiteX288" fmla="*/ 4534472 w 6095524"/>
                  <a:gd name="connsiteY288" fmla="*/ 1028224 h 1424940"/>
                  <a:gd name="connsiteX289" fmla="*/ 4551903 w 6095524"/>
                  <a:gd name="connsiteY289" fmla="*/ 1022033 h 1424940"/>
                  <a:gd name="connsiteX290" fmla="*/ 4582382 w 6095524"/>
                  <a:gd name="connsiteY290" fmla="*/ 1005364 h 1424940"/>
                  <a:gd name="connsiteX291" fmla="*/ 4605909 w 6095524"/>
                  <a:gd name="connsiteY291" fmla="*/ 979551 h 1424940"/>
                  <a:gd name="connsiteX292" fmla="*/ 4640104 w 6095524"/>
                  <a:gd name="connsiteY292" fmla="*/ 936879 h 1424940"/>
                  <a:gd name="connsiteX293" fmla="*/ 4705731 w 6095524"/>
                  <a:gd name="connsiteY293" fmla="*/ 920591 h 1424940"/>
                  <a:gd name="connsiteX294" fmla="*/ 4730973 w 6095524"/>
                  <a:gd name="connsiteY294" fmla="*/ 915162 h 1424940"/>
                  <a:gd name="connsiteX295" fmla="*/ 4822794 w 6095524"/>
                  <a:gd name="connsiteY295" fmla="*/ 892397 h 1424940"/>
                  <a:gd name="connsiteX296" fmla="*/ 4830794 w 6095524"/>
                  <a:gd name="connsiteY296" fmla="*/ 891635 h 1424940"/>
                  <a:gd name="connsiteX297" fmla="*/ 4894421 w 6095524"/>
                  <a:gd name="connsiteY297" fmla="*/ 865442 h 1424940"/>
                  <a:gd name="connsiteX298" fmla="*/ 4909756 w 6095524"/>
                  <a:gd name="connsiteY298" fmla="*/ 858964 h 1424940"/>
                  <a:gd name="connsiteX299" fmla="*/ 4928521 w 6095524"/>
                  <a:gd name="connsiteY299" fmla="*/ 842391 h 1424940"/>
                  <a:gd name="connsiteX300" fmla="*/ 4945857 w 6095524"/>
                  <a:gd name="connsiteY300" fmla="*/ 795623 h 1424940"/>
                  <a:gd name="connsiteX301" fmla="*/ 4966145 w 6095524"/>
                  <a:gd name="connsiteY301" fmla="*/ 774287 h 1424940"/>
                  <a:gd name="connsiteX302" fmla="*/ 4980909 w 6095524"/>
                  <a:gd name="connsiteY302" fmla="*/ 761333 h 1424940"/>
                  <a:gd name="connsiteX303" fmla="*/ 4993862 w 6095524"/>
                  <a:gd name="connsiteY303" fmla="*/ 741712 h 1424940"/>
                  <a:gd name="connsiteX304" fmla="*/ 5006816 w 6095524"/>
                  <a:gd name="connsiteY304" fmla="*/ 694754 h 1424940"/>
                  <a:gd name="connsiteX305" fmla="*/ 5026724 w 6095524"/>
                  <a:gd name="connsiteY305" fmla="*/ 653129 h 1424940"/>
                  <a:gd name="connsiteX306" fmla="*/ 5062538 w 6095524"/>
                  <a:gd name="connsiteY306" fmla="*/ 630079 h 1424940"/>
                  <a:gd name="connsiteX307" fmla="*/ 5084731 w 6095524"/>
                  <a:gd name="connsiteY307" fmla="*/ 617982 h 1424940"/>
                  <a:gd name="connsiteX308" fmla="*/ 5172647 w 6095524"/>
                  <a:gd name="connsiteY308" fmla="*/ 630174 h 1424940"/>
                  <a:gd name="connsiteX309" fmla="*/ 5232654 w 6095524"/>
                  <a:gd name="connsiteY309" fmla="*/ 642080 h 1424940"/>
                  <a:gd name="connsiteX310" fmla="*/ 5252371 w 6095524"/>
                  <a:gd name="connsiteY310" fmla="*/ 637508 h 1424940"/>
                  <a:gd name="connsiteX311" fmla="*/ 5308092 w 6095524"/>
                  <a:gd name="connsiteY311" fmla="*/ 598646 h 1424940"/>
                  <a:gd name="connsiteX312" fmla="*/ 5363147 w 6095524"/>
                  <a:gd name="connsiteY312" fmla="*/ 581311 h 1424940"/>
                  <a:gd name="connsiteX313" fmla="*/ 5404580 w 6095524"/>
                  <a:gd name="connsiteY313" fmla="*/ 576358 h 1424940"/>
                  <a:gd name="connsiteX314" fmla="*/ 5440203 w 6095524"/>
                  <a:gd name="connsiteY314" fmla="*/ 572548 h 1424940"/>
                  <a:gd name="connsiteX315" fmla="*/ 5482971 w 6095524"/>
                  <a:gd name="connsiteY315" fmla="*/ 561880 h 1424940"/>
                  <a:gd name="connsiteX316" fmla="*/ 5507165 w 6095524"/>
                  <a:gd name="connsiteY316" fmla="*/ 550259 h 1424940"/>
                  <a:gd name="connsiteX317" fmla="*/ 5545645 w 6095524"/>
                  <a:gd name="connsiteY317" fmla="*/ 533591 h 1424940"/>
                  <a:gd name="connsiteX318" fmla="*/ 5585079 w 6095524"/>
                  <a:gd name="connsiteY318" fmla="*/ 511969 h 1424940"/>
                  <a:gd name="connsiteX319" fmla="*/ 5615368 w 6095524"/>
                  <a:gd name="connsiteY319" fmla="*/ 481679 h 1424940"/>
                  <a:gd name="connsiteX320" fmla="*/ 5631656 w 6095524"/>
                  <a:gd name="connsiteY320" fmla="*/ 456152 h 1424940"/>
                  <a:gd name="connsiteX321" fmla="*/ 5679377 w 6095524"/>
                  <a:gd name="connsiteY321" fmla="*/ 419576 h 1424940"/>
                  <a:gd name="connsiteX322" fmla="*/ 5722525 w 6095524"/>
                  <a:gd name="connsiteY322" fmla="*/ 350615 h 1424940"/>
                  <a:gd name="connsiteX323" fmla="*/ 5749576 w 6095524"/>
                  <a:gd name="connsiteY323" fmla="*/ 321945 h 1424940"/>
                  <a:gd name="connsiteX324" fmla="*/ 5764911 w 6095524"/>
                  <a:gd name="connsiteY324" fmla="*/ 313849 h 1424940"/>
                  <a:gd name="connsiteX325" fmla="*/ 5791009 w 6095524"/>
                  <a:gd name="connsiteY325" fmla="*/ 293942 h 1424940"/>
                  <a:gd name="connsiteX326" fmla="*/ 5806440 w 6095524"/>
                  <a:gd name="connsiteY326" fmla="*/ 279178 h 1424940"/>
                  <a:gd name="connsiteX327" fmla="*/ 5848636 w 6095524"/>
                  <a:gd name="connsiteY327" fmla="*/ 224885 h 1424940"/>
                  <a:gd name="connsiteX328" fmla="*/ 5861590 w 6095524"/>
                  <a:gd name="connsiteY328" fmla="*/ 208788 h 1424940"/>
                  <a:gd name="connsiteX329" fmla="*/ 5888355 w 6095524"/>
                  <a:gd name="connsiteY329" fmla="*/ 181166 h 1424940"/>
                  <a:gd name="connsiteX330" fmla="*/ 5900071 w 6095524"/>
                  <a:gd name="connsiteY330" fmla="*/ 172784 h 1424940"/>
                  <a:gd name="connsiteX331" fmla="*/ 5920740 w 6095524"/>
                  <a:gd name="connsiteY331" fmla="*/ 150305 h 1424940"/>
                  <a:gd name="connsiteX332" fmla="*/ 5969985 w 6095524"/>
                  <a:gd name="connsiteY332" fmla="*/ 91345 h 1424940"/>
                  <a:gd name="connsiteX333" fmla="*/ 5991130 w 6095524"/>
                  <a:gd name="connsiteY333" fmla="*/ 58293 h 1424940"/>
                  <a:gd name="connsiteX334" fmla="*/ 6033325 w 6095524"/>
                  <a:gd name="connsiteY334" fmla="*/ 33909 h 1424940"/>
                  <a:gd name="connsiteX335" fmla="*/ 6054376 w 6095524"/>
                  <a:gd name="connsiteY335" fmla="*/ 20955 h 1424940"/>
                  <a:gd name="connsiteX336" fmla="*/ 6095524 w 6095524"/>
                  <a:gd name="connsiteY336" fmla="*/ 0 h 142494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  <a:cxn ang="0">
                    <a:pos x="connsiteX89" y="connsiteY89"/>
                  </a:cxn>
                  <a:cxn ang="0">
                    <a:pos x="connsiteX90" y="connsiteY90"/>
                  </a:cxn>
                  <a:cxn ang="0">
                    <a:pos x="connsiteX91" y="connsiteY91"/>
                  </a:cxn>
                  <a:cxn ang="0">
                    <a:pos x="connsiteX92" y="connsiteY92"/>
                  </a:cxn>
                  <a:cxn ang="0">
                    <a:pos x="connsiteX93" y="connsiteY93"/>
                  </a:cxn>
                  <a:cxn ang="0">
                    <a:pos x="connsiteX94" y="connsiteY94"/>
                  </a:cxn>
                  <a:cxn ang="0">
                    <a:pos x="connsiteX95" y="connsiteY95"/>
                  </a:cxn>
                  <a:cxn ang="0">
                    <a:pos x="connsiteX96" y="connsiteY96"/>
                  </a:cxn>
                  <a:cxn ang="0">
                    <a:pos x="connsiteX97" y="connsiteY97"/>
                  </a:cxn>
                  <a:cxn ang="0">
                    <a:pos x="connsiteX98" y="connsiteY98"/>
                  </a:cxn>
                  <a:cxn ang="0">
                    <a:pos x="connsiteX99" y="connsiteY99"/>
                  </a:cxn>
                  <a:cxn ang="0">
                    <a:pos x="connsiteX100" y="connsiteY100"/>
                  </a:cxn>
                  <a:cxn ang="0">
                    <a:pos x="connsiteX101" y="connsiteY101"/>
                  </a:cxn>
                  <a:cxn ang="0">
                    <a:pos x="connsiteX102" y="connsiteY102"/>
                  </a:cxn>
                  <a:cxn ang="0">
                    <a:pos x="connsiteX103" y="connsiteY103"/>
                  </a:cxn>
                  <a:cxn ang="0">
                    <a:pos x="connsiteX104" y="connsiteY104"/>
                  </a:cxn>
                  <a:cxn ang="0">
                    <a:pos x="connsiteX105" y="connsiteY105"/>
                  </a:cxn>
                  <a:cxn ang="0">
                    <a:pos x="connsiteX106" y="connsiteY106"/>
                  </a:cxn>
                  <a:cxn ang="0">
                    <a:pos x="connsiteX107" y="connsiteY107"/>
                  </a:cxn>
                  <a:cxn ang="0">
                    <a:pos x="connsiteX108" y="connsiteY108"/>
                  </a:cxn>
                  <a:cxn ang="0">
                    <a:pos x="connsiteX109" y="connsiteY109"/>
                  </a:cxn>
                  <a:cxn ang="0">
                    <a:pos x="connsiteX110" y="connsiteY110"/>
                  </a:cxn>
                  <a:cxn ang="0">
                    <a:pos x="connsiteX111" y="connsiteY111"/>
                  </a:cxn>
                  <a:cxn ang="0">
                    <a:pos x="connsiteX112" y="connsiteY112"/>
                  </a:cxn>
                  <a:cxn ang="0">
                    <a:pos x="connsiteX113" y="connsiteY113"/>
                  </a:cxn>
                  <a:cxn ang="0">
                    <a:pos x="connsiteX114" y="connsiteY114"/>
                  </a:cxn>
                  <a:cxn ang="0">
                    <a:pos x="connsiteX115" y="connsiteY115"/>
                  </a:cxn>
                  <a:cxn ang="0">
                    <a:pos x="connsiteX116" y="connsiteY116"/>
                  </a:cxn>
                  <a:cxn ang="0">
                    <a:pos x="connsiteX117" y="connsiteY117"/>
                  </a:cxn>
                  <a:cxn ang="0">
                    <a:pos x="connsiteX118" y="connsiteY118"/>
                  </a:cxn>
                  <a:cxn ang="0">
                    <a:pos x="connsiteX119" y="connsiteY119"/>
                  </a:cxn>
                  <a:cxn ang="0">
                    <a:pos x="connsiteX120" y="connsiteY120"/>
                  </a:cxn>
                  <a:cxn ang="0">
                    <a:pos x="connsiteX121" y="connsiteY121"/>
                  </a:cxn>
                  <a:cxn ang="0">
                    <a:pos x="connsiteX122" y="connsiteY122"/>
                  </a:cxn>
                  <a:cxn ang="0">
                    <a:pos x="connsiteX123" y="connsiteY123"/>
                  </a:cxn>
                  <a:cxn ang="0">
                    <a:pos x="connsiteX124" y="connsiteY124"/>
                  </a:cxn>
                  <a:cxn ang="0">
                    <a:pos x="connsiteX125" y="connsiteY125"/>
                  </a:cxn>
                  <a:cxn ang="0">
                    <a:pos x="connsiteX126" y="connsiteY126"/>
                  </a:cxn>
                  <a:cxn ang="0">
                    <a:pos x="connsiteX127" y="connsiteY127"/>
                  </a:cxn>
                  <a:cxn ang="0">
                    <a:pos x="connsiteX128" y="connsiteY128"/>
                  </a:cxn>
                  <a:cxn ang="0">
                    <a:pos x="connsiteX129" y="connsiteY129"/>
                  </a:cxn>
                  <a:cxn ang="0">
                    <a:pos x="connsiteX130" y="connsiteY130"/>
                  </a:cxn>
                  <a:cxn ang="0">
                    <a:pos x="connsiteX131" y="connsiteY131"/>
                  </a:cxn>
                  <a:cxn ang="0">
                    <a:pos x="connsiteX132" y="connsiteY132"/>
                  </a:cxn>
                  <a:cxn ang="0">
                    <a:pos x="connsiteX133" y="connsiteY133"/>
                  </a:cxn>
                  <a:cxn ang="0">
                    <a:pos x="connsiteX134" y="connsiteY134"/>
                  </a:cxn>
                  <a:cxn ang="0">
                    <a:pos x="connsiteX135" y="connsiteY135"/>
                  </a:cxn>
                  <a:cxn ang="0">
                    <a:pos x="connsiteX136" y="connsiteY136"/>
                  </a:cxn>
                  <a:cxn ang="0">
                    <a:pos x="connsiteX137" y="connsiteY137"/>
                  </a:cxn>
                  <a:cxn ang="0">
                    <a:pos x="connsiteX138" y="connsiteY138"/>
                  </a:cxn>
                  <a:cxn ang="0">
                    <a:pos x="connsiteX139" y="connsiteY139"/>
                  </a:cxn>
                  <a:cxn ang="0">
                    <a:pos x="connsiteX140" y="connsiteY140"/>
                  </a:cxn>
                  <a:cxn ang="0">
                    <a:pos x="connsiteX141" y="connsiteY141"/>
                  </a:cxn>
                  <a:cxn ang="0">
                    <a:pos x="connsiteX142" y="connsiteY142"/>
                  </a:cxn>
                  <a:cxn ang="0">
                    <a:pos x="connsiteX143" y="connsiteY143"/>
                  </a:cxn>
                  <a:cxn ang="0">
                    <a:pos x="connsiteX144" y="connsiteY144"/>
                  </a:cxn>
                  <a:cxn ang="0">
                    <a:pos x="connsiteX145" y="connsiteY145"/>
                  </a:cxn>
                  <a:cxn ang="0">
                    <a:pos x="connsiteX146" y="connsiteY146"/>
                  </a:cxn>
                  <a:cxn ang="0">
                    <a:pos x="connsiteX147" y="connsiteY147"/>
                  </a:cxn>
                  <a:cxn ang="0">
                    <a:pos x="connsiteX148" y="connsiteY148"/>
                  </a:cxn>
                  <a:cxn ang="0">
                    <a:pos x="connsiteX149" y="connsiteY149"/>
                  </a:cxn>
                  <a:cxn ang="0">
                    <a:pos x="connsiteX150" y="connsiteY150"/>
                  </a:cxn>
                  <a:cxn ang="0">
                    <a:pos x="connsiteX151" y="connsiteY151"/>
                  </a:cxn>
                  <a:cxn ang="0">
                    <a:pos x="connsiteX152" y="connsiteY152"/>
                  </a:cxn>
                  <a:cxn ang="0">
                    <a:pos x="connsiteX153" y="connsiteY153"/>
                  </a:cxn>
                  <a:cxn ang="0">
                    <a:pos x="connsiteX154" y="connsiteY154"/>
                  </a:cxn>
                  <a:cxn ang="0">
                    <a:pos x="connsiteX155" y="connsiteY155"/>
                  </a:cxn>
                  <a:cxn ang="0">
                    <a:pos x="connsiteX156" y="connsiteY156"/>
                  </a:cxn>
                  <a:cxn ang="0">
                    <a:pos x="connsiteX157" y="connsiteY157"/>
                  </a:cxn>
                  <a:cxn ang="0">
                    <a:pos x="connsiteX158" y="connsiteY158"/>
                  </a:cxn>
                  <a:cxn ang="0">
                    <a:pos x="connsiteX159" y="connsiteY159"/>
                  </a:cxn>
                  <a:cxn ang="0">
                    <a:pos x="connsiteX160" y="connsiteY160"/>
                  </a:cxn>
                  <a:cxn ang="0">
                    <a:pos x="connsiteX161" y="connsiteY161"/>
                  </a:cxn>
                  <a:cxn ang="0">
                    <a:pos x="connsiteX162" y="connsiteY162"/>
                  </a:cxn>
                  <a:cxn ang="0">
                    <a:pos x="connsiteX163" y="connsiteY163"/>
                  </a:cxn>
                  <a:cxn ang="0">
                    <a:pos x="connsiteX164" y="connsiteY164"/>
                  </a:cxn>
                  <a:cxn ang="0">
                    <a:pos x="connsiteX165" y="connsiteY165"/>
                  </a:cxn>
                  <a:cxn ang="0">
                    <a:pos x="connsiteX166" y="connsiteY166"/>
                  </a:cxn>
                  <a:cxn ang="0">
                    <a:pos x="connsiteX167" y="connsiteY167"/>
                  </a:cxn>
                  <a:cxn ang="0">
                    <a:pos x="connsiteX168" y="connsiteY168"/>
                  </a:cxn>
                  <a:cxn ang="0">
                    <a:pos x="connsiteX169" y="connsiteY169"/>
                  </a:cxn>
                  <a:cxn ang="0">
                    <a:pos x="connsiteX170" y="connsiteY170"/>
                  </a:cxn>
                  <a:cxn ang="0">
                    <a:pos x="connsiteX171" y="connsiteY171"/>
                  </a:cxn>
                  <a:cxn ang="0">
                    <a:pos x="connsiteX172" y="connsiteY172"/>
                  </a:cxn>
                  <a:cxn ang="0">
                    <a:pos x="connsiteX173" y="connsiteY173"/>
                  </a:cxn>
                  <a:cxn ang="0">
                    <a:pos x="connsiteX174" y="connsiteY174"/>
                  </a:cxn>
                  <a:cxn ang="0">
                    <a:pos x="connsiteX175" y="connsiteY175"/>
                  </a:cxn>
                  <a:cxn ang="0">
                    <a:pos x="connsiteX176" y="connsiteY176"/>
                  </a:cxn>
                  <a:cxn ang="0">
                    <a:pos x="connsiteX177" y="connsiteY177"/>
                  </a:cxn>
                  <a:cxn ang="0">
                    <a:pos x="connsiteX178" y="connsiteY178"/>
                  </a:cxn>
                  <a:cxn ang="0">
                    <a:pos x="connsiteX179" y="connsiteY179"/>
                  </a:cxn>
                  <a:cxn ang="0">
                    <a:pos x="connsiteX180" y="connsiteY180"/>
                  </a:cxn>
                  <a:cxn ang="0">
                    <a:pos x="connsiteX181" y="connsiteY181"/>
                  </a:cxn>
                  <a:cxn ang="0">
                    <a:pos x="connsiteX182" y="connsiteY182"/>
                  </a:cxn>
                  <a:cxn ang="0">
                    <a:pos x="connsiteX183" y="connsiteY183"/>
                  </a:cxn>
                  <a:cxn ang="0">
                    <a:pos x="connsiteX184" y="connsiteY184"/>
                  </a:cxn>
                  <a:cxn ang="0">
                    <a:pos x="connsiteX185" y="connsiteY185"/>
                  </a:cxn>
                  <a:cxn ang="0">
                    <a:pos x="connsiteX186" y="connsiteY186"/>
                  </a:cxn>
                  <a:cxn ang="0">
                    <a:pos x="connsiteX187" y="connsiteY187"/>
                  </a:cxn>
                  <a:cxn ang="0">
                    <a:pos x="connsiteX188" y="connsiteY188"/>
                  </a:cxn>
                  <a:cxn ang="0">
                    <a:pos x="connsiteX189" y="connsiteY189"/>
                  </a:cxn>
                  <a:cxn ang="0">
                    <a:pos x="connsiteX190" y="connsiteY190"/>
                  </a:cxn>
                  <a:cxn ang="0">
                    <a:pos x="connsiteX191" y="connsiteY191"/>
                  </a:cxn>
                  <a:cxn ang="0">
                    <a:pos x="connsiteX192" y="connsiteY192"/>
                  </a:cxn>
                  <a:cxn ang="0">
                    <a:pos x="connsiteX193" y="connsiteY193"/>
                  </a:cxn>
                  <a:cxn ang="0">
                    <a:pos x="connsiteX194" y="connsiteY194"/>
                  </a:cxn>
                  <a:cxn ang="0">
                    <a:pos x="connsiteX195" y="connsiteY195"/>
                  </a:cxn>
                  <a:cxn ang="0">
                    <a:pos x="connsiteX196" y="connsiteY196"/>
                  </a:cxn>
                  <a:cxn ang="0">
                    <a:pos x="connsiteX197" y="connsiteY197"/>
                  </a:cxn>
                  <a:cxn ang="0">
                    <a:pos x="connsiteX198" y="connsiteY198"/>
                  </a:cxn>
                  <a:cxn ang="0">
                    <a:pos x="connsiteX199" y="connsiteY199"/>
                  </a:cxn>
                  <a:cxn ang="0">
                    <a:pos x="connsiteX200" y="connsiteY200"/>
                  </a:cxn>
                  <a:cxn ang="0">
                    <a:pos x="connsiteX201" y="connsiteY201"/>
                  </a:cxn>
                  <a:cxn ang="0">
                    <a:pos x="connsiteX202" y="connsiteY202"/>
                  </a:cxn>
                  <a:cxn ang="0">
                    <a:pos x="connsiteX203" y="connsiteY203"/>
                  </a:cxn>
                  <a:cxn ang="0">
                    <a:pos x="connsiteX204" y="connsiteY204"/>
                  </a:cxn>
                  <a:cxn ang="0">
                    <a:pos x="connsiteX205" y="connsiteY205"/>
                  </a:cxn>
                  <a:cxn ang="0">
                    <a:pos x="connsiteX206" y="connsiteY206"/>
                  </a:cxn>
                  <a:cxn ang="0">
                    <a:pos x="connsiteX207" y="connsiteY207"/>
                  </a:cxn>
                  <a:cxn ang="0">
                    <a:pos x="connsiteX208" y="connsiteY208"/>
                  </a:cxn>
                  <a:cxn ang="0">
                    <a:pos x="connsiteX209" y="connsiteY209"/>
                  </a:cxn>
                  <a:cxn ang="0">
                    <a:pos x="connsiteX210" y="connsiteY210"/>
                  </a:cxn>
                  <a:cxn ang="0">
                    <a:pos x="connsiteX211" y="connsiteY211"/>
                  </a:cxn>
                  <a:cxn ang="0">
                    <a:pos x="connsiteX212" y="connsiteY212"/>
                  </a:cxn>
                  <a:cxn ang="0">
                    <a:pos x="connsiteX213" y="connsiteY213"/>
                  </a:cxn>
                  <a:cxn ang="0">
                    <a:pos x="connsiteX214" y="connsiteY214"/>
                  </a:cxn>
                  <a:cxn ang="0">
                    <a:pos x="connsiteX215" y="connsiteY215"/>
                  </a:cxn>
                  <a:cxn ang="0">
                    <a:pos x="connsiteX216" y="connsiteY216"/>
                  </a:cxn>
                  <a:cxn ang="0">
                    <a:pos x="connsiteX217" y="connsiteY217"/>
                  </a:cxn>
                  <a:cxn ang="0">
                    <a:pos x="connsiteX218" y="connsiteY218"/>
                  </a:cxn>
                  <a:cxn ang="0">
                    <a:pos x="connsiteX219" y="connsiteY219"/>
                  </a:cxn>
                  <a:cxn ang="0">
                    <a:pos x="connsiteX220" y="connsiteY220"/>
                  </a:cxn>
                  <a:cxn ang="0">
                    <a:pos x="connsiteX221" y="connsiteY221"/>
                  </a:cxn>
                  <a:cxn ang="0">
                    <a:pos x="connsiteX222" y="connsiteY222"/>
                  </a:cxn>
                  <a:cxn ang="0">
                    <a:pos x="connsiteX223" y="connsiteY223"/>
                  </a:cxn>
                  <a:cxn ang="0">
                    <a:pos x="connsiteX224" y="connsiteY224"/>
                  </a:cxn>
                  <a:cxn ang="0">
                    <a:pos x="connsiteX225" y="connsiteY225"/>
                  </a:cxn>
                  <a:cxn ang="0">
                    <a:pos x="connsiteX226" y="connsiteY226"/>
                  </a:cxn>
                  <a:cxn ang="0">
                    <a:pos x="connsiteX227" y="connsiteY227"/>
                  </a:cxn>
                  <a:cxn ang="0">
                    <a:pos x="connsiteX228" y="connsiteY228"/>
                  </a:cxn>
                  <a:cxn ang="0">
                    <a:pos x="connsiteX229" y="connsiteY229"/>
                  </a:cxn>
                  <a:cxn ang="0">
                    <a:pos x="connsiteX230" y="connsiteY230"/>
                  </a:cxn>
                  <a:cxn ang="0">
                    <a:pos x="connsiteX231" y="connsiteY231"/>
                  </a:cxn>
                  <a:cxn ang="0">
                    <a:pos x="connsiteX232" y="connsiteY232"/>
                  </a:cxn>
                  <a:cxn ang="0">
                    <a:pos x="connsiteX233" y="connsiteY233"/>
                  </a:cxn>
                  <a:cxn ang="0">
                    <a:pos x="connsiteX234" y="connsiteY234"/>
                  </a:cxn>
                  <a:cxn ang="0">
                    <a:pos x="connsiteX235" y="connsiteY235"/>
                  </a:cxn>
                  <a:cxn ang="0">
                    <a:pos x="connsiteX236" y="connsiteY236"/>
                  </a:cxn>
                  <a:cxn ang="0">
                    <a:pos x="connsiteX237" y="connsiteY237"/>
                  </a:cxn>
                  <a:cxn ang="0">
                    <a:pos x="connsiteX238" y="connsiteY238"/>
                  </a:cxn>
                  <a:cxn ang="0">
                    <a:pos x="connsiteX239" y="connsiteY239"/>
                  </a:cxn>
                  <a:cxn ang="0">
                    <a:pos x="connsiteX240" y="connsiteY240"/>
                  </a:cxn>
                  <a:cxn ang="0">
                    <a:pos x="connsiteX241" y="connsiteY241"/>
                  </a:cxn>
                  <a:cxn ang="0">
                    <a:pos x="connsiteX242" y="connsiteY242"/>
                  </a:cxn>
                  <a:cxn ang="0">
                    <a:pos x="connsiteX243" y="connsiteY243"/>
                  </a:cxn>
                  <a:cxn ang="0">
                    <a:pos x="connsiteX244" y="connsiteY244"/>
                  </a:cxn>
                  <a:cxn ang="0">
                    <a:pos x="connsiteX245" y="connsiteY245"/>
                  </a:cxn>
                  <a:cxn ang="0">
                    <a:pos x="connsiteX246" y="connsiteY246"/>
                  </a:cxn>
                  <a:cxn ang="0">
                    <a:pos x="connsiteX247" y="connsiteY247"/>
                  </a:cxn>
                  <a:cxn ang="0">
                    <a:pos x="connsiteX248" y="connsiteY248"/>
                  </a:cxn>
                  <a:cxn ang="0">
                    <a:pos x="connsiteX249" y="connsiteY249"/>
                  </a:cxn>
                  <a:cxn ang="0">
                    <a:pos x="connsiteX250" y="connsiteY250"/>
                  </a:cxn>
                  <a:cxn ang="0">
                    <a:pos x="connsiteX251" y="connsiteY251"/>
                  </a:cxn>
                  <a:cxn ang="0">
                    <a:pos x="connsiteX252" y="connsiteY252"/>
                  </a:cxn>
                  <a:cxn ang="0">
                    <a:pos x="connsiteX253" y="connsiteY253"/>
                  </a:cxn>
                  <a:cxn ang="0">
                    <a:pos x="connsiteX254" y="connsiteY254"/>
                  </a:cxn>
                  <a:cxn ang="0">
                    <a:pos x="connsiteX255" y="connsiteY255"/>
                  </a:cxn>
                  <a:cxn ang="0">
                    <a:pos x="connsiteX256" y="connsiteY256"/>
                  </a:cxn>
                  <a:cxn ang="0">
                    <a:pos x="connsiteX257" y="connsiteY257"/>
                  </a:cxn>
                  <a:cxn ang="0">
                    <a:pos x="connsiteX258" y="connsiteY258"/>
                  </a:cxn>
                  <a:cxn ang="0">
                    <a:pos x="connsiteX259" y="connsiteY259"/>
                  </a:cxn>
                  <a:cxn ang="0">
                    <a:pos x="connsiteX260" y="connsiteY260"/>
                  </a:cxn>
                  <a:cxn ang="0">
                    <a:pos x="connsiteX261" y="connsiteY261"/>
                  </a:cxn>
                  <a:cxn ang="0">
                    <a:pos x="connsiteX262" y="connsiteY262"/>
                  </a:cxn>
                  <a:cxn ang="0">
                    <a:pos x="connsiteX263" y="connsiteY263"/>
                  </a:cxn>
                  <a:cxn ang="0">
                    <a:pos x="connsiteX264" y="connsiteY264"/>
                  </a:cxn>
                  <a:cxn ang="0">
                    <a:pos x="connsiteX265" y="connsiteY265"/>
                  </a:cxn>
                  <a:cxn ang="0">
                    <a:pos x="connsiteX266" y="connsiteY266"/>
                  </a:cxn>
                  <a:cxn ang="0">
                    <a:pos x="connsiteX267" y="connsiteY267"/>
                  </a:cxn>
                  <a:cxn ang="0">
                    <a:pos x="connsiteX268" y="connsiteY268"/>
                  </a:cxn>
                  <a:cxn ang="0">
                    <a:pos x="connsiteX269" y="connsiteY269"/>
                  </a:cxn>
                  <a:cxn ang="0">
                    <a:pos x="connsiteX270" y="connsiteY270"/>
                  </a:cxn>
                  <a:cxn ang="0">
                    <a:pos x="connsiteX271" y="connsiteY271"/>
                  </a:cxn>
                  <a:cxn ang="0">
                    <a:pos x="connsiteX272" y="connsiteY272"/>
                  </a:cxn>
                  <a:cxn ang="0">
                    <a:pos x="connsiteX273" y="connsiteY273"/>
                  </a:cxn>
                  <a:cxn ang="0">
                    <a:pos x="connsiteX274" y="connsiteY274"/>
                  </a:cxn>
                  <a:cxn ang="0">
                    <a:pos x="connsiteX275" y="connsiteY275"/>
                  </a:cxn>
                  <a:cxn ang="0">
                    <a:pos x="connsiteX276" y="connsiteY276"/>
                  </a:cxn>
                  <a:cxn ang="0">
                    <a:pos x="connsiteX277" y="connsiteY277"/>
                  </a:cxn>
                  <a:cxn ang="0">
                    <a:pos x="connsiteX278" y="connsiteY278"/>
                  </a:cxn>
                  <a:cxn ang="0">
                    <a:pos x="connsiteX279" y="connsiteY279"/>
                  </a:cxn>
                  <a:cxn ang="0">
                    <a:pos x="connsiteX280" y="connsiteY280"/>
                  </a:cxn>
                  <a:cxn ang="0">
                    <a:pos x="connsiteX281" y="connsiteY281"/>
                  </a:cxn>
                  <a:cxn ang="0">
                    <a:pos x="connsiteX282" y="connsiteY282"/>
                  </a:cxn>
                  <a:cxn ang="0">
                    <a:pos x="connsiteX283" y="connsiteY283"/>
                  </a:cxn>
                  <a:cxn ang="0">
                    <a:pos x="connsiteX284" y="connsiteY284"/>
                  </a:cxn>
                  <a:cxn ang="0">
                    <a:pos x="connsiteX285" y="connsiteY285"/>
                  </a:cxn>
                  <a:cxn ang="0">
                    <a:pos x="connsiteX286" y="connsiteY286"/>
                  </a:cxn>
                  <a:cxn ang="0">
                    <a:pos x="connsiteX287" y="connsiteY287"/>
                  </a:cxn>
                  <a:cxn ang="0">
                    <a:pos x="connsiteX288" y="connsiteY288"/>
                  </a:cxn>
                  <a:cxn ang="0">
                    <a:pos x="connsiteX289" y="connsiteY289"/>
                  </a:cxn>
                  <a:cxn ang="0">
                    <a:pos x="connsiteX290" y="connsiteY290"/>
                  </a:cxn>
                  <a:cxn ang="0">
                    <a:pos x="connsiteX291" y="connsiteY291"/>
                  </a:cxn>
                  <a:cxn ang="0">
                    <a:pos x="connsiteX292" y="connsiteY292"/>
                  </a:cxn>
                  <a:cxn ang="0">
                    <a:pos x="connsiteX293" y="connsiteY293"/>
                  </a:cxn>
                  <a:cxn ang="0">
                    <a:pos x="connsiteX294" y="connsiteY294"/>
                  </a:cxn>
                  <a:cxn ang="0">
                    <a:pos x="connsiteX295" y="connsiteY295"/>
                  </a:cxn>
                  <a:cxn ang="0">
                    <a:pos x="connsiteX296" y="connsiteY296"/>
                  </a:cxn>
                  <a:cxn ang="0">
                    <a:pos x="connsiteX297" y="connsiteY297"/>
                  </a:cxn>
                  <a:cxn ang="0">
                    <a:pos x="connsiteX298" y="connsiteY298"/>
                  </a:cxn>
                  <a:cxn ang="0">
                    <a:pos x="connsiteX299" y="connsiteY299"/>
                  </a:cxn>
                  <a:cxn ang="0">
                    <a:pos x="connsiteX300" y="connsiteY300"/>
                  </a:cxn>
                  <a:cxn ang="0">
                    <a:pos x="connsiteX301" y="connsiteY301"/>
                  </a:cxn>
                  <a:cxn ang="0">
                    <a:pos x="connsiteX302" y="connsiteY302"/>
                  </a:cxn>
                  <a:cxn ang="0">
                    <a:pos x="connsiteX303" y="connsiteY303"/>
                  </a:cxn>
                  <a:cxn ang="0">
                    <a:pos x="connsiteX304" y="connsiteY304"/>
                  </a:cxn>
                  <a:cxn ang="0">
                    <a:pos x="connsiteX305" y="connsiteY305"/>
                  </a:cxn>
                  <a:cxn ang="0">
                    <a:pos x="connsiteX306" y="connsiteY306"/>
                  </a:cxn>
                  <a:cxn ang="0">
                    <a:pos x="connsiteX307" y="connsiteY307"/>
                  </a:cxn>
                  <a:cxn ang="0">
                    <a:pos x="connsiteX308" y="connsiteY308"/>
                  </a:cxn>
                  <a:cxn ang="0">
                    <a:pos x="connsiteX309" y="connsiteY309"/>
                  </a:cxn>
                  <a:cxn ang="0">
                    <a:pos x="connsiteX310" y="connsiteY310"/>
                  </a:cxn>
                  <a:cxn ang="0">
                    <a:pos x="connsiteX311" y="connsiteY311"/>
                  </a:cxn>
                  <a:cxn ang="0">
                    <a:pos x="connsiteX312" y="connsiteY312"/>
                  </a:cxn>
                  <a:cxn ang="0">
                    <a:pos x="connsiteX313" y="connsiteY313"/>
                  </a:cxn>
                  <a:cxn ang="0">
                    <a:pos x="connsiteX314" y="connsiteY314"/>
                  </a:cxn>
                  <a:cxn ang="0">
                    <a:pos x="connsiteX315" y="connsiteY315"/>
                  </a:cxn>
                  <a:cxn ang="0">
                    <a:pos x="connsiteX316" y="connsiteY316"/>
                  </a:cxn>
                  <a:cxn ang="0">
                    <a:pos x="connsiteX317" y="connsiteY317"/>
                  </a:cxn>
                  <a:cxn ang="0">
                    <a:pos x="connsiteX318" y="connsiteY318"/>
                  </a:cxn>
                  <a:cxn ang="0">
                    <a:pos x="connsiteX319" y="connsiteY319"/>
                  </a:cxn>
                  <a:cxn ang="0">
                    <a:pos x="connsiteX320" y="connsiteY320"/>
                  </a:cxn>
                  <a:cxn ang="0">
                    <a:pos x="connsiteX321" y="connsiteY321"/>
                  </a:cxn>
                  <a:cxn ang="0">
                    <a:pos x="connsiteX322" y="connsiteY322"/>
                  </a:cxn>
                  <a:cxn ang="0">
                    <a:pos x="connsiteX323" y="connsiteY323"/>
                  </a:cxn>
                  <a:cxn ang="0">
                    <a:pos x="connsiteX324" y="connsiteY324"/>
                  </a:cxn>
                  <a:cxn ang="0">
                    <a:pos x="connsiteX325" y="connsiteY325"/>
                  </a:cxn>
                  <a:cxn ang="0">
                    <a:pos x="connsiteX326" y="connsiteY326"/>
                  </a:cxn>
                  <a:cxn ang="0">
                    <a:pos x="connsiteX327" y="connsiteY327"/>
                  </a:cxn>
                  <a:cxn ang="0">
                    <a:pos x="connsiteX328" y="connsiteY328"/>
                  </a:cxn>
                  <a:cxn ang="0">
                    <a:pos x="connsiteX329" y="connsiteY329"/>
                  </a:cxn>
                  <a:cxn ang="0">
                    <a:pos x="connsiteX330" y="connsiteY330"/>
                  </a:cxn>
                  <a:cxn ang="0">
                    <a:pos x="connsiteX331" y="connsiteY331"/>
                  </a:cxn>
                  <a:cxn ang="0">
                    <a:pos x="connsiteX332" y="connsiteY332"/>
                  </a:cxn>
                  <a:cxn ang="0">
                    <a:pos x="connsiteX333" y="connsiteY333"/>
                  </a:cxn>
                  <a:cxn ang="0">
                    <a:pos x="connsiteX334" y="connsiteY334"/>
                  </a:cxn>
                  <a:cxn ang="0">
                    <a:pos x="connsiteX335" y="connsiteY335"/>
                  </a:cxn>
                  <a:cxn ang="0">
                    <a:pos x="connsiteX336" y="connsiteY336"/>
                  </a:cxn>
                </a:cxnLst>
                <a:rect l="l" t="t" r="r" b="b"/>
                <a:pathLst>
                  <a:path w="6095524" h="1424940">
                    <a:moveTo>
                      <a:pt x="6095524" y="0"/>
                    </a:moveTo>
                    <a:cubicBezTo>
                      <a:pt x="6095524" y="7811"/>
                      <a:pt x="6095524" y="12573"/>
                      <a:pt x="6095524" y="17431"/>
                    </a:cubicBezTo>
                    <a:lnTo>
                      <a:pt x="6095524" y="216290"/>
                    </a:lnTo>
                    <a:lnTo>
                      <a:pt x="6079998" y="230600"/>
                    </a:lnTo>
                    <a:cubicBezTo>
                      <a:pt x="6058567" y="241363"/>
                      <a:pt x="6035706" y="251079"/>
                      <a:pt x="6012751" y="260699"/>
                    </a:cubicBezTo>
                    <a:cubicBezTo>
                      <a:pt x="6006084" y="263462"/>
                      <a:pt x="5998749" y="264986"/>
                      <a:pt x="5992749" y="268700"/>
                    </a:cubicBezTo>
                    <a:cubicBezTo>
                      <a:pt x="5965126" y="285655"/>
                      <a:pt x="5938361" y="303943"/>
                      <a:pt x="5910358" y="320231"/>
                    </a:cubicBezTo>
                    <a:cubicBezTo>
                      <a:pt x="5881497" y="337090"/>
                      <a:pt x="5855684" y="356997"/>
                      <a:pt x="5835777" y="383953"/>
                    </a:cubicBezTo>
                    <a:cubicBezTo>
                      <a:pt x="5817298" y="409004"/>
                      <a:pt x="5799391" y="434435"/>
                      <a:pt x="5781008" y="459581"/>
                    </a:cubicBezTo>
                    <a:cubicBezTo>
                      <a:pt x="5776341" y="465963"/>
                      <a:pt x="5772054" y="473488"/>
                      <a:pt x="5765673" y="477584"/>
                    </a:cubicBezTo>
                    <a:cubicBezTo>
                      <a:pt x="5752433" y="486156"/>
                      <a:pt x="5737955" y="493109"/>
                      <a:pt x="5723763" y="500158"/>
                    </a:cubicBezTo>
                    <a:cubicBezTo>
                      <a:pt x="5711571" y="506159"/>
                      <a:pt x="5698617" y="510635"/>
                      <a:pt x="5686711" y="517112"/>
                    </a:cubicBezTo>
                    <a:cubicBezTo>
                      <a:pt x="5677186" y="522256"/>
                      <a:pt x="5668708" y="529400"/>
                      <a:pt x="5659850" y="535877"/>
                    </a:cubicBezTo>
                    <a:cubicBezTo>
                      <a:pt x="5652135" y="541496"/>
                      <a:pt x="5643658" y="546354"/>
                      <a:pt x="5637181" y="553117"/>
                    </a:cubicBezTo>
                    <a:cubicBezTo>
                      <a:pt x="5621369" y="569500"/>
                      <a:pt x="5605462" y="585597"/>
                      <a:pt x="5585841" y="597694"/>
                    </a:cubicBezTo>
                    <a:cubicBezTo>
                      <a:pt x="5566505" y="609695"/>
                      <a:pt x="5548217" y="623126"/>
                      <a:pt x="5528977" y="635318"/>
                    </a:cubicBezTo>
                    <a:cubicBezTo>
                      <a:pt x="5510117" y="647224"/>
                      <a:pt x="5493067" y="660273"/>
                      <a:pt x="5483256" y="681419"/>
                    </a:cubicBezTo>
                    <a:cubicBezTo>
                      <a:pt x="5478875" y="690753"/>
                      <a:pt x="5472684" y="700945"/>
                      <a:pt x="5464397" y="706374"/>
                    </a:cubicBezTo>
                    <a:cubicBezTo>
                      <a:pt x="5452586" y="714089"/>
                      <a:pt x="5437632" y="716852"/>
                      <a:pt x="5424773" y="723424"/>
                    </a:cubicBezTo>
                    <a:cubicBezTo>
                      <a:pt x="5409628" y="731139"/>
                      <a:pt x="5392103" y="737807"/>
                      <a:pt x="5381815" y="750094"/>
                    </a:cubicBezTo>
                    <a:cubicBezTo>
                      <a:pt x="5372671" y="761048"/>
                      <a:pt x="5363432" y="769620"/>
                      <a:pt x="5351335" y="776573"/>
                    </a:cubicBezTo>
                    <a:cubicBezTo>
                      <a:pt x="5342858" y="781431"/>
                      <a:pt x="5336572" y="790289"/>
                      <a:pt x="5327809" y="794290"/>
                    </a:cubicBezTo>
                    <a:cubicBezTo>
                      <a:pt x="5316284" y="799624"/>
                      <a:pt x="5304663" y="803815"/>
                      <a:pt x="5294566" y="812102"/>
                    </a:cubicBezTo>
                    <a:cubicBezTo>
                      <a:pt x="5284089" y="820674"/>
                      <a:pt x="5272183" y="827437"/>
                      <a:pt x="5261229" y="835438"/>
                    </a:cubicBezTo>
                    <a:cubicBezTo>
                      <a:pt x="5255419" y="839724"/>
                      <a:pt x="5250656" y="845344"/>
                      <a:pt x="5245037" y="849821"/>
                    </a:cubicBezTo>
                    <a:cubicBezTo>
                      <a:pt x="5234750" y="858012"/>
                      <a:pt x="5224272" y="866013"/>
                      <a:pt x="5213699" y="873728"/>
                    </a:cubicBezTo>
                    <a:cubicBezTo>
                      <a:pt x="5203127" y="881444"/>
                      <a:pt x="5193030" y="890397"/>
                      <a:pt x="5181409" y="896017"/>
                    </a:cubicBezTo>
                    <a:cubicBezTo>
                      <a:pt x="5161598" y="905542"/>
                      <a:pt x="5139976" y="911257"/>
                      <a:pt x="5120735" y="921544"/>
                    </a:cubicBezTo>
                    <a:cubicBezTo>
                      <a:pt x="5101209" y="932021"/>
                      <a:pt x="5082826" y="945166"/>
                      <a:pt x="5065490" y="959072"/>
                    </a:cubicBezTo>
                    <a:cubicBezTo>
                      <a:pt x="5051774" y="970026"/>
                      <a:pt x="5038916" y="980885"/>
                      <a:pt x="5021675" y="986504"/>
                    </a:cubicBezTo>
                    <a:cubicBezTo>
                      <a:pt x="5012055" y="989648"/>
                      <a:pt x="5001959" y="996506"/>
                      <a:pt x="4996148" y="1004507"/>
                    </a:cubicBezTo>
                    <a:cubicBezTo>
                      <a:pt x="4983575" y="1021937"/>
                      <a:pt x="4967478" y="1034225"/>
                      <a:pt x="4949285" y="1044702"/>
                    </a:cubicBezTo>
                    <a:cubicBezTo>
                      <a:pt x="4924996" y="1058799"/>
                      <a:pt x="4900993" y="1073182"/>
                      <a:pt x="4876609" y="1086993"/>
                    </a:cubicBezTo>
                    <a:cubicBezTo>
                      <a:pt x="4862227" y="1095185"/>
                      <a:pt x="4847940" y="1103852"/>
                      <a:pt x="4832699" y="1109853"/>
                    </a:cubicBezTo>
                    <a:cubicBezTo>
                      <a:pt x="4801553" y="1122236"/>
                      <a:pt x="4769644" y="1132808"/>
                      <a:pt x="4738211" y="1144334"/>
                    </a:cubicBezTo>
                    <a:cubicBezTo>
                      <a:pt x="4727924" y="1148048"/>
                      <a:pt x="4718209" y="1153382"/>
                      <a:pt x="4707731" y="1156621"/>
                    </a:cubicBezTo>
                    <a:cubicBezTo>
                      <a:pt x="4696396" y="1160145"/>
                      <a:pt x="4684205" y="1161193"/>
                      <a:pt x="4672870" y="1164717"/>
                    </a:cubicBezTo>
                    <a:cubicBezTo>
                      <a:pt x="4654010" y="1170527"/>
                      <a:pt x="4635722" y="1177957"/>
                      <a:pt x="4616863" y="1183862"/>
                    </a:cubicBezTo>
                    <a:cubicBezTo>
                      <a:pt x="4580477" y="1195197"/>
                      <a:pt x="4543996" y="1206056"/>
                      <a:pt x="4507516" y="1216819"/>
                    </a:cubicBezTo>
                    <a:cubicBezTo>
                      <a:pt x="4499706" y="1219105"/>
                      <a:pt x="4491228" y="1219391"/>
                      <a:pt x="4483513" y="1221867"/>
                    </a:cubicBezTo>
                    <a:cubicBezTo>
                      <a:pt x="4463034" y="1228535"/>
                      <a:pt x="4442650" y="1235773"/>
                      <a:pt x="4422362" y="1243108"/>
                    </a:cubicBezTo>
                    <a:cubicBezTo>
                      <a:pt x="4410075" y="1247585"/>
                      <a:pt x="4398073" y="1253109"/>
                      <a:pt x="4385691" y="1257395"/>
                    </a:cubicBezTo>
                    <a:cubicBezTo>
                      <a:pt x="4375785" y="1260824"/>
                      <a:pt x="4365593" y="1263491"/>
                      <a:pt x="4355306" y="1265587"/>
                    </a:cubicBezTo>
                    <a:cubicBezTo>
                      <a:pt x="4346448" y="1267397"/>
                      <a:pt x="4337209" y="1267206"/>
                      <a:pt x="4328446" y="1269397"/>
                    </a:cubicBezTo>
                    <a:cubicBezTo>
                      <a:pt x="4304728" y="1275302"/>
                      <a:pt x="4281297" y="1281970"/>
                      <a:pt x="4257770" y="1288256"/>
                    </a:cubicBezTo>
                    <a:cubicBezTo>
                      <a:pt x="4248341" y="1290733"/>
                      <a:pt x="4238720" y="1292543"/>
                      <a:pt x="4229576" y="1295686"/>
                    </a:cubicBezTo>
                    <a:cubicBezTo>
                      <a:pt x="4205097" y="1303973"/>
                      <a:pt x="4180999" y="1313402"/>
                      <a:pt x="4156424" y="1321213"/>
                    </a:cubicBezTo>
                    <a:cubicBezTo>
                      <a:pt x="4136041" y="1327690"/>
                      <a:pt x="4115086" y="1332357"/>
                      <a:pt x="4094416" y="1338072"/>
                    </a:cubicBezTo>
                    <a:cubicBezTo>
                      <a:pt x="4085653" y="1340549"/>
                      <a:pt x="4077271" y="1344073"/>
                      <a:pt x="4068509" y="1346168"/>
                    </a:cubicBezTo>
                    <a:cubicBezTo>
                      <a:pt x="4048887" y="1350931"/>
                      <a:pt x="4028980" y="1354931"/>
                      <a:pt x="4009263" y="1359694"/>
                    </a:cubicBezTo>
                    <a:cubicBezTo>
                      <a:pt x="3998023" y="1362456"/>
                      <a:pt x="3987165" y="1367409"/>
                      <a:pt x="3975735" y="1369219"/>
                    </a:cubicBezTo>
                    <a:cubicBezTo>
                      <a:pt x="3948589" y="1373505"/>
                      <a:pt x="3921252" y="1376553"/>
                      <a:pt x="3893915" y="1379982"/>
                    </a:cubicBezTo>
                    <a:cubicBezTo>
                      <a:pt x="3865722" y="1383506"/>
                      <a:pt x="3837623" y="1387221"/>
                      <a:pt x="3809428" y="1390364"/>
                    </a:cubicBezTo>
                    <a:cubicBezTo>
                      <a:pt x="3793998" y="1391984"/>
                      <a:pt x="3778472" y="1392269"/>
                      <a:pt x="3763042" y="1393793"/>
                    </a:cubicBezTo>
                    <a:cubicBezTo>
                      <a:pt x="3749516" y="1395127"/>
                      <a:pt x="3736086" y="1397603"/>
                      <a:pt x="3722561" y="1399223"/>
                    </a:cubicBezTo>
                    <a:cubicBezTo>
                      <a:pt x="3710845" y="1400556"/>
                      <a:pt x="3699034" y="1401318"/>
                      <a:pt x="3687318" y="1402652"/>
                    </a:cubicBezTo>
                    <a:cubicBezTo>
                      <a:pt x="3668554" y="1404842"/>
                      <a:pt x="3649885" y="1407319"/>
                      <a:pt x="3631216" y="1409605"/>
                    </a:cubicBezTo>
                    <a:cubicBezTo>
                      <a:pt x="3623406" y="1410462"/>
                      <a:pt x="3615214" y="1412843"/>
                      <a:pt x="3607880" y="1411415"/>
                    </a:cubicBezTo>
                    <a:cubicBezTo>
                      <a:pt x="3589401" y="1407795"/>
                      <a:pt x="3571208" y="1408843"/>
                      <a:pt x="3552825" y="1411319"/>
                    </a:cubicBezTo>
                    <a:cubicBezTo>
                      <a:pt x="3546539" y="1412177"/>
                      <a:pt x="3539776" y="1411986"/>
                      <a:pt x="3533680" y="1410367"/>
                    </a:cubicBezTo>
                    <a:cubicBezTo>
                      <a:pt x="3521202" y="1407128"/>
                      <a:pt x="3509106" y="1402556"/>
                      <a:pt x="3496818" y="1398556"/>
                    </a:cubicBezTo>
                    <a:cubicBezTo>
                      <a:pt x="3495484" y="1398080"/>
                      <a:pt x="3493865" y="1397984"/>
                      <a:pt x="3492437" y="1397699"/>
                    </a:cubicBezTo>
                    <a:cubicBezTo>
                      <a:pt x="3484340" y="1396079"/>
                      <a:pt x="3476340" y="1394460"/>
                      <a:pt x="3468243" y="1393031"/>
                    </a:cubicBezTo>
                    <a:cubicBezTo>
                      <a:pt x="3463862" y="1392269"/>
                      <a:pt x="3459385" y="1392174"/>
                      <a:pt x="3455003" y="1391507"/>
                    </a:cubicBezTo>
                    <a:cubicBezTo>
                      <a:pt x="3438049" y="1388840"/>
                      <a:pt x="3419380" y="1393317"/>
                      <a:pt x="3404711" y="1381792"/>
                    </a:cubicBezTo>
                    <a:cubicBezTo>
                      <a:pt x="3395186" y="1374362"/>
                      <a:pt x="3385947" y="1376077"/>
                      <a:pt x="3375756" y="1377220"/>
                    </a:cubicBezTo>
                    <a:cubicBezTo>
                      <a:pt x="3368040" y="1378077"/>
                      <a:pt x="3360134" y="1377791"/>
                      <a:pt x="3352324" y="1377887"/>
                    </a:cubicBezTo>
                    <a:cubicBezTo>
                      <a:pt x="3338608" y="1378172"/>
                      <a:pt x="3324892" y="1378268"/>
                      <a:pt x="3311176" y="1378744"/>
                    </a:cubicBezTo>
                    <a:cubicBezTo>
                      <a:pt x="3306794" y="1378934"/>
                      <a:pt x="3302318" y="1381316"/>
                      <a:pt x="3298031" y="1380935"/>
                    </a:cubicBezTo>
                    <a:cubicBezTo>
                      <a:pt x="3278219" y="1379125"/>
                      <a:pt x="3258407" y="1376267"/>
                      <a:pt x="3238595" y="1374648"/>
                    </a:cubicBezTo>
                    <a:cubicBezTo>
                      <a:pt x="3227356" y="1373696"/>
                      <a:pt x="3215830" y="1375505"/>
                      <a:pt x="3204686" y="1374172"/>
                    </a:cubicBezTo>
                    <a:cubicBezTo>
                      <a:pt x="3191828" y="1372648"/>
                      <a:pt x="3179255" y="1368743"/>
                      <a:pt x="3166491" y="1366361"/>
                    </a:cubicBezTo>
                    <a:cubicBezTo>
                      <a:pt x="3162967" y="1365695"/>
                      <a:pt x="3159062" y="1366552"/>
                      <a:pt x="3155347" y="1366742"/>
                    </a:cubicBezTo>
                    <a:cubicBezTo>
                      <a:pt x="3151156" y="1366933"/>
                      <a:pt x="3147060" y="1367314"/>
                      <a:pt x="3142869" y="1367409"/>
                    </a:cubicBezTo>
                    <a:cubicBezTo>
                      <a:pt x="3130105" y="1367600"/>
                      <a:pt x="3117342" y="1367314"/>
                      <a:pt x="3104578" y="1367981"/>
                    </a:cubicBezTo>
                    <a:cubicBezTo>
                      <a:pt x="3096768" y="1368362"/>
                      <a:pt x="3088577" y="1372267"/>
                      <a:pt x="3081337" y="1370838"/>
                    </a:cubicBezTo>
                    <a:cubicBezTo>
                      <a:pt x="3066574" y="1368076"/>
                      <a:pt x="3051810" y="1374267"/>
                      <a:pt x="3037047" y="1369124"/>
                    </a:cubicBezTo>
                    <a:cubicBezTo>
                      <a:pt x="3032474" y="1367600"/>
                      <a:pt x="3026188" y="1371410"/>
                      <a:pt x="3020663" y="1371600"/>
                    </a:cubicBezTo>
                    <a:cubicBezTo>
                      <a:pt x="3006852" y="1372076"/>
                      <a:pt x="2993041" y="1371981"/>
                      <a:pt x="2979230" y="1371886"/>
                    </a:cubicBezTo>
                    <a:cubicBezTo>
                      <a:pt x="2966847" y="1371791"/>
                      <a:pt x="2953988" y="1373124"/>
                      <a:pt x="2942082" y="1370457"/>
                    </a:cubicBezTo>
                    <a:cubicBezTo>
                      <a:pt x="2929604" y="1367600"/>
                      <a:pt x="2918365" y="1367981"/>
                      <a:pt x="2906268" y="1371219"/>
                    </a:cubicBezTo>
                    <a:cubicBezTo>
                      <a:pt x="2897981" y="1373410"/>
                      <a:pt x="2889218" y="1373696"/>
                      <a:pt x="2880646" y="1374362"/>
                    </a:cubicBezTo>
                    <a:cubicBezTo>
                      <a:pt x="2871407" y="1375124"/>
                      <a:pt x="2861215" y="1373124"/>
                      <a:pt x="2852833" y="1376267"/>
                    </a:cubicBezTo>
                    <a:cubicBezTo>
                      <a:pt x="2827877" y="1385602"/>
                      <a:pt x="2802255" y="1387602"/>
                      <a:pt x="2776157" y="1387602"/>
                    </a:cubicBezTo>
                    <a:cubicBezTo>
                      <a:pt x="2771394" y="1387602"/>
                      <a:pt x="2766536" y="1386269"/>
                      <a:pt x="2761965" y="1384840"/>
                    </a:cubicBezTo>
                    <a:cubicBezTo>
                      <a:pt x="2735294" y="1376267"/>
                      <a:pt x="2708529" y="1377029"/>
                      <a:pt x="2681383" y="1382268"/>
                    </a:cubicBezTo>
                    <a:cubicBezTo>
                      <a:pt x="2675763" y="1383411"/>
                      <a:pt x="2669477" y="1383602"/>
                      <a:pt x="2663857" y="1382459"/>
                    </a:cubicBezTo>
                    <a:cubicBezTo>
                      <a:pt x="2648045" y="1379125"/>
                      <a:pt x="2632710" y="1373600"/>
                      <a:pt x="2616803" y="1371219"/>
                    </a:cubicBezTo>
                    <a:cubicBezTo>
                      <a:pt x="2590515" y="1367314"/>
                      <a:pt x="2567750" y="1380458"/>
                      <a:pt x="2544223" y="1389031"/>
                    </a:cubicBezTo>
                    <a:cubicBezTo>
                      <a:pt x="2521839" y="1397127"/>
                      <a:pt x="2502789" y="1415415"/>
                      <a:pt x="2476309" y="1411319"/>
                    </a:cubicBezTo>
                    <a:cubicBezTo>
                      <a:pt x="2473643" y="1410938"/>
                      <a:pt x="2470690" y="1413510"/>
                      <a:pt x="2467737" y="1414177"/>
                    </a:cubicBezTo>
                    <a:cubicBezTo>
                      <a:pt x="2459641" y="1415987"/>
                      <a:pt x="2451545" y="1418177"/>
                      <a:pt x="2443353" y="1419035"/>
                    </a:cubicBezTo>
                    <a:cubicBezTo>
                      <a:pt x="2433352" y="1420178"/>
                      <a:pt x="2423160" y="1419797"/>
                      <a:pt x="2413159" y="1420749"/>
                    </a:cubicBezTo>
                    <a:cubicBezTo>
                      <a:pt x="2400300" y="1421892"/>
                      <a:pt x="2387632" y="1424940"/>
                      <a:pt x="2374868" y="1424940"/>
                    </a:cubicBezTo>
                    <a:cubicBezTo>
                      <a:pt x="2364581" y="1424940"/>
                      <a:pt x="2354389" y="1421416"/>
                      <a:pt x="2344198" y="1419701"/>
                    </a:cubicBezTo>
                    <a:cubicBezTo>
                      <a:pt x="2329815" y="1417320"/>
                      <a:pt x="2314003" y="1417987"/>
                      <a:pt x="2301335" y="1411891"/>
                    </a:cubicBezTo>
                    <a:cubicBezTo>
                      <a:pt x="2287810" y="1405414"/>
                      <a:pt x="2274951" y="1402461"/>
                      <a:pt x="2260949" y="1404461"/>
                    </a:cubicBezTo>
                    <a:cubicBezTo>
                      <a:pt x="2256282" y="1405128"/>
                      <a:pt x="2250281" y="1409129"/>
                      <a:pt x="2248186" y="1413224"/>
                    </a:cubicBezTo>
                    <a:cubicBezTo>
                      <a:pt x="2243518" y="1422368"/>
                      <a:pt x="2237137" y="1423988"/>
                      <a:pt x="2228469" y="1420844"/>
                    </a:cubicBezTo>
                    <a:cubicBezTo>
                      <a:pt x="2220944" y="1418177"/>
                      <a:pt x="2211705" y="1416844"/>
                      <a:pt x="2206562" y="1411700"/>
                    </a:cubicBezTo>
                    <a:cubicBezTo>
                      <a:pt x="2191988" y="1397127"/>
                      <a:pt x="2173414" y="1396651"/>
                      <a:pt x="2155317" y="1392746"/>
                    </a:cubicBezTo>
                    <a:cubicBezTo>
                      <a:pt x="2144269" y="1390364"/>
                      <a:pt x="2133981" y="1390269"/>
                      <a:pt x="2122932" y="1391888"/>
                    </a:cubicBezTo>
                    <a:cubicBezTo>
                      <a:pt x="2098930" y="1395508"/>
                      <a:pt x="2075593" y="1390364"/>
                      <a:pt x="2052542" y="1383792"/>
                    </a:cubicBezTo>
                    <a:cubicBezTo>
                      <a:pt x="2037302" y="1379411"/>
                      <a:pt x="2021681" y="1376744"/>
                      <a:pt x="2006537" y="1372267"/>
                    </a:cubicBezTo>
                    <a:cubicBezTo>
                      <a:pt x="1995202" y="1368838"/>
                      <a:pt x="1983868" y="1364742"/>
                      <a:pt x="1973486" y="1359218"/>
                    </a:cubicBezTo>
                    <a:cubicBezTo>
                      <a:pt x="1958435" y="1351121"/>
                      <a:pt x="1945292" y="1338929"/>
                      <a:pt x="1926146" y="1342168"/>
                    </a:cubicBezTo>
                    <a:cubicBezTo>
                      <a:pt x="1909286" y="1345025"/>
                      <a:pt x="1894047" y="1339025"/>
                      <a:pt x="1878616" y="1333310"/>
                    </a:cubicBezTo>
                    <a:cubicBezTo>
                      <a:pt x="1867281" y="1329119"/>
                      <a:pt x="1855948" y="1324832"/>
                      <a:pt x="1844231" y="1322165"/>
                    </a:cubicBezTo>
                    <a:cubicBezTo>
                      <a:pt x="1830324" y="1319022"/>
                      <a:pt x="1814608" y="1320356"/>
                      <a:pt x="1802225" y="1314545"/>
                    </a:cubicBezTo>
                    <a:cubicBezTo>
                      <a:pt x="1789271" y="1308449"/>
                      <a:pt x="1778509" y="1312545"/>
                      <a:pt x="1766983" y="1314260"/>
                    </a:cubicBezTo>
                    <a:cubicBezTo>
                      <a:pt x="1748600" y="1316927"/>
                      <a:pt x="1730311" y="1321880"/>
                      <a:pt x="1711738" y="1315593"/>
                    </a:cubicBezTo>
                    <a:cubicBezTo>
                      <a:pt x="1689164" y="1307973"/>
                      <a:pt x="1666780" y="1299782"/>
                      <a:pt x="1644111" y="1292543"/>
                    </a:cubicBezTo>
                    <a:cubicBezTo>
                      <a:pt x="1635347" y="1289780"/>
                      <a:pt x="1625919" y="1288637"/>
                      <a:pt x="1616774" y="1287399"/>
                    </a:cubicBezTo>
                    <a:cubicBezTo>
                      <a:pt x="1608107" y="1286351"/>
                      <a:pt x="1597725" y="1289018"/>
                      <a:pt x="1591056" y="1285018"/>
                    </a:cubicBezTo>
                    <a:cubicBezTo>
                      <a:pt x="1573911" y="1274731"/>
                      <a:pt x="1556291" y="1269683"/>
                      <a:pt x="1536478" y="1269683"/>
                    </a:cubicBezTo>
                    <a:cubicBezTo>
                      <a:pt x="1529048" y="1269683"/>
                      <a:pt x="1521809" y="1265396"/>
                      <a:pt x="1514285" y="1264634"/>
                    </a:cubicBezTo>
                    <a:cubicBezTo>
                      <a:pt x="1503997" y="1263682"/>
                      <a:pt x="1492186" y="1261110"/>
                      <a:pt x="1483233" y="1264730"/>
                    </a:cubicBezTo>
                    <a:cubicBezTo>
                      <a:pt x="1462183" y="1273302"/>
                      <a:pt x="1445134" y="1266158"/>
                      <a:pt x="1426750" y="1257681"/>
                    </a:cubicBezTo>
                    <a:cubicBezTo>
                      <a:pt x="1408652" y="1249299"/>
                      <a:pt x="1389602" y="1242632"/>
                      <a:pt x="1370362" y="1237107"/>
                    </a:cubicBezTo>
                    <a:cubicBezTo>
                      <a:pt x="1363123" y="1235107"/>
                      <a:pt x="1354456" y="1238441"/>
                      <a:pt x="1346454" y="1239107"/>
                    </a:cubicBezTo>
                    <a:cubicBezTo>
                      <a:pt x="1343596" y="1239298"/>
                      <a:pt x="1340453" y="1239584"/>
                      <a:pt x="1337882" y="1238631"/>
                    </a:cubicBezTo>
                    <a:cubicBezTo>
                      <a:pt x="1313022" y="1229487"/>
                      <a:pt x="1287780" y="1222534"/>
                      <a:pt x="1260825" y="1227296"/>
                    </a:cubicBezTo>
                    <a:cubicBezTo>
                      <a:pt x="1258349" y="1227773"/>
                      <a:pt x="1255586" y="1226725"/>
                      <a:pt x="1253109" y="1226058"/>
                    </a:cubicBezTo>
                    <a:cubicBezTo>
                      <a:pt x="1241012" y="1222629"/>
                      <a:pt x="1229201" y="1217200"/>
                      <a:pt x="1216915" y="1215962"/>
                    </a:cubicBezTo>
                    <a:cubicBezTo>
                      <a:pt x="1186625" y="1212914"/>
                      <a:pt x="1156146" y="1211675"/>
                      <a:pt x="1125664" y="1209675"/>
                    </a:cubicBezTo>
                    <a:cubicBezTo>
                      <a:pt x="1123759" y="1209580"/>
                      <a:pt x="1121759" y="1209580"/>
                      <a:pt x="1120045" y="1208913"/>
                    </a:cubicBezTo>
                    <a:cubicBezTo>
                      <a:pt x="1108805" y="1204817"/>
                      <a:pt x="1098995" y="1206151"/>
                      <a:pt x="1089469" y="1213961"/>
                    </a:cubicBezTo>
                    <a:cubicBezTo>
                      <a:pt x="1085278" y="1217390"/>
                      <a:pt x="1079563" y="1219200"/>
                      <a:pt x="1074325" y="1221105"/>
                    </a:cubicBezTo>
                    <a:cubicBezTo>
                      <a:pt x="1066609" y="1223963"/>
                      <a:pt x="1058704" y="1226725"/>
                      <a:pt x="1050703" y="1228535"/>
                    </a:cubicBezTo>
                    <a:cubicBezTo>
                      <a:pt x="1042797" y="1230249"/>
                      <a:pt x="1034320" y="1232630"/>
                      <a:pt x="1026700" y="1231297"/>
                    </a:cubicBezTo>
                    <a:cubicBezTo>
                      <a:pt x="1012984" y="1228916"/>
                      <a:pt x="999934" y="1223582"/>
                      <a:pt x="986409" y="1220057"/>
                    </a:cubicBezTo>
                    <a:cubicBezTo>
                      <a:pt x="981742" y="1218819"/>
                      <a:pt x="976598" y="1219010"/>
                      <a:pt x="971741" y="1218914"/>
                    </a:cubicBezTo>
                    <a:cubicBezTo>
                      <a:pt x="960596" y="1218629"/>
                      <a:pt x="949166" y="1221391"/>
                      <a:pt x="939070" y="1213485"/>
                    </a:cubicBezTo>
                    <a:cubicBezTo>
                      <a:pt x="929736" y="1206056"/>
                      <a:pt x="920305" y="1208246"/>
                      <a:pt x="910495" y="1213866"/>
                    </a:cubicBezTo>
                    <a:cubicBezTo>
                      <a:pt x="903446" y="1217867"/>
                      <a:pt x="895446" y="1221010"/>
                      <a:pt x="887540" y="1222534"/>
                    </a:cubicBezTo>
                    <a:cubicBezTo>
                      <a:pt x="876681" y="1224629"/>
                      <a:pt x="865918" y="1225487"/>
                      <a:pt x="854202" y="1224248"/>
                    </a:cubicBezTo>
                    <a:cubicBezTo>
                      <a:pt x="845915" y="1223391"/>
                      <a:pt x="839152" y="1223010"/>
                      <a:pt x="832675" y="1217962"/>
                    </a:cubicBezTo>
                    <a:cubicBezTo>
                      <a:pt x="831628" y="1217200"/>
                      <a:pt x="829723" y="1217009"/>
                      <a:pt x="828294" y="1217105"/>
                    </a:cubicBezTo>
                    <a:cubicBezTo>
                      <a:pt x="809530" y="1218724"/>
                      <a:pt x="790956" y="1217867"/>
                      <a:pt x="772001" y="1216723"/>
                    </a:cubicBezTo>
                    <a:cubicBezTo>
                      <a:pt x="747904" y="1215200"/>
                      <a:pt x="722566" y="1219676"/>
                      <a:pt x="701707" y="1235678"/>
                    </a:cubicBezTo>
                    <a:cubicBezTo>
                      <a:pt x="698659" y="1238060"/>
                      <a:pt x="694087" y="1239107"/>
                      <a:pt x="690086" y="1239679"/>
                    </a:cubicBezTo>
                    <a:cubicBezTo>
                      <a:pt x="671227" y="1242155"/>
                      <a:pt x="652272" y="1243870"/>
                      <a:pt x="633412" y="1246632"/>
                    </a:cubicBezTo>
                    <a:cubicBezTo>
                      <a:pt x="623125" y="1248156"/>
                      <a:pt x="612362" y="1249490"/>
                      <a:pt x="603028" y="1253681"/>
                    </a:cubicBezTo>
                    <a:cubicBezTo>
                      <a:pt x="593885" y="1257776"/>
                      <a:pt x="586549" y="1262634"/>
                      <a:pt x="581120" y="1254062"/>
                    </a:cubicBezTo>
                    <a:cubicBezTo>
                      <a:pt x="571406" y="1258634"/>
                      <a:pt x="562927" y="1262444"/>
                      <a:pt x="554642" y="1266539"/>
                    </a:cubicBezTo>
                    <a:cubicBezTo>
                      <a:pt x="551593" y="1268063"/>
                      <a:pt x="549021" y="1270540"/>
                      <a:pt x="545973" y="1271969"/>
                    </a:cubicBezTo>
                    <a:cubicBezTo>
                      <a:pt x="542734" y="1273493"/>
                      <a:pt x="539115" y="1274445"/>
                      <a:pt x="535591" y="1275207"/>
                    </a:cubicBezTo>
                    <a:cubicBezTo>
                      <a:pt x="519874" y="1278636"/>
                      <a:pt x="504158" y="1281779"/>
                      <a:pt x="488538" y="1285494"/>
                    </a:cubicBezTo>
                    <a:cubicBezTo>
                      <a:pt x="485489" y="1286256"/>
                      <a:pt x="482917" y="1289304"/>
                      <a:pt x="480155" y="1291304"/>
                    </a:cubicBezTo>
                    <a:cubicBezTo>
                      <a:pt x="478345" y="1292638"/>
                      <a:pt x="476536" y="1294638"/>
                      <a:pt x="474535" y="1294924"/>
                    </a:cubicBezTo>
                    <a:cubicBezTo>
                      <a:pt x="459295" y="1297210"/>
                      <a:pt x="444151" y="1299877"/>
                      <a:pt x="428816" y="1301020"/>
                    </a:cubicBezTo>
                    <a:cubicBezTo>
                      <a:pt x="415957" y="1301972"/>
                      <a:pt x="403574" y="1301687"/>
                      <a:pt x="400241" y="1318260"/>
                    </a:cubicBezTo>
                    <a:cubicBezTo>
                      <a:pt x="399669" y="1321118"/>
                      <a:pt x="395573" y="1324166"/>
                      <a:pt x="392431" y="1325594"/>
                    </a:cubicBezTo>
                    <a:cubicBezTo>
                      <a:pt x="383477" y="1329690"/>
                      <a:pt x="373951" y="1332452"/>
                      <a:pt x="365093" y="1336643"/>
                    </a:cubicBezTo>
                    <a:cubicBezTo>
                      <a:pt x="336042" y="1350645"/>
                      <a:pt x="305658" y="1359503"/>
                      <a:pt x="273177" y="1357884"/>
                    </a:cubicBezTo>
                    <a:cubicBezTo>
                      <a:pt x="263081" y="1357408"/>
                      <a:pt x="253270" y="1352264"/>
                      <a:pt x="246888" y="1350359"/>
                    </a:cubicBezTo>
                    <a:cubicBezTo>
                      <a:pt x="228506" y="1357884"/>
                      <a:pt x="213075" y="1365123"/>
                      <a:pt x="196977" y="1370552"/>
                    </a:cubicBezTo>
                    <a:cubicBezTo>
                      <a:pt x="182785" y="1375410"/>
                      <a:pt x="167926" y="1378458"/>
                      <a:pt x="153352" y="1381982"/>
                    </a:cubicBezTo>
                    <a:cubicBezTo>
                      <a:pt x="148018" y="1383316"/>
                      <a:pt x="142589" y="1384078"/>
                      <a:pt x="137160" y="1384745"/>
                    </a:cubicBezTo>
                    <a:cubicBezTo>
                      <a:pt x="120206" y="1386840"/>
                      <a:pt x="102489" y="1381792"/>
                      <a:pt x="85917" y="1389793"/>
                    </a:cubicBezTo>
                    <a:cubicBezTo>
                      <a:pt x="77248" y="1393984"/>
                      <a:pt x="68675" y="1399032"/>
                      <a:pt x="59532" y="1401223"/>
                    </a:cubicBezTo>
                    <a:cubicBezTo>
                      <a:pt x="49721" y="1403604"/>
                      <a:pt x="40124" y="1407319"/>
                      <a:pt x="30325" y="1409974"/>
                    </a:cubicBezTo>
                    <a:lnTo>
                      <a:pt x="0" y="1412360"/>
                    </a:lnTo>
                    <a:lnTo>
                      <a:pt x="0" y="1058622"/>
                    </a:lnTo>
                    <a:lnTo>
                      <a:pt x="17145" y="1060228"/>
                    </a:lnTo>
                    <a:cubicBezTo>
                      <a:pt x="26480" y="1061561"/>
                      <a:pt x="35528" y="1066133"/>
                      <a:pt x="44672" y="1066324"/>
                    </a:cubicBezTo>
                    <a:cubicBezTo>
                      <a:pt x="59055" y="1066610"/>
                      <a:pt x="71819" y="1068419"/>
                      <a:pt x="84677" y="1076230"/>
                    </a:cubicBezTo>
                    <a:cubicBezTo>
                      <a:pt x="104108" y="1087946"/>
                      <a:pt x="120110" y="1082993"/>
                      <a:pt x="132017" y="1064990"/>
                    </a:cubicBezTo>
                    <a:cubicBezTo>
                      <a:pt x="133255" y="1063181"/>
                      <a:pt x="134874" y="1060799"/>
                      <a:pt x="136779" y="1060323"/>
                    </a:cubicBezTo>
                    <a:cubicBezTo>
                      <a:pt x="153639" y="1056132"/>
                      <a:pt x="170974" y="1048131"/>
                      <a:pt x="187547" y="1049179"/>
                    </a:cubicBezTo>
                    <a:cubicBezTo>
                      <a:pt x="216789" y="1051084"/>
                      <a:pt x="244316" y="1048798"/>
                      <a:pt x="270891" y="1036415"/>
                    </a:cubicBezTo>
                    <a:cubicBezTo>
                      <a:pt x="272510" y="1035653"/>
                      <a:pt x="274987" y="1034891"/>
                      <a:pt x="276320" y="1035558"/>
                    </a:cubicBezTo>
                    <a:cubicBezTo>
                      <a:pt x="292322" y="1043845"/>
                      <a:pt x="309848" y="1050417"/>
                      <a:pt x="323755" y="1061561"/>
                    </a:cubicBezTo>
                    <a:cubicBezTo>
                      <a:pt x="336995" y="1072134"/>
                      <a:pt x="352997" y="1072229"/>
                      <a:pt x="361855" y="1057942"/>
                    </a:cubicBezTo>
                    <a:cubicBezTo>
                      <a:pt x="366236" y="1050893"/>
                      <a:pt x="372332" y="1042702"/>
                      <a:pt x="379571" y="1039939"/>
                    </a:cubicBezTo>
                    <a:cubicBezTo>
                      <a:pt x="395954" y="1033653"/>
                      <a:pt x="413481" y="1030414"/>
                      <a:pt x="430530" y="1025747"/>
                    </a:cubicBezTo>
                    <a:cubicBezTo>
                      <a:pt x="451581" y="1020032"/>
                      <a:pt x="472345" y="1020032"/>
                      <a:pt x="493300" y="1027176"/>
                    </a:cubicBezTo>
                    <a:cubicBezTo>
                      <a:pt x="508064" y="1032224"/>
                      <a:pt x="523113" y="1032224"/>
                      <a:pt x="537782" y="1025366"/>
                    </a:cubicBezTo>
                    <a:cubicBezTo>
                      <a:pt x="545687" y="1021652"/>
                      <a:pt x="553784" y="1017842"/>
                      <a:pt x="562166" y="1015746"/>
                    </a:cubicBezTo>
                    <a:cubicBezTo>
                      <a:pt x="567595" y="1014412"/>
                      <a:pt x="573881" y="1015651"/>
                      <a:pt x="579596" y="1016699"/>
                    </a:cubicBezTo>
                    <a:cubicBezTo>
                      <a:pt x="590645" y="1018794"/>
                      <a:pt x="602075" y="1025176"/>
                      <a:pt x="612362" y="1023557"/>
                    </a:cubicBezTo>
                    <a:cubicBezTo>
                      <a:pt x="647891" y="1017842"/>
                      <a:pt x="681419" y="1031272"/>
                      <a:pt x="716090" y="1031653"/>
                    </a:cubicBezTo>
                    <a:cubicBezTo>
                      <a:pt x="731806" y="1031843"/>
                      <a:pt x="747332" y="1034891"/>
                      <a:pt x="758381" y="1018985"/>
                    </a:cubicBezTo>
                    <a:cubicBezTo>
                      <a:pt x="759809" y="1016889"/>
                      <a:pt x="766763" y="1018032"/>
                      <a:pt x="771049" y="1018699"/>
                    </a:cubicBezTo>
                    <a:cubicBezTo>
                      <a:pt x="780574" y="1020128"/>
                      <a:pt x="790004" y="1023747"/>
                      <a:pt x="799433" y="1023652"/>
                    </a:cubicBezTo>
                    <a:cubicBezTo>
                      <a:pt x="818960" y="1023557"/>
                      <a:pt x="838581" y="1022033"/>
                      <a:pt x="858012" y="1020318"/>
                    </a:cubicBezTo>
                    <a:cubicBezTo>
                      <a:pt x="865346" y="1019651"/>
                      <a:pt x="872395" y="1017080"/>
                      <a:pt x="879634" y="1015270"/>
                    </a:cubicBezTo>
                    <a:cubicBezTo>
                      <a:pt x="883634" y="1014222"/>
                      <a:pt x="887921" y="1011460"/>
                      <a:pt x="891635" y="1012031"/>
                    </a:cubicBezTo>
                    <a:cubicBezTo>
                      <a:pt x="913162" y="1015365"/>
                      <a:pt x="932879" y="1007174"/>
                      <a:pt x="953262" y="1003078"/>
                    </a:cubicBezTo>
                    <a:cubicBezTo>
                      <a:pt x="962692" y="1001173"/>
                      <a:pt x="971550" y="996601"/>
                      <a:pt x="980694" y="993458"/>
                    </a:cubicBezTo>
                    <a:cubicBezTo>
                      <a:pt x="983075" y="992600"/>
                      <a:pt x="985742" y="991838"/>
                      <a:pt x="988124" y="992029"/>
                    </a:cubicBezTo>
                    <a:cubicBezTo>
                      <a:pt x="1001744" y="993172"/>
                      <a:pt x="1015270" y="994791"/>
                      <a:pt x="1028795" y="996029"/>
                    </a:cubicBezTo>
                    <a:cubicBezTo>
                      <a:pt x="1041083" y="997172"/>
                      <a:pt x="1053465" y="997553"/>
                      <a:pt x="1059275" y="1011555"/>
                    </a:cubicBezTo>
                    <a:cubicBezTo>
                      <a:pt x="1060133" y="1013746"/>
                      <a:pt x="1062990" y="1015365"/>
                      <a:pt x="1065181" y="1016794"/>
                    </a:cubicBezTo>
                    <a:cubicBezTo>
                      <a:pt x="1098995" y="1038797"/>
                      <a:pt x="1117092" y="1038225"/>
                      <a:pt x="1150144" y="1014984"/>
                    </a:cubicBezTo>
                    <a:cubicBezTo>
                      <a:pt x="1153573" y="1012603"/>
                      <a:pt x="1160907" y="1010888"/>
                      <a:pt x="1163193" y="1012793"/>
                    </a:cubicBezTo>
                    <a:cubicBezTo>
                      <a:pt x="1182624" y="1028605"/>
                      <a:pt x="1203865" y="1026890"/>
                      <a:pt x="1226249" y="1021937"/>
                    </a:cubicBezTo>
                    <a:cubicBezTo>
                      <a:pt x="1232059" y="1020604"/>
                      <a:pt x="1240251" y="1020604"/>
                      <a:pt x="1244632" y="1023747"/>
                    </a:cubicBezTo>
                    <a:cubicBezTo>
                      <a:pt x="1265492" y="1038320"/>
                      <a:pt x="1287876" y="1036225"/>
                      <a:pt x="1310545" y="1031939"/>
                    </a:cubicBezTo>
                    <a:cubicBezTo>
                      <a:pt x="1314069" y="1031272"/>
                      <a:pt x="1318356" y="1027652"/>
                      <a:pt x="1319879" y="1024319"/>
                    </a:cubicBezTo>
                    <a:cubicBezTo>
                      <a:pt x="1325309" y="1012508"/>
                      <a:pt x="1335501" y="1008507"/>
                      <a:pt x="1346740" y="1005173"/>
                    </a:cubicBezTo>
                    <a:cubicBezTo>
                      <a:pt x="1364457" y="999744"/>
                      <a:pt x="1381887" y="993362"/>
                      <a:pt x="1399699" y="988219"/>
                    </a:cubicBezTo>
                    <a:cubicBezTo>
                      <a:pt x="1404081" y="986981"/>
                      <a:pt x="1409510" y="987743"/>
                      <a:pt x="1414082" y="989171"/>
                    </a:cubicBezTo>
                    <a:cubicBezTo>
                      <a:pt x="1429703" y="994029"/>
                      <a:pt x="1439609" y="1006221"/>
                      <a:pt x="1450467" y="1017461"/>
                    </a:cubicBezTo>
                    <a:cubicBezTo>
                      <a:pt x="1455230" y="1022414"/>
                      <a:pt x="1461802" y="1025938"/>
                      <a:pt x="1468184" y="1028795"/>
                    </a:cubicBezTo>
                    <a:cubicBezTo>
                      <a:pt x="1484757" y="1036130"/>
                      <a:pt x="1501712" y="1042702"/>
                      <a:pt x="1518476" y="1049655"/>
                    </a:cubicBezTo>
                    <a:cubicBezTo>
                      <a:pt x="1520095" y="1050322"/>
                      <a:pt x="1521428" y="1052036"/>
                      <a:pt x="1522667" y="1053465"/>
                    </a:cubicBezTo>
                    <a:cubicBezTo>
                      <a:pt x="1535049" y="1068515"/>
                      <a:pt x="1547336" y="1083659"/>
                      <a:pt x="1559814" y="1098709"/>
                    </a:cubicBezTo>
                    <a:cubicBezTo>
                      <a:pt x="1562195" y="1101566"/>
                      <a:pt x="1565625" y="1103662"/>
                      <a:pt x="1568196" y="1106424"/>
                    </a:cubicBezTo>
                    <a:cubicBezTo>
                      <a:pt x="1571816" y="1110234"/>
                      <a:pt x="1576388" y="1113854"/>
                      <a:pt x="1578293" y="1118426"/>
                    </a:cubicBezTo>
                    <a:cubicBezTo>
                      <a:pt x="1584198" y="1132808"/>
                      <a:pt x="1595533" y="1139000"/>
                      <a:pt x="1609820" y="1141667"/>
                    </a:cubicBezTo>
                    <a:cubicBezTo>
                      <a:pt x="1622870" y="1144143"/>
                      <a:pt x="1635919" y="1146239"/>
                      <a:pt x="1648873" y="1149096"/>
                    </a:cubicBezTo>
                    <a:cubicBezTo>
                      <a:pt x="1664684" y="1152525"/>
                      <a:pt x="1680401" y="1156240"/>
                      <a:pt x="1696022" y="1160431"/>
                    </a:cubicBezTo>
                    <a:cubicBezTo>
                      <a:pt x="1702784" y="1162241"/>
                      <a:pt x="1709928" y="1164336"/>
                      <a:pt x="1715739" y="1168051"/>
                    </a:cubicBezTo>
                    <a:cubicBezTo>
                      <a:pt x="1732026" y="1178338"/>
                      <a:pt x="1749457" y="1185291"/>
                      <a:pt x="1768602" y="1182529"/>
                    </a:cubicBezTo>
                    <a:cubicBezTo>
                      <a:pt x="1783937" y="1180338"/>
                      <a:pt x="1796796" y="1185958"/>
                      <a:pt x="1806321" y="1194721"/>
                    </a:cubicBezTo>
                    <a:cubicBezTo>
                      <a:pt x="1823657" y="1210628"/>
                      <a:pt x="1842230" y="1207008"/>
                      <a:pt x="1860709" y="1201865"/>
                    </a:cubicBezTo>
                    <a:cubicBezTo>
                      <a:pt x="1870234" y="1199198"/>
                      <a:pt x="1878044" y="1199579"/>
                      <a:pt x="1887093" y="1202150"/>
                    </a:cubicBezTo>
                    <a:cubicBezTo>
                      <a:pt x="1908048" y="1208151"/>
                      <a:pt x="1922050" y="1224439"/>
                      <a:pt x="1935575" y="1238726"/>
                    </a:cubicBezTo>
                    <a:cubicBezTo>
                      <a:pt x="1947101" y="1250918"/>
                      <a:pt x="1960055" y="1257776"/>
                      <a:pt x="1974247" y="1262920"/>
                    </a:cubicBezTo>
                    <a:cubicBezTo>
                      <a:pt x="1992154" y="1269492"/>
                      <a:pt x="2006346" y="1267016"/>
                      <a:pt x="2014919" y="1251204"/>
                    </a:cubicBezTo>
                    <a:cubicBezTo>
                      <a:pt x="2017300" y="1246727"/>
                      <a:pt x="2021491" y="1241488"/>
                      <a:pt x="2025968" y="1240155"/>
                    </a:cubicBezTo>
                    <a:cubicBezTo>
                      <a:pt x="2047589" y="1233488"/>
                      <a:pt x="2069497" y="1223772"/>
                      <a:pt x="2092643" y="1229678"/>
                    </a:cubicBezTo>
                    <a:cubicBezTo>
                      <a:pt x="2124647" y="1237774"/>
                      <a:pt x="2155889" y="1237298"/>
                      <a:pt x="2187893" y="1229297"/>
                    </a:cubicBezTo>
                    <a:cubicBezTo>
                      <a:pt x="2239804" y="1216343"/>
                      <a:pt x="2291715" y="1202627"/>
                      <a:pt x="2346294" y="1205484"/>
                    </a:cubicBezTo>
                    <a:cubicBezTo>
                      <a:pt x="2355342" y="1205960"/>
                      <a:pt x="2366105" y="1200150"/>
                      <a:pt x="2373916" y="1194435"/>
                    </a:cubicBezTo>
                    <a:cubicBezTo>
                      <a:pt x="2388870" y="1183577"/>
                      <a:pt x="2388203" y="1182719"/>
                      <a:pt x="2404967" y="1191673"/>
                    </a:cubicBezTo>
                    <a:cubicBezTo>
                      <a:pt x="2408968" y="1193864"/>
                      <a:pt x="2413921" y="1195197"/>
                      <a:pt x="2416874" y="1198436"/>
                    </a:cubicBezTo>
                    <a:cubicBezTo>
                      <a:pt x="2431923" y="1214914"/>
                      <a:pt x="2450497" y="1210913"/>
                      <a:pt x="2468975" y="1208532"/>
                    </a:cubicBezTo>
                    <a:cubicBezTo>
                      <a:pt x="2472214" y="1208056"/>
                      <a:pt x="2476119" y="1207389"/>
                      <a:pt x="2478882" y="1208723"/>
                    </a:cubicBezTo>
                    <a:cubicBezTo>
                      <a:pt x="2491359" y="1214723"/>
                      <a:pt x="2501932" y="1212628"/>
                      <a:pt x="2512791" y="1204436"/>
                    </a:cubicBezTo>
                    <a:cubicBezTo>
                      <a:pt x="2522220" y="1197388"/>
                      <a:pt x="2533079" y="1193197"/>
                      <a:pt x="2544223" y="1201960"/>
                    </a:cubicBezTo>
                    <a:cubicBezTo>
                      <a:pt x="2568988" y="1221391"/>
                      <a:pt x="2595467" y="1222343"/>
                      <a:pt x="2623471" y="1210056"/>
                    </a:cubicBezTo>
                    <a:cubicBezTo>
                      <a:pt x="2643473" y="1201293"/>
                      <a:pt x="2663190" y="1199293"/>
                      <a:pt x="2684241" y="1208151"/>
                    </a:cubicBezTo>
                    <a:cubicBezTo>
                      <a:pt x="2692337" y="1211580"/>
                      <a:pt x="2702814" y="1209294"/>
                      <a:pt x="2712244" y="1210056"/>
                    </a:cubicBezTo>
                    <a:cubicBezTo>
                      <a:pt x="2717578" y="1210437"/>
                      <a:pt x="2723484" y="1210532"/>
                      <a:pt x="2728055" y="1212914"/>
                    </a:cubicBezTo>
                    <a:cubicBezTo>
                      <a:pt x="2740248" y="1219010"/>
                      <a:pt x="2751582" y="1226820"/>
                      <a:pt x="2763869" y="1232821"/>
                    </a:cubicBezTo>
                    <a:cubicBezTo>
                      <a:pt x="2769775" y="1235678"/>
                      <a:pt x="2776823" y="1237202"/>
                      <a:pt x="2783491" y="1237298"/>
                    </a:cubicBezTo>
                    <a:cubicBezTo>
                      <a:pt x="2803208" y="1237774"/>
                      <a:pt x="2822925" y="1237774"/>
                      <a:pt x="2842546" y="1236917"/>
                    </a:cubicBezTo>
                    <a:cubicBezTo>
                      <a:pt x="2874931" y="1235583"/>
                      <a:pt x="2907792" y="1235297"/>
                      <a:pt x="2931128" y="1206913"/>
                    </a:cubicBezTo>
                    <a:cubicBezTo>
                      <a:pt x="2933034" y="1204627"/>
                      <a:pt x="2937129" y="1203293"/>
                      <a:pt x="2940368" y="1202912"/>
                    </a:cubicBezTo>
                    <a:cubicBezTo>
                      <a:pt x="2955322" y="1201103"/>
                      <a:pt x="2970657" y="1200912"/>
                      <a:pt x="2985421" y="1197959"/>
                    </a:cubicBezTo>
                    <a:cubicBezTo>
                      <a:pt x="2997232" y="1195578"/>
                      <a:pt x="3007043" y="1196340"/>
                      <a:pt x="3015996" y="1204722"/>
                    </a:cubicBezTo>
                    <a:cubicBezTo>
                      <a:pt x="3027712" y="1215771"/>
                      <a:pt x="3042000" y="1222248"/>
                      <a:pt x="3057621" y="1218724"/>
                    </a:cubicBezTo>
                    <a:cubicBezTo>
                      <a:pt x="3073241" y="1215295"/>
                      <a:pt x="3083528" y="1222724"/>
                      <a:pt x="3095054" y="1230440"/>
                    </a:cubicBezTo>
                    <a:cubicBezTo>
                      <a:pt x="3103436" y="1236059"/>
                      <a:pt x="3112961" y="1243108"/>
                      <a:pt x="3122295" y="1243679"/>
                    </a:cubicBezTo>
                    <a:cubicBezTo>
                      <a:pt x="3143441" y="1244917"/>
                      <a:pt x="3161634" y="1264539"/>
                      <a:pt x="3184589" y="1253395"/>
                    </a:cubicBezTo>
                    <a:cubicBezTo>
                      <a:pt x="3186113" y="1252633"/>
                      <a:pt x="3188875" y="1254538"/>
                      <a:pt x="3191066" y="1255014"/>
                    </a:cubicBezTo>
                    <a:cubicBezTo>
                      <a:pt x="3208592" y="1258634"/>
                      <a:pt x="3225070" y="1255109"/>
                      <a:pt x="3237929" y="1243203"/>
                    </a:cubicBezTo>
                    <a:cubicBezTo>
                      <a:pt x="3254788" y="1227677"/>
                      <a:pt x="3273457" y="1226153"/>
                      <a:pt x="3294221" y="1231202"/>
                    </a:cubicBezTo>
                    <a:cubicBezTo>
                      <a:pt x="3300889" y="1232821"/>
                      <a:pt x="3307557" y="1233964"/>
                      <a:pt x="3314319" y="1235297"/>
                    </a:cubicBezTo>
                    <a:cubicBezTo>
                      <a:pt x="3323463" y="1237202"/>
                      <a:pt x="3332703" y="1239203"/>
                      <a:pt x="3341846" y="1241108"/>
                    </a:cubicBezTo>
                    <a:cubicBezTo>
                      <a:pt x="3350705" y="1243013"/>
                      <a:pt x="3360516" y="1246251"/>
                      <a:pt x="3367373" y="1238060"/>
                    </a:cubicBezTo>
                    <a:cubicBezTo>
                      <a:pt x="3373279" y="1231011"/>
                      <a:pt x="3377470" y="1231678"/>
                      <a:pt x="3382899" y="1237774"/>
                    </a:cubicBezTo>
                    <a:cubicBezTo>
                      <a:pt x="3401759" y="1259110"/>
                      <a:pt x="3424619" y="1272445"/>
                      <a:pt x="3453765" y="1273397"/>
                    </a:cubicBezTo>
                    <a:cubicBezTo>
                      <a:pt x="3459766" y="1273588"/>
                      <a:pt x="3465862" y="1274921"/>
                      <a:pt x="3471767" y="1276350"/>
                    </a:cubicBezTo>
                    <a:cubicBezTo>
                      <a:pt x="3475387" y="1277207"/>
                      <a:pt x="3479769" y="1278160"/>
                      <a:pt x="3481959" y="1280732"/>
                    </a:cubicBezTo>
                    <a:cubicBezTo>
                      <a:pt x="3499009" y="1300353"/>
                      <a:pt x="3520250" y="1313974"/>
                      <a:pt x="3543396" y="1324928"/>
                    </a:cubicBezTo>
                    <a:cubicBezTo>
                      <a:pt x="3551682" y="1328833"/>
                      <a:pt x="3560541" y="1332738"/>
                      <a:pt x="3569494" y="1333881"/>
                    </a:cubicBezTo>
                    <a:cubicBezTo>
                      <a:pt x="3578828" y="1335024"/>
                      <a:pt x="3588639" y="1333119"/>
                      <a:pt x="3598164" y="1332071"/>
                    </a:cubicBezTo>
                    <a:cubicBezTo>
                      <a:pt x="3603784" y="1331500"/>
                      <a:pt x="3610261" y="1331595"/>
                      <a:pt x="3614738" y="1328833"/>
                    </a:cubicBezTo>
                    <a:cubicBezTo>
                      <a:pt x="3628930" y="1320165"/>
                      <a:pt x="3642646" y="1310831"/>
                      <a:pt x="3655886" y="1300734"/>
                    </a:cubicBezTo>
                    <a:cubicBezTo>
                      <a:pt x="3667221" y="1292066"/>
                      <a:pt x="3669507" y="1290828"/>
                      <a:pt x="3679317" y="1301687"/>
                    </a:cubicBezTo>
                    <a:cubicBezTo>
                      <a:pt x="3689414" y="1312831"/>
                      <a:pt x="3701987" y="1318641"/>
                      <a:pt x="3715893" y="1321022"/>
                    </a:cubicBezTo>
                    <a:cubicBezTo>
                      <a:pt x="3737896" y="1324737"/>
                      <a:pt x="3760089" y="1327880"/>
                      <a:pt x="3782282" y="1329690"/>
                    </a:cubicBezTo>
                    <a:cubicBezTo>
                      <a:pt x="3802380" y="1331309"/>
                      <a:pt x="3812000" y="1322546"/>
                      <a:pt x="3816001" y="1302639"/>
                    </a:cubicBezTo>
                    <a:cubicBezTo>
                      <a:pt x="3818287" y="1291590"/>
                      <a:pt x="3821240" y="1279588"/>
                      <a:pt x="3833431" y="1276636"/>
                    </a:cubicBezTo>
                    <a:cubicBezTo>
                      <a:pt x="3853339" y="1271873"/>
                      <a:pt x="3874008" y="1269778"/>
                      <a:pt x="3883819" y="1246442"/>
                    </a:cubicBezTo>
                    <a:cubicBezTo>
                      <a:pt x="3889248" y="1251585"/>
                      <a:pt x="3892582" y="1254633"/>
                      <a:pt x="3895821" y="1257681"/>
                    </a:cubicBezTo>
                    <a:cubicBezTo>
                      <a:pt x="3904774" y="1266158"/>
                      <a:pt x="3923347" y="1269778"/>
                      <a:pt x="3932778" y="1262444"/>
                    </a:cubicBezTo>
                    <a:cubicBezTo>
                      <a:pt x="3946684" y="1251776"/>
                      <a:pt x="3959448" y="1253776"/>
                      <a:pt x="3972782" y="1262063"/>
                    </a:cubicBezTo>
                    <a:cubicBezTo>
                      <a:pt x="3995071" y="1275779"/>
                      <a:pt x="4019931" y="1272635"/>
                      <a:pt x="4042505" y="1267111"/>
                    </a:cubicBezTo>
                    <a:cubicBezTo>
                      <a:pt x="4059555" y="1263015"/>
                      <a:pt x="4077748" y="1255490"/>
                      <a:pt x="4088892" y="1238250"/>
                    </a:cubicBezTo>
                    <a:cubicBezTo>
                      <a:pt x="4092416" y="1232726"/>
                      <a:pt x="4100322" y="1229963"/>
                      <a:pt x="4106609" y="1226344"/>
                    </a:cubicBezTo>
                    <a:cubicBezTo>
                      <a:pt x="4111848" y="1223391"/>
                      <a:pt x="4117372" y="1220629"/>
                      <a:pt x="4123182" y="1218724"/>
                    </a:cubicBezTo>
                    <a:cubicBezTo>
                      <a:pt x="4129373" y="1216628"/>
                      <a:pt x="4136232" y="1213580"/>
                      <a:pt x="4142328" y="1214438"/>
                    </a:cubicBezTo>
                    <a:cubicBezTo>
                      <a:pt x="4160806" y="1216914"/>
                      <a:pt x="4175475" y="1212056"/>
                      <a:pt x="4188524" y="1198245"/>
                    </a:cubicBezTo>
                    <a:cubicBezTo>
                      <a:pt x="4195287" y="1191101"/>
                      <a:pt x="4205288" y="1182434"/>
                      <a:pt x="4213860" y="1182338"/>
                    </a:cubicBezTo>
                    <a:cubicBezTo>
                      <a:pt x="4234720" y="1182053"/>
                      <a:pt x="4252055" y="1175195"/>
                      <a:pt x="4270820" y="1167003"/>
                    </a:cubicBezTo>
                    <a:cubicBezTo>
                      <a:pt x="4282916" y="1161764"/>
                      <a:pt x="4296632" y="1158145"/>
                      <a:pt x="4309587" y="1153287"/>
                    </a:cubicBezTo>
                    <a:cubicBezTo>
                      <a:pt x="4324731" y="1147572"/>
                      <a:pt x="4341210" y="1145477"/>
                      <a:pt x="4350449" y="1129665"/>
                    </a:cubicBezTo>
                    <a:cubicBezTo>
                      <a:pt x="4351496" y="1127951"/>
                      <a:pt x="4354640" y="1127665"/>
                      <a:pt x="4356164" y="1126046"/>
                    </a:cubicBezTo>
                    <a:cubicBezTo>
                      <a:pt x="4361021" y="1121093"/>
                      <a:pt x="4367308" y="1116521"/>
                      <a:pt x="4369880" y="1110520"/>
                    </a:cubicBezTo>
                    <a:cubicBezTo>
                      <a:pt x="4377309" y="1092994"/>
                      <a:pt x="4383119" y="1074896"/>
                      <a:pt x="4389787" y="1057085"/>
                    </a:cubicBezTo>
                    <a:cubicBezTo>
                      <a:pt x="4391216" y="1053275"/>
                      <a:pt x="4392549" y="1048417"/>
                      <a:pt x="4395502" y="1046226"/>
                    </a:cubicBezTo>
                    <a:cubicBezTo>
                      <a:pt x="4412552" y="1033653"/>
                      <a:pt x="4429888" y="1021556"/>
                      <a:pt x="4447413" y="1009650"/>
                    </a:cubicBezTo>
                    <a:cubicBezTo>
                      <a:pt x="4454462" y="1004887"/>
                      <a:pt x="4460367" y="1007555"/>
                      <a:pt x="4466654" y="1013079"/>
                    </a:cubicBezTo>
                    <a:cubicBezTo>
                      <a:pt x="4472750" y="1018318"/>
                      <a:pt x="4480275" y="1023747"/>
                      <a:pt x="4487894" y="1025081"/>
                    </a:cubicBezTo>
                    <a:cubicBezTo>
                      <a:pt x="4503135" y="1027652"/>
                      <a:pt x="4518946" y="1028224"/>
                      <a:pt x="4534472" y="1028224"/>
                    </a:cubicBezTo>
                    <a:cubicBezTo>
                      <a:pt x="4540282" y="1028224"/>
                      <a:pt x="4546473" y="1024795"/>
                      <a:pt x="4551903" y="1022033"/>
                    </a:cubicBezTo>
                    <a:cubicBezTo>
                      <a:pt x="4562189" y="1016794"/>
                      <a:pt x="4571714" y="1009745"/>
                      <a:pt x="4582382" y="1005364"/>
                    </a:cubicBezTo>
                    <a:cubicBezTo>
                      <a:pt x="4594765" y="1000316"/>
                      <a:pt x="4602194" y="992219"/>
                      <a:pt x="4605909" y="979551"/>
                    </a:cubicBezTo>
                    <a:cubicBezTo>
                      <a:pt x="4611434" y="960692"/>
                      <a:pt x="4624579" y="947547"/>
                      <a:pt x="4640104" y="936879"/>
                    </a:cubicBezTo>
                    <a:cubicBezTo>
                      <a:pt x="4659821" y="923258"/>
                      <a:pt x="4683348" y="923925"/>
                      <a:pt x="4705731" y="920591"/>
                    </a:cubicBezTo>
                    <a:cubicBezTo>
                      <a:pt x="4714304" y="919353"/>
                      <a:pt x="4723162" y="918305"/>
                      <a:pt x="4730973" y="915162"/>
                    </a:cubicBezTo>
                    <a:cubicBezTo>
                      <a:pt x="4760595" y="903351"/>
                      <a:pt x="4790218" y="892112"/>
                      <a:pt x="4822794" y="892397"/>
                    </a:cubicBezTo>
                    <a:cubicBezTo>
                      <a:pt x="4825460" y="892397"/>
                      <a:pt x="4828128" y="892112"/>
                      <a:pt x="4830794" y="891635"/>
                    </a:cubicBezTo>
                    <a:cubicBezTo>
                      <a:pt x="4853940" y="887730"/>
                      <a:pt x="4877848" y="886206"/>
                      <a:pt x="4894421" y="865442"/>
                    </a:cubicBezTo>
                    <a:cubicBezTo>
                      <a:pt x="4897469" y="861632"/>
                      <a:pt x="4904422" y="860489"/>
                      <a:pt x="4909756" y="858964"/>
                    </a:cubicBezTo>
                    <a:cubicBezTo>
                      <a:pt x="4918996" y="856488"/>
                      <a:pt x="4925188" y="851440"/>
                      <a:pt x="4928521" y="842391"/>
                    </a:cubicBezTo>
                    <a:cubicBezTo>
                      <a:pt x="4934141" y="826770"/>
                      <a:pt x="4940808" y="811435"/>
                      <a:pt x="4945857" y="795623"/>
                    </a:cubicBezTo>
                    <a:cubicBezTo>
                      <a:pt x="4949381" y="784765"/>
                      <a:pt x="4955953" y="778764"/>
                      <a:pt x="4966145" y="774287"/>
                    </a:cubicBezTo>
                    <a:cubicBezTo>
                      <a:pt x="4971860" y="771811"/>
                      <a:pt x="4976813" y="766382"/>
                      <a:pt x="4980909" y="761333"/>
                    </a:cubicBezTo>
                    <a:cubicBezTo>
                      <a:pt x="4985862" y="755237"/>
                      <a:pt x="4988433" y="747141"/>
                      <a:pt x="4993862" y="741712"/>
                    </a:cubicBezTo>
                    <a:cubicBezTo>
                      <a:pt x="5007102" y="728186"/>
                      <a:pt x="5011198" y="713232"/>
                      <a:pt x="5006816" y="694754"/>
                    </a:cubicBezTo>
                    <a:cubicBezTo>
                      <a:pt x="5002911" y="678371"/>
                      <a:pt x="5013198" y="656463"/>
                      <a:pt x="5026724" y="653129"/>
                    </a:cubicBezTo>
                    <a:cubicBezTo>
                      <a:pt x="5041678" y="649414"/>
                      <a:pt x="5051965" y="640271"/>
                      <a:pt x="5062538" y="630079"/>
                    </a:cubicBezTo>
                    <a:cubicBezTo>
                      <a:pt x="5068443" y="624364"/>
                      <a:pt x="5076730" y="619411"/>
                      <a:pt x="5084731" y="617982"/>
                    </a:cubicBezTo>
                    <a:cubicBezTo>
                      <a:pt x="5115116" y="612458"/>
                      <a:pt x="5143786" y="619220"/>
                      <a:pt x="5172647" y="630174"/>
                    </a:cubicBezTo>
                    <a:cubicBezTo>
                      <a:pt x="5191506" y="637318"/>
                      <a:pt x="5212461" y="639223"/>
                      <a:pt x="5232654" y="642080"/>
                    </a:cubicBezTo>
                    <a:cubicBezTo>
                      <a:pt x="5238941" y="642937"/>
                      <a:pt x="5246942" y="641033"/>
                      <a:pt x="5252371" y="637508"/>
                    </a:cubicBezTo>
                    <a:cubicBezTo>
                      <a:pt x="5271421" y="625316"/>
                      <a:pt x="5290376" y="612743"/>
                      <a:pt x="5308092" y="598646"/>
                    </a:cubicBezTo>
                    <a:cubicBezTo>
                      <a:pt x="5324571" y="585407"/>
                      <a:pt x="5343144" y="579882"/>
                      <a:pt x="5363147" y="581311"/>
                    </a:cubicBezTo>
                    <a:cubicBezTo>
                      <a:pt x="5377720" y="582359"/>
                      <a:pt x="5390864" y="579977"/>
                      <a:pt x="5404580" y="576358"/>
                    </a:cubicBezTo>
                    <a:cubicBezTo>
                      <a:pt x="5416010" y="573310"/>
                      <a:pt x="5428583" y="571214"/>
                      <a:pt x="5440203" y="572548"/>
                    </a:cubicBezTo>
                    <a:cubicBezTo>
                      <a:pt x="5456491" y="574453"/>
                      <a:pt x="5469922" y="571691"/>
                      <a:pt x="5482971" y="561880"/>
                    </a:cubicBezTo>
                    <a:cubicBezTo>
                      <a:pt x="5489924" y="556641"/>
                      <a:pt x="5498878" y="553879"/>
                      <a:pt x="5507165" y="550259"/>
                    </a:cubicBezTo>
                    <a:cubicBezTo>
                      <a:pt x="5519928" y="544640"/>
                      <a:pt x="5533168" y="539877"/>
                      <a:pt x="5545645" y="533591"/>
                    </a:cubicBezTo>
                    <a:cubicBezTo>
                      <a:pt x="5559076" y="526923"/>
                      <a:pt x="5571363" y="517684"/>
                      <a:pt x="5585079" y="511969"/>
                    </a:cubicBezTo>
                    <a:cubicBezTo>
                      <a:pt x="5599843" y="505778"/>
                      <a:pt x="5609368" y="496348"/>
                      <a:pt x="5615368" y="481679"/>
                    </a:cubicBezTo>
                    <a:cubicBezTo>
                      <a:pt x="5619179" y="472440"/>
                      <a:pt x="5624417" y="462629"/>
                      <a:pt x="5631656" y="456152"/>
                    </a:cubicBezTo>
                    <a:cubicBezTo>
                      <a:pt x="5646611" y="442913"/>
                      <a:pt x="5664136" y="432625"/>
                      <a:pt x="5679377" y="419576"/>
                    </a:cubicBezTo>
                    <a:cubicBezTo>
                      <a:pt x="5700808" y="401288"/>
                      <a:pt x="5720620" y="381857"/>
                      <a:pt x="5722525" y="350615"/>
                    </a:cubicBezTo>
                    <a:cubicBezTo>
                      <a:pt x="5723572" y="333375"/>
                      <a:pt x="5732716" y="326041"/>
                      <a:pt x="5749576" y="321945"/>
                    </a:cubicBezTo>
                    <a:cubicBezTo>
                      <a:pt x="5755195" y="320612"/>
                      <a:pt x="5763197" y="318040"/>
                      <a:pt x="5764911" y="313849"/>
                    </a:cubicBezTo>
                    <a:cubicBezTo>
                      <a:pt x="5770054" y="301371"/>
                      <a:pt x="5780722" y="298895"/>
                      <a:pt x="5791009" y="293942"/>
                    </a:cubicBezTo>
                    <a:cubicBezTo>
                      <a:pt x="5797201" y="290989"/>
                      <a:pt x="5804821" y="285179"/>
                      <a:pt x="5806440" y="279178"/>
                    </a:cubicBezTo>
                    <a:cubicBezTo>
                      <a:pt x="5813107" y="254889"/>
                      <a:pt x="5831395" y="240602"/>
                      <a:pt x="5848636" y="224885"/>
                    </a:cubicBezTo>
                    <a:cubicBezTo>
                      <a:pt x="5853684" y="220218"/>
                      <a:pt x="5859113" y="214884"/>
                      <a:pt x="5861590" y="208788"/>
                    </a:cubicBezTo>
                    <a:cubicBezTo>
                      <a:pt x="5866829" y="195643"/>
                      <a:pt x="5874639" y="186118"/>
                      <a:pt x="5888355" y="181166"/>
                    </a:cubicBezTo>
                    <a:cubicBezTo>
                      <a:pt x="5892736" y="179642"/>
                      <a:pt x="5896737" y="176117"/>
                      <a:pt x="5900071" y="172784"/>
                    </a:cubicBezTo>
                    <a:cubicBezTo>
                      <a:pt x="5907215" y="165545"/>
                      <a:pt x="5913215" y="157067"/>
                      <a:pt x="5920740" y="150305"/>
                    </a:cubicBezTo>
                    <a:cubicBezTo>
                      <a:pt x="5939885" y="132874"/>
                      <a:pt x="5958840" y="115729"/>
                      <a:pt x="5969985" y="91345"/>
                    </a:cubicBezTo>
                    <a:cubicBezTo>
                      <a:pt x="5975413" y="79439"/>
                      <a:pt x="5981605" y="66485"/>
                      <a:pt x="5991130" y="58293"/>
                    </a:cubicBezTo>
                    <a:cubicBezTo>
                      <a:pt x="6003227" y="47911"/>
                      <a:pt x="6019133" y="42005"/>
                      <a:pt x="6033325" y="33909"/>
                    </a:cubicBezTo>
                    <a:cubicBezTo>
                      <a:pt x="6040469" y="29813"/>
                      <a:pt x="6047137" y="24860"/>
                      <a:pt x="6054376" y="20955"/>
                    </a:cubicBezTo>
                    <a:cubicBezTo>
                      <a:pt x="6067234" y="14097"/>
                      <a:pt x="6080379" y="7715"/>
                      <a:pt x="6095524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/>
              </a:p>
            </p:txBody>
          </p:sp>
          <p:sp>
            <p:nvSpPr>
              <p:cNvPr id="1855647904" name="Freeform: Shape 1855647903">
                <a:extLst>
                  <a:ext uri="{FF2B5EF4-FFF2-40B4-BE49-F238E27FC236}">
                    <a16:creationId xmlns:a16="http://schemas.microsoft.com/office/drawing/2014/main" id="{8C875950-A52D-453F-A602-3E58AD414ECF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44" y="3296011"/>
                <a:ext cx="12191456" cy="2849975"/>
              </a:xfrm>
              <a:custGeom>
                <a:avLst/>
                <a:gdLst>
                  <a:gd name="connsiteX0" fmla="*/ 6095524 w 6095524"/>
                  <a:gd name="connsiteY0" fmla="*/ 0 h 1424940"/>
                  <a:gd name="connsiteX1" fmla="*/ 6095524 w 6095524"/>
                  <a:gd name="connsiteY1" fmla="*/ 17431 h 1424940"/>
                  <a:gd name="connsiteX2" fmla="*/ 6095524 w 6095524"/>
                  <a:gd name="connsiteY2" fmla="*/ 216290 h 1424940"/>
                  <a:gd name="connsiteX3" fmla="*/ 6079998 w 6095524"/>
                  <a:gd name="connsiteY3" fmla="*/ 230600 h 1424940"/>
                  <a:gd name="connsiteX4" fmla="*/ 6012751 w 6095524"/>
                  <a:gd name="connsiteY4" fmla="*/ 260699 h 1424940"/>
                  <a:gd name="connsiteX5" fmla="*/ 5992749 w 6095524"/>
                  <a:gd name="connsiteY5" fmla="*/ 268700 h 1424940"/>
                  <a:gd name="connsiteX6" fmla="*/ 5910358 w 6095524"/>
                  <a:gd name="connsiteY6" fmla="*/ 320231 h 1424940"/>
                  <a:gd name="connsiteX7" fmla="*/ 5835777 w 6095524"/>
                  <a:gd name="connsiteY7" fmla="*/ 383953 h 1424940"/>
                  <a:gd name="connsiteX8" fmla="*/ 5781008 w 6095524"/>
                  <a:gd name="connsiteY8" fmla="*/ 459581 h 1424940"/>
                  <a:gd name="connsiteX9" fmla="*/ 5765673 w 6095524"/>
                  <a:gd name="connsiteY9" fmla="*/ 477584 h 1424940"/>
                  <a:gd name="connsiteX10" fmla="*/ 5723763 w 6095524"/>
                  <a:gd name="connsiteY10" fmla="*/ 500158 h 1424940"/>
                  <a:gd name="connsiteX11" fmla="*/ 5686711 w 6095524"/>
                  <a:gd name="connsiteY11" fmla="*/ 517112 h 1424940"/>
                  <a:gd name="connsiteX12" fmla="*/ 5659850 w 6095524"/>
                  <a:gd name="connsiteY12" fmla="*/ 535877 h 1424940"/>
                  <a:gd name="connsiteX13" fmla="*/ 5637181 w 6095524"/>
                  <a:gd name="connsiteY13" fmla="*/ 553117 h 1424940"/>
                  <a:gd name="connsiteX14" fmla="*/ 5585841 w 6095524"/>
                  <a:gd name="connsiteY14" fmla="*/ 597694 h 1424940"/>
                  <a:gd name="connsiteX15" fmla="*/ 5528977 w 6095524"/>
                  <a:gd name="connsiteY15" fmla="*/ 635318 h 1424940"/>
                  <a:gd name="connsiteX16" fmla="*/ 5483256 w 6095524"/>
                  <a:gd name="connsiteY16" fmla="*/ 681419 h 1424940"/>
                  <a:gd name="connsiteX17" fmla="*/ 5464397 w 6095524"/>
                  <a:gd name="connsiteY17" fmla="*/ 706374 h 1424940"/>
                  <a:gd name="connsiteX18" fmla="*/ 5424773 w 6095524"/>
                  <a:gd name="connsiteY18" fmla="*/ 723424 h 1424940"/>
                  <a:gd name="connsiteX19" fmla="*/ 5381815 w 6095524"/>
                  <a:gd name="connsiteY19" fmla="*/ 750094 h 1424940"/>
                  <a:gd name="connsiteX20" fmla="*/ 5351335 w 6095524"/>
                  <a:gd name="connsiteY20" fmla="*/ 776573 h 1424940"/>
                  <a:gd name="connsiteX21" fmla="*/ 5327809 w 6095524"/>
                  <a:gd name="connsiteY21" fmla="*/ 794290 h 1424940"/>
                  <a:gd name="connsiteX22" fmla="*/ 5294566 w 6095524"/>
                  <a:gd name="connsiteY22" fmla="*/ 812102 h 1424940"/>
                  <a:gd name="connsiteX23" fmla="*/ 5261229 w 6095524"/>
                  <a:gd name="connsiteY23" fmla="*/ 835438 h 1424940"/>
                  <a:gd name="connsiteX24" fmla="*/ 5245037 w 6095524"/>
                  <a:gd name="connsiteY24" fmla="*/ 849821 h 1424940"/>
                  <a:gd name="connsiteX25" fmla="*/ 5213699 w 6095524"/>
                  <a:gd name="connsiteY25" fmla="*/ 873728 h 1424940"/>
                  <a:gd name="connsiteX26" fmla="*/ 5181409 w 6095524"/>
                  <a:gd name="connsiteY26" fmla="*/ 896017 h 1424940"/>
                  <a:gd name="connsiteX27" fmla="*/ 5120735 w 6095524"/>
                  <a:gd name="connsiteY27" fmla="*/ 921544 h 1424940"/>
                  <a:gd name="connsiteX28" fmla="*/ 5065490 w 6095524"/>
                  <a:gd name="connsiteY28" fmla="*/ 959072 h 1424940"/>
                  <a:gd name="connsiteX29" fmla="*/ 5021675 w 6095524"/>
                  <a:gd name="connsiteY29" fmla="*/ 986504 h 1424940"/>
                  <a:gd name="connsiteX30" fmla="*/ 4996148 w 6095524"/>
                  <a:gd name="connsiteY30" fmla="*/ 1004507 h 1424940"/>
                  <a:gd name="connsiteX31" fmla="*/ 4949285 w 6095524"/>
                  <a:gd name="connsiteY31" fmla="*/ 1044702 h 1424940"/>
                  <a:gd name="connsiteX32" fmla="*/ 4876609 w 6095524"/>
                  <a:gd name="connsiteY32" fmla="*/ 1086993 h 1424940"/>
                  <a:gd name="connsiteX33" fmla="*/ 4832699 w 6095524"/>
                  <a:gd name="connsiteY33" fmla="*/ 1109853 h 1424940"/>
                  <a:gd name="connsiteX34" fmla="*/ 4738211 w 6095524"/>
                  <a:gd name="connsiteY34" fmla="*/ 1144334 h 1424940"/>
                  <a:gd name="connsiteX35" fmla="*/ 4707731 w 6095524"/>
                  <a:gd name="connsiteY35" fmla="*/ 1156621 h 1424940"/>
                  <a:gd name="connsiteX36" fmla="*/ 4672870 w 6095524"/>
                  <a:gd name="connsiteY36" fmla="*/ 1164717 h 1424940"/>
                  <a:gd name="connsiteX37" fmla="*/ 4616863 w 6095524"/>
                  <a:gd name="connsiteY37" fmla="*/ 1183862 h 1424940"/>
                  <a:gd name="connsiteX38" fmla="*/ 4507516 w 6095524"/>
                  <a:gd name="connsiteY38" fmla="*/ 1216819 h 1424940"/>
                  <a:gd name="connsiteX39" fmla="*/ 4483513 w 6095524"/>
                  <a:gd name="connsiteY39" fmla="*/ 1221867 h 1424940"/>
                  <a:gd name="connsiteX40" fmla="*/ 4422362 w 6095524"/>
                  <a:gd name="connsiteY40" fmla="*/ 1243108 h 1424940"/>
                  <a:gd name="connsiteX41" fmla="*/ 4385691 w 6095524"/>
                  <a:gd name="connsiteY41" fmla="*/ 1257395 h 1424940"/>
                  <a:gd name="connsiteX42" fmla="*/ 4355306 w 6095524"/>
                  <a:gd name="connsiteY42" fmla="*/ 1265587 h 1424940"/>
                  <a:gd name="connsiteX43" fmla="*/ 4328446 w 6095524"/>
                  <a:gd name="connsiteY43" fmla="*/ 1269397 h 1424940"/>
                  <a:gd name="connsiteX44" fmla="*/ 4257770 w 6095524"/>
                  <a:gd name="connsiteY44" fmla="*/ 1288256 h 1424940"/>
                  <a:gd name="connsiteX45" fmla="*/ 4229576 w 6095524"/>
                  <a:gd name="connsiteY45" fmla="*/ 1295686 h 1424940"/>
                  <a:gd name="connsiteX46" fmla="*/ 4156424 w 6095524"/>
                  <a:gd name="connsiteY46" fmla="*/ 1321213 h 1424940"/>
                  <a:gd name="connsiteX47" fmla="*/ 4094416 w 6095524"/>
                  <a:gd name="connsiteY47" fmla="*/ 1338072 h 1424940"/>
                  <a:gd name="connsiteX48" fmla="*/ 4068509 w 6095524"/>
                  <a:gd name="connsiteY48" fmla="*/ 1346168 h 1424940"/>
                  <a:gd name="connsiteX49" fmla="*/ 4009263 w 6095524"/>
                  <a:gd name="connsiteY49" fmla="*/ 1359694 h 1424940"/>
                  <a:gd name="connsiteX50" fmla="*/ 3975735 w 6095524"/>
                  <a:gd name="connsiteY50" fmla="*/ 1369219 h 1424940"/>
                  <a:gd name="connsiteX51" fmla="*/ 3893915 w 6095524"/>
                  <a:gd name="connsiteY51" fmla="*/ 1379982 h 1424940"/>
                  <a:gd name="connsiteX52" fmla="*/ 3809428 w 6095524"/>
                  <a:gd name="connsiteY52" fmla="*/ 1390364 h 1424940"/>
                  <a:gd name="connsiteX53" fmla="*/ 3763042 w 6095524"/>
                  <a:gd name="connsiteY53" fmla="*/ 1393793 h 1424940"/>
                  <a:gd name="connsiteX54" fmla="*/ 3722561 w 6095524"/>
                  <a:gd name="connsiteY54" fmla="*/ 1399223 h 1424940"/>
                  <a:gd name="connsiteX55" fmla="*/ 3687318 w 6095524"/>
                  <a:gd name="connsiteY55" fmla="*/ 1402652 h 1424940"/>
                  <a:gd name="connsiteX56" fmla="*/ 3631216 w 6095524"/>
                  <a:gd name="connsiteY56" fmla="*/ 1409605 h 1424940"/>
                  <a:gd name="connsiteX57" fmla="*/ 3607880 w 6095524"/>
                  <a:gd name="connsiteY57" fmla="*/ 1411415 h 1424940"/>
                  <a:gd name="connsiteX58" fmla="*/ 3552825 w 6095524"/>
                  <a:gd name="connsiteY58" fmla="*/ 1411319 h 1424940"/>
                  <a:gd name="connsiteX59" fmla="*/ 3533680 w 6095524"/>
                  <a:gd name="connsiteY59" fmla="*/ 1410367 h 1424940"/>
                  <a:gd name="connsiteX60" fmla="*/ 3496818 w 6095524"/>
                  <a:gd name="connsiteY60" fmla="*/ 1398556 h 1424940"/>
                  <a:gd name="connsiteX61" fmla="*/ 3492437 w 6095524"/>
                  <a:gd name="connsiteY61" fmla="*/ 1397699 h 1424940"/>
                  <a:gd name="connsiteX62" fmla="*/ 3468243 w 6095524"/>
                  <a:gd name="connsiteY62" fmla="*/ 1393031 h 1424940"/>
                  <a:gd name="connsiteX63" fmla="*/ 3455003 w 6095524"/>
                  <a:gd name="connsiteY63" fmla="*/ 1391507 h 1424940"/>
                  <a:gd name="connsiteX64" fmla="*/ 3404711 w 6095524"/>
                  <a:gd name="connsiteY64" fmla="*/ 1381792 h 1424940"/>
                  <a:gd name="connsiteX65" fmla="*/ 3375756 w 6095524"/>
                  <a:gd name="connsiteY65" fmla="*/ 1377220 h 1424940"/>
                  <a:gd name="connsiteX66" fmla="*/ 3352324 w 6095524"/>
                  <a:gd name="connsiteY66" fmla="*/ 1377887 h 1424940"/>
                  <a:gd name="connsiteX67" fmla="*/ 3311176 w 6095524"/>
                  <a:gd name="connsiteY67" fmla="*/ 1378744 h 1424940"/>
                  <a:gd name="connsiteX68" fmla="*/ 3298031 w 6095524"/>
                  <a:gd name="connsiteY68" fmla="*/ 1380935 h 1424940"/>
                  <a:gd name="connsiteX69" fmla="*/ 3238595 w 6095524"/>
                  <a:gd name="connsiteY69" fmla="*/ 1374648 h 1424940"/>
                  <a:gd name="connsiteX70" fmla="*/ 3204686 w 6095524"/>
                  <a:gd name="connsiteY70" fmla="*/ 1374172 h 1424940"/>
                  <a:gd name="connsiteX71" fmla="*/ 3166491 w 6095524"/>
                  <a:gd name="connsiteY71" fmla="*/ 1366361 h 1424940"/>
                  <a:gd name="connsiteX72" fmla="*/ 3155347 w 6095524"/>
                  <a:gd name="connsiteY72" fmla="*/ 1366742 h 1424940"/>
                  <a:gd name="connsiteX73" fmla="*/ 3142869 w 6095524"/>
                  <a:gd name="connsiteY73" fmla="*/ 1367409 h 1424940"/>
                  <a:gd name="connsiteX74" fmla="*/ 3104578 w 6095524"/>
                  <a:gd name="connsiteY74" fmla="*/ 1367981 h 1424940"/>
                  <a:gd name="connsiteX75" fmla="*/ 3081337 w 6095524"/>
                  <a:gd name="connsiteY75" fmla="*/ 1370838 h 1424940"/>
                  <a:gd name="connsiteX76" fmla="*/ 3037047 w 6095524"/>
                  <a:gd name="connsiteY76" fmla="*/ 1369124 h 1424940"/>
                  <a:gd name="connsiteX77" fmla="*/ 3020663 w 6095524"/>
                  <a:gd name="connsiteY77" fmla="*/ 1371600 h 1424940"/>
                  <a:gd name="connsiteX78" fmla="*/ 2979230 w 6095524"/>
                  <a:gd name="connsiteY78" fmla="*/ 1371886 h 1424940"/>
                  <a:gd name="connsiteX79" fmla="*/ 2942082 w 6095524"/>
                  <a:gd name="connsiteY79" fmla="*/ 1370457 h 1424940"/>
                  <a:gd name="connsiteX80" fmla="*/ 2906268 w 6095524"/>
                  <a:gd name="connsiteY80" fmla="*/ 1371219 h 1424940"/>
                  <a:gd name="connsiteX81" fmla="*/ 2880646 w 6095524"/>
                  <a:gd name="connsiteY81" fmla="*/ 1374362 h 1424940"/>
                  <a:gd name="connsiteX82" fmla="*/ 2852833 w 6095524"/>
                  <a:gd name="connsiteY82" fmla="*/ 1376267 h 1424940"/>
                  <a:gd name="connsiteX83" fmla="*/ 2776157 w 6095524"/>
                  <a:gd name="connsiteY83" fmla="*/ 1387602 h 1424940"/>
                  <a:gd name="connsiteX84" fmla="*/ 2761965 w 6095524"/>
                  <a:gd name="connsiteY84" fmla="*/ 1384840 h 1424940"/>
                  <a:gd name="connsiteX85" fmla="*/ 2681383 w 6095524"/>
                  <a:gd name="connsiteY85" fmla="*/ 1382268 h 1424940"/>
                  <a:gd name="connsiteX86" fmla="*/ 2663857 w 6095524"/>
                  <a:gd name="connsiteY86" fmla="*/ 1382459 h 1424940"/>
                  <a:gd name="connsiteX87" fmla="*/ 2616803 w 6095524"/>
                  <a:gd name="connsiteY87" fmla="*/ 1371219 h 1424940"/>
                  <a:gd name="connsiteX88" fmla="*/ 2544223 w 6095524"/>
                  <a:gd name="connsiteY88" fmla="*/ 1389031 h 1424940"/>
                  <a:gd name="connsiteX89" fmla="*/ 2476309 w 6095524"/>
                  <a:gd name="connsiteY89" fmla="*/ 1411319 h 1424940"/>
                  <a:gd name="connsiteX90" fmla="*/ 2467737 w 6095524"/>
                  <a:gd name="connsiteY90" fmla="*/ 1414177 h 1424940"/>
                  <a:gd name="connsiteX91" fmla="*/ 2443353 w 6095524"/>
                  <a:gd name="connsiteY91" fmla="*/ 1419035 h 1424940"/>
                  <a:gd name="connsiteX92" fmla="*/ 2413159 w 6095524"/>
                  <a:gd name="connsiteY92" fmla="*/ 1420749 h 1424940"/>
                  <a:gd name="connsiteX93" fmla="*/ 2374868 w 6095524"/>
                  <a:gd name="connsiteY93" fmla="*/ 1424940 h 1424940"/>
                  <a:gd name="connsiteX94" fmla="*/ 2344198 w 6095524"/>
                  <a:gd name="connsiteY94" fmla="*/ 1419701 h 1424940"/>
                  <a:gd name="connsiteX95" fmla="*/ 2301335 w 6095524"/>
                  <a:gd name="connsiteY95" fmla="*/ 1411891 h 1424940"/>
                  <a:gd name="connsiteX96" fmla="*/ 2260949 w 6095524"/>
                  <a:gd name="connsiteY96" fmla="*/ 1404461 h 1424940"/>
                  <a:gd name="connsiteX97" fmla="*/ 2248186 w 6095524"/>
                  <a:gd name="connsiteY97" fmla="*/ 1413224 h 1424940"/>
                  <a:gd name="connsiteX98" fmla="*/ 2228469 w 6095524"/>
                  <a:gd name="connsiteY98" fmla="*/ 1420844 h 1424940"/>
                  <a:gd name="connsiteX99" fmla="*/ 2206562 w 6095524"/>
                  <a:gd name="connsiteY99" fmla="*/ 1411700 h 1424940"/>
                  <a:gd name="connsiteX100" fmla="*/ 2155317 w 6095524"/>
                  <a:gd name="connsiteY100" fmla="*/ 1392746 h 1424940"/>
                  <a:gd name="connsiteX101" fmla="*/ 2122932 w 6095524"/>
                  <a:gd name="connsiteY101" fmla="*/ 1391888 h 1424940"/>
                  <a:gd name="connsiteX102" fmla="*/ 2052542 w 6095524"/>
                  <a:gd name="connsiteY102" fmla="*/ 1383792 h 1424940"/>
                  <a:gd name="connsiteX103" fmla="*/ 2006537 w 6095524"/>
                  <a:gd name="connsiteY103" fmla="*/ 1372267 h 1424940"/>
                  <a:gd name="connsiteX104" fmla="*/ 1973486 w 6095524"/>
                  <a:gd name="connsiteY104" fmla="*/ 1359218 h 1424940"/>
                  <a:gd name="connsiteX105" fmla="*/ 1926146 w 6095524"/>
                  <a:gd name="connsiteY105" fmla="*/ 1342168 h 1424940"/>
                  <a:gd name="connsiteX106" fmla="*/ 1878616 w 6095524"/>
                  <a:gd name="connsiteY106" fmla="*/ 1333310 h 1424940"/>
                  <a:gd name="connsiteX107" fmla="*/ 1844231 w 6095524"/>
                  <a:gd name="connsiteY107" fmla="*/ 1322165 h 1424940"/>
                  <a:gd name="connsiteX108" fmla="*/ 1802225 w 6095524"/>
                  <a:gd name="connsiteY108" fmla="*/ 1314545 h 1424940"/>
                  <a:gd name="connsiteX109" fmla="*/ 1766983 w 6095524"/>
                  <a:gd name="connsiteY109" fmla="*/ 1314260 h 1424940"/>
                  <a:gd name="connsiteX110" fmla="*/ 1711738 w 6095524"/>
                  <a:gd name="connsiteY110" fmla="*/ 1315593 h 1424940"/>
                  <a:gd name="connsiteX111" fmla="*/ 1644111 w 6095524"/>
                  <a:gd name="connsiteY111" fmla="*/ 1292543 h 1424940"/>
                  <a:gd name="connsiteX112" fmla="*/ 1616774 w 6095524"/>
                  <a:gd name="connsiteY112" fmla="*/ 1287399 h 1424940"/>
                  <a:gd name="connsiteX113" fmla="*/ 1591056 w 6095524"/>
                  <a:gd name="connsiteY113" fmla="*/ 1285018 h 1424940"/>
                  <a:gd name="connsiteX114" fmla="*/ 1536478 w 6095524"/>
                  <a:gd name="connsiteY114" fmla="*/ 1269683 h 1424940"/>
                  <a:gd name="connsiteX115" fmla="*/ 1514285 w 6095524"/>
                  <a:gd name="connsiteY115" fmla="*/ 1264634 h 1424940"/>
                  <a:gd name="connsiteX116" fmla="*/ 1483233 w 6095524"/>
                  <a:gd name="connsiteY116" fmla="*/ 1264730 h 1424940"/>
                  <a:gd name="connsiteX117" fmla="*/ 1426750 w 6095524"/>
                  <a:gd name="connsiteY117" fmla="*/ 1257681 h 1424940"/>
                  <a:gd name="connsiteX118" fmla="*/ 1370362 w 6095524"/>
                  <a:gd name="connsiteY118" fmla="*/ 1237107 h 1424940"/>
                  <a:gd name="connsiteX119" fmla="*/ 1346454 w 6095524"/>
                  <a:gd name="connsiteY119" fmla="*/ 1239107 h 1424940"/>
                  <a:gd name="connsiteX120" fmla="*/ 1337882 w 6095524"/>
                  <a:gd name="connsiteY120" fmla="*/ 1238631 h 1424940"/>
                  <a:gd name="connsiteX121" fmla="*/ 1260825 w 6095524"/>
                  <a:gd name="connsiteY121" fmla="*/ 1227296 h 1424940"/>
                  <a:gd name="connsiteX122" fmla="*/ 1253109 w 6095524"/>
                  <a:gd name="connsiteY122" fmla="*/ 1226058 h 1424940"/>
                  <a:gd name="connsiteX123" fmla="*/ 1216915 w 6095524"/>
                  <a:gd name="connsiteY123" fmla="*/ 1215962 h 1424940"/>
                  <a:gd name="connsiteX124" fmla="*/ 1125664 w 6095524"/>
                  <a:gd name="connsiteY124" fmla="*/ 1209675 h 1424940"/>
                  <a:gd name="connsiteX125" fmla="*/ 1120045 w 6095524"/>
                  <a:gd name="connsiteY125" fmla="*/ 1208913 h 1424940"/>
                  <a:gd name="connsiteX126" fmla="*/ 1089469 w 6095524"/>
                  <a:gd name="connsiteY126" fmla="*/ 1213961 h 1424940"/>
                  <a:gd name="connsiteX127" fmla="*/ 1074325 w 6095524"/>
                  <a:gd name="connsiteY127" fmla="*/ 1221105 h 1424940"/>
                  <a:gd name="connsiteX128" fmla="*/ 1050703 w 6095524"/>
                  <a:gd name="connsiteY128" fmla="*/ 1228535 h 1424940"/>
                  <a:gd name="connsiteX129" fmla="*/ 1026700 w 6095524"/>
                  <a:gd name="connsiteY129" fmla="*/ 1231297 h 1424940"/>
                  <a:gd name="connsiteX130" fmla="*/ 986409 w 6095524"/>
                  <a:gd name="connsiteY130" fmla="*/ 1220057 h 1424940"/>
                  <a:gd name="connsiteX131" fmla="*/ 971741 w 6095524"/>
                  <a:gd name="connsiteY131" fmla="*/ 1218914 h 1424940"/>
                  <a:gd name="connsiteX132" fmla="*/ 939070 w 6095524"/>
                  <a:gd name="connsiteY132" fmla="*/ 1213485 h 1424940"/>
                  <a:gd name="connsiteX133" fmla="*/ 910495 w 6095524"/>
                  <a:gd name="connsiteY133" fmla="*/ 1213866 h 1424940"/>
                  <a:gd name="connsiteX134" fmla="*/ 887540 w 6095524"/>
                  <a:gd name="connsiteY134" fmla="*/ 1222534 h 1424940"/>
                  <a:gd name="connsiteX135" fmla="*/ 854202 w 6095524"/>
                  <a:gd name="connsiteY135" fmla="*/ 1224248 h 1424940"/>
                  <a:gd name="connsiteX136" fmla="*/ 832675 w 6095524"/>
                  <a:gd name="connsiteY136" fmla="*/ 1217962 h 1424940"/>
                  <a:gd name="connsiteX137" fmla="*/ 828294 w 6095524"/>
                  <a:gd name="connsiteY137" fmla="*/ 1217105 h 1424940"/>
                  <a:gd name="connsiteX138" fmla="*/ 772001 w 6095524"/>
                  <a:gd name="connsiteY138" fmla="*/ 1216723 h 1424940"/>
                  <a:gd name="connsiteX139" fmla="*/ 701707 w 6095524"/>
                  <a:gd name="connsiteY139" fmla="*/ 1235678 h 1424940"/>
                  <a:gd name="connsiteX140" fmla="*/ 690086 w 6095524"/>
                  <a:gd name="connsiteY140" fmla="*/ 1239679 h 1424940"/>
                  <a:gd name="connsiteX141" fmla="*/ 633412 w 6095524"/>
                  <a:gd name="connsiteY141" fmla="*/ 1246632 h 1424940"/>
                  <a:gd name="connsiteX142" fmla="*/ 603028 w 6095524"/>
                  <a:gd name="connsiteY142" fmla="*/ 1253681 h 1424940"/>
                  <a:gd name="connsiteX143" fmla="*/ 581120 w 6095524"/>
                  <a:gd name="connsiteY143" fmla="*/ 1254062 h 1424940"/>
                  <a:gd name="connsiteX144" fmla="*/ 554642 w 6095524"/>
                  <a:gd name="connsiteY144" fmla="*/ 1266539 h 1424940"/>
                  <a:gd name="connsiteX145" fmla="*/ 545973 w 6095524"/>
                  <a:gd name="connsiteY145" fmla="*/ 1271969 h 1424940"/>
                  <a:gd name="connsiteX146" fmla="*/ 535591 w 6095524"/>
                  <a:gd name="connsiteY146" fmla="*/ 1275207 h 1424940"/>
                  <a:gd name="connsiteX147" fmla="*/ 488538 w 6095524"/>
                  <a:gd name="connsiteY147" fmla="*/ 1285494 h 1424940"/>
                  <a:gd name="connsiteX148" fmla="*/ 480155 w 6095524"/>
                  <a:gd name="connsiteY148" fmla="*/ 1291304 h 1424940"/>
                  <a:gd name="connsiteX149" fmla="*/ 474535 w 6095524"/>
                  <a:gd name="connsiteY149" fmla="*/ 1294924 h 1424940"/>
                  <a:gd name="connsiteX150" fmla="*/ 428816 w 6095524"/>
                  <a:gd name="connsiteY150" fmla="*/ 1301020 h 1424940"/>
                  <a:gd name="connsiteX151" fmla="*/ 400241 w 6095524"/>
                  <a:gd name="connsiteY151" fmla="*/ 1318260 h 1424940"/>
                  <a:gd name="connsiteX152" fmla="*/ 392431 w 6095524"/>
                  <a:gd name="connsiteY152" fmla="*/ 1325594 h 1424940"/>
                  <a:gd name="connsiteX153" fmla="*/ 365093 w 6095524"/>
                  <a:gd name="connsiteY153" fmla="*/ 1336643 h 1424940"/>
                  <a:gd name="connsiteX154" fmla="*/ 273177 w 6095524"/>
                  <a:gd name="connsiteY154" fmla="*/ 1357884 h 1424940"/>
                  <a:gd name="connsiteX155" fmla="*/ 246888 w 6095524"/>
                  <a:gd name="connsiteY155" fmla="*/ 1350359 h 1424940"/>
                  <a:gd name="connsiteX156" fmla="*/ 196977 w 6095524"/>
                  <a:gd name="connsiteY156" fmla="*/ 1370552 h 1424940"/>
                  <a:gd name="connsiteX157" fmla="*/ 153352 w 6095524"/>
                  <a:gd name="connsiteY157" fmla="*/ 1381982 h 1424940"/>
                  <a:gd name="connsiteX158" fmla="*/ 137160 w 6095524"/>
                  <a:gd name="connsiteY158" fmla="*/ 1384745 h 1424940"/>
                  <a:gd name="connsiteX159" fmla="*/ 85917 w 6095524"/>
                  <a:gd name="connsiteY159" fmla="*/ 1389793 h 1424940"/>
                  <a:gd name="connsiteX160" fmla="*/ 59532 w 6095524"/>
                  <a:gd name="connsiteY160" fmla="*/ 1401223 h 1424940"/>
                  <a:gd name="connsiteX161" fmla="*/ 30325 w 6095524"/>
                  <a:gd name="connsiteY161" fmla="*/ 1409974 h 1424940"/>
                  <a:gd name="connsiteX162" fmla="*/ 0 w 6095524"/>
                  <a:gd name="connsiteY162" fmla="*/ 1412360 h 1424940"/>
                  <a:gd name="connsiteX163" fmla="*/ 0 w 6095524"/>
                  <a:gd name="connsiteY163" fmla="*/ 1058622 h 1424940"/>
                  <a:gd name="connsiteX164" fmla="*/ 17145 w 6095524"/>
                  <a:gd name="connsiteY164" fmla="*/ 1060228 h 1424940"/>
                  <a:gd name="connsiteX165" fmla="*/ 44672 w 6095524"/>
                  <a:gd name="connsiteY165" fmla="*/ 1066324 h 1424940"/>
                  <a:gd name="connsiteX166" fmla="*/ 84677 w 6095524"/>
                  <a:gd name="connsiteY166" fmla="*/ 1076230 h 1424940"/>
                  <a:gd name="connsiteX167" fmla="*/ 132017 w 6095524"/>
                  <a:gd name="connsiteY167" fmla="*/ 1064990 h 1424940"/>
                  <a:gd name="connsiteX168" fmla="*/ 136779 w 6095524"/>
                  <a:gd name="connsiteY168" fmla="*/ 1060323 h 1424940"/>
                  <a:gd name="connsiteX169" fmla="*/ 187547 w 6095524"/>
                  <a:gd name="connsiteY169" fmla="*/ 1049179 h 1424940"/>
                  <a:gd name="connsiteX170" fmla="*/ 270891 w 6095524"/>
                  <a:gd name="connsiteY170" fmla="*/ 1036415 h 1424940"/>
                  <a:gd name="connsiteX171" fmla="*/ 276320 w 6095524"/>
                  <a:gd name="connsiteY171" fmla="*/ 1035558 h 1424940"/>
                  <a:gd name="connsiteX172" fmla="*/ 323755 w 6095524"/>
                  <a:gd name="connsiteY172" fmla="*/ 1061561 h 1424940"/>
                  <a:gd name="connsiteX173" fmla="*/ 361855 w 6095524"/>
                  <a:gd name="connsiteY173" fmla="*/ 1057942 h 1424940"/>
                  <a:gd name="connsiteX174" fmla="*/ 379571 w 6095524"/>
                  <a:gd name="connsiteY174" fmla="*/ 1039939 h 1424940"/>
                  <a:gd name="connsiteX175" fmla="*/ 430530 w 6095524"/>
                  <a:gd name="connsiteY175" fmla="*/ 1025747 h 1424940"/>
                  <a:gd name="connsiteX176" fmla="*/ 493300 w 6095524"/>
                  <a:gd name="connsiteY176" fmla="*/ 1027176 h 1424940"/>
                  <a:gd name="connsiteX177" fmla="*/ 537782 w 6095524"/>
                  <a:gd name="connsiteY177" fmla="*/ 1025366 h 1424940"/>
                  <a:gd name="connsiteX178" fmla="*/ 562166 w 6095524"/>
                  <a:gd name="connsiteY178" fmla="*/ 1015746 h 1424940"/>
                  <a:gd name="connsiteX179" fmla="*/ 579596 w 6095524"/>
                  <a:gd name="connsiteY179" fmla="*/ 1016699 h 1424940"/>
                  <a:gd name="connsiteX180" fmla="*/ 612362 w 6095524"/>
                  <a:gd name="connsiteY180" fmla="*/ 1023557 h 1424940"/>
                  <a:gd name="connsiteX181" fmla="*/ 716090 w 6095524"/>
                  <a:gd name="connsiteY181" fmla="*/ 1031653 h 1424940"/>
                  <a:gd name="connsiteX182" fmla="*/ 758381 w 6095524"/>
                  <a:gd name="connsiteY182" fmla="*/ 1018985 h 1424940"/>
                  <a:gd name="connsiteX183" fmla="*/ 771049 w 6095524"/>
                  <a:gd name="connsiteY183" fmla="*/ 1018699 h 1424940"/>
                  <a:gd name="connsiteX184" fmla="*/ 799433 w 6095524"/>
                  <a:gd name="connsiteY184" fmla="*/ 1023652 h 1424940"/>
                  <a:gd name="connsiteX185" fmla="*/ 858012 w 6095524"/>
                  <a:gd name="connsiteY185" fmla="*/ 1020318 h 1424940"/>
                  <a:gd name="connsiteX186" fmla="*/ 879634 w 6095524"/>
                  <a:gd name="connsiteY186" fmla="*/ 1015270 h 1424940"/>
                  <a:gd name="connsiteX187" fmla="*/ 891635 w 6095524"/>
                  <a:gd name="connsiteY187" fmla="*/ 1012031 h 1424940"/>
                  <a:gd name="connsiteX188" fmla="*/ 953262 w 6095524"/>
                  <a:gd name="connsiteY188" fmla="*/ 1003078 h 1424940"/>
                  <a:gd name="connsiteX189" fmla="*/ 980694 w 6095524"/>
                  <a:gd name="connsiteY189" fmla="*/ 993458 h 1424940"/>
                  <a:gd name="connsiteX190" fmla="*/ 988124 w 6095524"/>
                  <a:gd name="connsiteY190" fmla="*/ 992029 h 1424940"/>
                  <a:gd name="connsiteX191" fmla="*/ 1028795 w 6095524"/>
                  <a:gd name="connsiteY191" fmla="*/ 996029 h 1424940"/>
                  <a:gd name="connsiteX192" fmla="*/ 1059275 w 6095524"/>
                  <a:gd name="connsiteY192" fmla="*/ 1011555 h 1424940"/>
                  <a:gd name="connsiteX193" fmla="*/ 1065181 w 6095524"/>
                  <a:gd name="connsiteY193" fmla="*/ 1016794 h 1424940"/>
                  <a:gd name="connsiteX194" fmla="*/ 1150144 w 6095524"/>
                  <a:gd name="connsiteY194" fmla="*/ 1014984 h 1424940"/>
                  <a:gd name="connsiteX195" fmla="*/ 1163193 w 6095524"/>
                  <a:gd name="connsiteY195" fmla="*/ 1012793 h 1424940"/>
                  <a:gd name="connsiteX196" fmla="*/ 1226249 w 6095524"/>
                  <a:gd name="connsiteY196" fmla="*/ 1021937 h 1424940"/>
                  <a:gd name="connsiteX197" fmla="*/ 1244632 w 6095524"/>
                  <a:gd name="connsiteY197" fmla="*/ 1023747 h 1424940"/>
                  <a:gd name="connsiteX198" fmla="*/ 1310545 w 6095524"/>
                  <a:gd name="connsiteY198" fmla="*/ 1031939 h 1424940"/>
                  <a:gd name="connsiteX199" fmla="*/ 1319879 w 6095524"/>
                  <a:gd name="connsiteY199" fmla="*/ 1024319 h 1424940"/>
                  <a:gd name="connsiteX200" fmla="*/ 1346740 w 6095524"/>
                  <a:gd name="connsiteY200" fmla="*/ 1005173 h 1424940"/>
                  <a:gd name="connsiteX201" fmla="*/ 1399699 w 6095524"/>
                  <a:gd name="connsiteY201" fmla="*/ 988219 h 1424940"/>
                  <a:gd name="connsiteX202" fmla="*/ 1414082 w 6095524"/>
                  <a:gd name="connsiteY202" fmla="*/ 989171 h 1424940"/>
                  <a:gd name="connsiteX203" fmla="*/ 1450467 w 6095524"/>
                  <a:gd name="connsiteY203" fmla="*/ 1017461 h 1424940"/>
                  <a:gd name="connsiteX204" fmla="*/ 1468184 w 6095524"/>
                  <a:gd name="connsiteY204" fmla="*/ 1028795 h 1424940"/>
                  <a:gd name="connsiteX205" fmla="*/ 1518476 w 6095524"/>
                  <a:gd name="connsiteY205" fmla="*/ 1049655 h 1424940"/>
                  <a:gd name="connsiteX206" fmla="*/ 1522667 w 6095524"/>
                  <a:gd name="connsiteY206" fmla="*/ 1053465 h 1424940"/>
                  <a:gd name="connsiteX207" fmla="*/ 1559814 w 6095524"/>
                  <a:gd name="connsiteY207" fmla="*/ 1098709 h 1424940"/>
                  <a:gd name="connsiteX208" fmla="*/ 1568196 w 6095524"/>
                  <a:gd name="connsiteY208" fmla="*/ 1106424 h 1424940"/>
                  <a:gd name="connsiteX209" fmla="*/ 1578293 w 6095524"/>
                  <a:gd name="connsiteY209" fmla="*/ 1118426 h 1424940"/>
                  <a:gd name="connsiteX210" fmla="*/ 1609820 w 6095524"/>
                  <a:gd name="connsiteY210" fmla="*/ 1141667 h 1424940"/>
                  <a:gd name="connsiteX211" fmla="*/ 1648873 w 6095524"/>
                  <a:gd name="connsiteY211" fmla="*/ 1149096 h 1424940"/>
                  <a:gd name="connsiteX212" fmla="*/ 1696022 w 6095524"/>
                  <a:gd name="connsiteY212" fmla="*/ 1160431 h 1424940"/>
                  <a:gd name="connsiteX213" fmla="*/ 1715739 w 6095524"/>
                  <a:gd name="connsiteY213" fmla="*/ 1168051 h 1424940"/>
                  <a:gd name="connsiteX214" fmla="*/ 1768602 w 6095524"/>
                  <a:gd name="connsiteY214" fmla="*/ 1182529 h 1424940"/>
                  <a:gd name="connsiteX215" fmla="*/ 1806321 w 6095524"/>
                  <a:gd name="connsiteY215" fmla="*/ 1194721 h 1424940"/>
                  <a:gd name="connsiteX216" fmla="*/ 1860709 w 6095524"/>
                  <a:gd name="connsiteY216" fmla="*/ 1201865 h 1424940"/>
                  <a:gd name="connsiteX217" fmla="*/ 1887093 w 6095524"/>
                  <a:gd name="connsiteY217" fmla="*/ 1202150 h 1424940"/>
                  <a:gd name="connsiteX218" fmla="*/ 1935575 w 6095524"/>
                  <a:gd name="connsiteY218" fmla="*/ 1238726 h 1424940"/>
                  <a:gd name="connsiteX219" fmla="*/ 1974247 w 6095524"/>
                  <a:gd name="connsiteY219" fmla="*/ 1262920 h 1424940"/>
                  <a:gd name="connsiteX220" fmla="*/ 2014919 w 6095524"/>
                  <a:gd name="connsiteY220" fmla="*/ 1251204 h 1424940"/>
                  <a:gd name="connsiteX221" fmla="*/ 2025968 w 6095524"/>
                  <a:gd name="connsiteY221" fmla="*/ 1240155 h 1424940"/>
                  <a:gd name="connsiteX222" fmla="*/ 2092643 w 6095524"/>
                  <a:gd name="connsiteY222" fmla="*/ 1229678 h 1424940"/>
                  <a:gd name="connsiteX223" fmla="*/ 2187893 w 6095524"/>
                  <a:gd name="connsiteY223" fmla="*/ 1229297 h 1424940"/>
                  <a:gd name="connsiteX224" fmla="*/ 2346294 w 6095524"/>
                  <a:gd name="connsiteY224" fmla="*/ 1205484 h 1424940"/>
                  <a:gd name="connsiteX225" fmla="*/ 2373916 w 6095524"/>
                  <a:gd name="connsiteY225" fmla="*/ 1194435 h 1424940"/>
                  <a:gd name="connsiteX226" fmla="*/ 2404967 w 6095524"/>
                  <a:gd name="connsiteY226" fmla="*/ 1191673 h 1424940"/>
                  <a:gd name="connsiteX227" fmla="*/ 2416874 w 6095524"/>
                  <a:gd name="connsiteY227" fmla="*/ 1198436 h 1424940"/>
                  <a:gd name="connsiteX228" fmla="*/ 2468975 w 6095524"/>
                  <a:gd name="connsiteY228" fmla="*/ 1208532 h 1424940"/>
                  <a:gd name="connsiteX229" fmla="*/ 2478882 w 6095524"/>
                  <a:gd name="connsiteY229" fmla="*/ 1208723 h 1424940"/>
                  <a:gd name="connsiteX230" fmla="*/ 2512791 w 6095524"/>
                  <a:gd name="connsiteY230" fmla="*/ 1204436 h 1424940"/>
                  <a:gd name="connsiteX231" fmla="*/ 2544223 w 6095524"/>
                  <a:gd name="connsiteY231" fmla="*/ 1201960 h 1424940"/>
                  <a:gd name="connsiteX232" fmla="*/ 2623471 w 6095524"/>
                  <a:gd name="connsiteY232" fmla="*/ 1210056 h 1424940"/>
                  <a:gd name="connsiteX233" fmla="*/ 2684241 w 6095524"/>
                  <a:gd name="connsiteY233" fmla="*/ 1208151 h 1424940"/>
                  <a:gd name="connsiteX234" fmla="*/ 2712244 w 6095524"/>
                  <a:gd name="connsiteY234" fmla="*/ 1210056 h 1424940"/>
                  <a:gd name="connsiteX235" fmla="*/ 2728055 w 6095524"/>
                  <a:gd name="connsiteY235" fmla="*/ 1212914 h 1424940"/>
                  <a:gd name="connsiteX236" fmla="*/ 2763869 w 6095524"/>
                  <a:gd name="connsiteY236" fmla="*/ 1232821 h 1424940"/>
                  <a:gd name="connsiteX237" fmla="*/ 2783491 w 6095524"/>
                  <a:gd name="connsiteY237" fmla="*/ 1237298 h 1424940"/>
                  <a:gd name="connsiteX238" fmla="*/ 2842546 w 6095524"/>
                  <a:gd name="connsiteY238" fmla="*/ 1236917 h 1424940"/>
                  <a:gd name="connsiteX239" fmla="*/ 2931128 w 6095524"/>
                  <a:gd name="connsiteY239" fmla="*/ 1206913 h 1424940"/>
                  <a:gd name="connsiteX240" fmla="*/ 2940368 w 6095524"/>
                  <a:gd name="connsiteY240" fmla="*/ 1202912 h 1424940"/>
                  <a:gd name="connsiteX241" fmla="*/ 2985421 w 6095524"/>
                  <a:gd name="connsiteY241" fmla="*/ 1197959 h 1424940"/>
                  <a:gd name="connsiteX242" fmla="*/ 3015996 w 6095524"/>
                  <a:gd name="connsiteY242" fmla="*/ 1204722 h 1424940"/>
                  <a:gd name="connsiteX243" fmla="*/ 3057621 w 6095524"/>
                  <a:gd name="connsiteY243" fmla="*/ 1218724 h 1424940"/>
                  <a:gd name="connsiteX244" fmla="*/ 3095054 w 6095524"/>
                  <a:gd name="connsiteY244" fmla="*/ 1230440 h 1424940"/>
                  <a:gd name="connsiteX245" fmla="*/ 3122295 w 6095524"/>
                  <a:gd name="connsiteY245" fmla="*/ 1243679 h 1424940"/>
                  <a:gd name="connsiteX246" fmla="*/ 3184589 w 6095524"/>
                  <a:gd name="connsiteY246" fmla="*/ 1253395 h 1424940"/>
                  <a:gd name="connsiteX247" fmla="*/ 3191066 w 6095524"/>
                  <a:gd name="connsiteY247" fmla="*/ 1255014 h 1424940"/>
                  <a:gd name="connsiteX248" fmla="*/ 3237929 w 6095524"/>
                  <a:gd name="connsiteY248" fmla="*/ 1243203 h 1424940"/>
                  <a:gd name="connsiteX249" fmla="*/ 3294221 w 6095524"/>
                  <a:gd name="connsiteY249" fmla="*/ 1231202 h 1424940"/>
                  <a:gd name="connsiteX250" fmla="*/ 3314319 w 6095524"/>
                  <a:gd name="connsiteY250" fmla="*/ 1235297 h 1424940"/>
                  <a:gd name="connsiteX251" fmla="*/ 3341846 w 6095524"/>
                  <a:gd name="connsiteY251" fmla="*/ 1241108 h 1424940"/>
                  <a:gd name="connsiteX252" fmla="*/ 3367373 w 6095524"/>
                  <a:gd name="connsiteY252" fmla="*/ 1238060 h 1424940"/>
                  <a:gd name="connsiteX253" fmla="*/ 3382899 w 6095524"/>
                  <a:gd name="connsiteY253" fmla="*/ 1237774 h 1424940"/>
                  <a:gd name="connsiteX254" fmla="*/ 3453765 w 6095524"/>
                  <a:gd name="connsiteY254" fmla="*/ 1273397 h 1424940"/>
                  <a:gd name="connsiteX255" fmla="*/ 3471767 w 6095524"/>
                  <a:gd name="connsiteY255" fmla="*/ 1276350 h 1424940"/>
                  <a:gd name="connsiteX256" fmla="*/ 3481959 w 6095524"/>
                  <a:gd name="connsiteY256" fmla="*/ 1280732 h 1424940"/>
                  <a:gd name="connsiteX257" fmla="*/ 3543396 w 6095524"/>
                  <a:gd name="connsiteY257" fmla="*/ 1324928 h 1424940"/>
                  <a:gd name="connsiteX258" fmla="*/ 3569494 w 6095524"/>
                  <a:gd name="connsiteY258" fmla="*/ 1333881 h 1424940"/>
                  <a:gd name="connsiteX259" fmla="*/ 3598164 w 6095524"/>
                  <a:gd name="connsiteY259" fmla="*/ 1332071 h 1424940"/>
                  <a:gd name="connsiteX260" fmla="*/ 3614738 w 6095524"/>
                  <a:gd name="connsiteY260" fmla="*/ 1328833 h 1424940"/>
                  <a:gd name="connsiteX261" fmla="*/ 3655886 w 6095524"/>
                  <a:gd name="connsiteY261" fmla="*/ 1300734 h 1424940"/>
                  <a:gd name="connsiteX262" fmla="*/ 3679317 w 6095524"/>
                  <a:gd name="connsiteY262" fmla="*/ 1301687 h 1424940"/>
                  <a:gd name="connsiteX263" fmla="*/ 3715893 w 6095524"/>
                  <a:gd name="connsiteY263" fmla="*/ 1321022 h 1424940"/>
                  <a:gd name="connsiteX264" fmla="*/ 3782282 w 6095524"/>
                  <a:gd name="connsiteY264" fmla="*/ 1329690 h 1424940"/>
                  <a:gd name="connsiteX265" fmla="*/ 3816001 w 6095524"/>
                  <a:gd name="connsiteY265" fmla="*/ 1302639 h 1424940"/>
                  <a:gd name="connsiteX266" fmla="*/ 3833431 w 6095524"/>
                  <a:gd name="connsiteY266" fmla="*/ 1276636 h 1424940"/>
                  <a:gd name="connsiteX267" fmla="*/ 3883819 w 6095524"/>
                  <a:gd name="connsiteY267" fmla="*/ 1246442 h 1424940"/>
                  <a:gd name="connsiteX268" fmla="*/ 3895821 w 6095524"/>
                  <a:gd name="connsiteY268" fmla="*/ 1257681 h 1424940"/>
                  <a:gd name="connsiteX269" fmla="*/ 3932778 w 6095524"/>
                  <a:gd name="connsiteY269" fmla="*/ 1262444 h 1424940"/>
                  <a:gd name="connsiteX270" fmla="*/ 3972782 w 6095524"/>
                  <a:gd name="connsiteY270" fmla="*/ 1262063 h 1424940"/>
                  <a:gd name="connsiteX271" fmla="*/ 4042505 w 6095524"/>
                  <a:gd name="connsiteY271" fmla="*/ 1267111 h 1424940"/>
                  <a:gd name="connsiteX272" fmla="*/ 4088892 w 6095524"/>
                  <a:gd name="connsiteY272" fmla="*/ 1238250 h 1424940"/>
                  <a:gd name="connsiteX273" fmla="*/ 4106609 w 6095524"/>
                  <a:gd name="connsiteY273" fmla="*/ 1226344 h 1424940"/>
                  <a:gd name="connsiteX274" fmla="*/ 4123182 w 6095524"/>
                  <a:gd name="connsiteY274" fmla="*/ 1218724 h 1424940"/>
                  <a:gd name="connsiteX275" fmla="*/ 4142328 w 6095524"/>
                  <a:gd name="connsiteY275" fmla="*/ 1214438 h 1424940"/>
                  <a:gd name="connsiteX276" fmla="*/ 4188524 w 6095524"/>
                  <a:gd name="connsiteY276" fmla="*/ 1198245 h 1424940"/>
                  <a:gd name="connsiteX277" fmla="*/ 4213860 w 6095524"/>
                  <a:gd name="connsiteY277" fmla="*/ 1182338 h 1424940"/>
                  <a:gd name="connsiteX278" fmla="*/ 4270820 w 6095524"/>
                  <a:gd name="connsiteY278" fmla="*/ 1167003 h 1424940"/>
                  <a:gd name="connsiteX279" fmla="*/ 4309587 w 6095524"/>
                  <a:gd name="connsiteY279" fmla="*/ 1153287 h 1424940"/>
                  <a:gd name="connsiteX280" fmla="*/ 4350449 w 6095524"/>
                  <a:gd name="connsiteY280" fmla="*/ 1129665 h 1424940"/>
                  <a:gd name="connsiteX281" fmla="*/ 4356164 w 6095524"/>
                  <a:gd name="connsiteY281" fmla="*/ 1126046 h 1424940"/>
                  <a:gd name="connsiteX282" fmla="*/ 4369880 w 6095524"/>
                  <a:gd name="connsiteY282" fmla="*/ 1110520 h 1424940"/>
                  <a:gd name="connsiteX283" fmla="*/ 4389787 w 6095524"/>
                  <a:gd name="connsiteY283" fmla="*/ 1057085 h 1424940"/>
                  <a:gd name="connsiteX284" fmla="*/ 4395502 w 6095524"/>
                  <a:gd name="connsiteY284" fmla="*/ 1046226 h 1424940"/>
                  <a:gd name="connsiteX285" fmla="*/ 4447413 w 6095524"/>
                  <a:gd name="connsiteY285" fmla="*/ 1009650 h 1424940"/>
                  <a:gd name="connsiteX286" fmla="*/ 4466654 w 6095524"/>
                  <a:gd name="connsiteY286" fmla="*/ 1013079 h 1424940"/>
                  <a:gd name="connsiteX287" fmla="*/ 4487894 w 6095524"/>
                  <a:gd name="connsiteY287" fmla="*/ 1025081 h 1424940"/>
                  <a:gd name="connsiteX288" fmla="*/ 4534472 w 6095524"/>
                  <a:gd name="connsiteY288" fmla="*/ 1028224 h 1424940"/>
                  <a:gd name="connsiteX289" fmla="*/ 4551903 w 6095524"/>
                  <a:gd name="connsiteY289" fmla="*/ 1022033 h 1424940"/>
                  <a:gd name="connsiteX290" fmla="*/ 4582382 w 6095524"/>
                  <a:gd name="connsiteY290" fmla="*/ 1005364 h 1424940"/>
                  <a:gd name="connsiteX291" fmla="*/ 4605909 w 6095524"/>
                  <a:gd name="connsiteY291" fmla="*/ 979551 h 1424940"/>
                  <a:gd name="connsiteX292" fmla="*/ 4640104 w 6095524"/>
                  <a:gd name="connsiteY292" fmla="*/ 936879 h 1424940"/>
                  <a:gd name="connsiteX293" fmla="*/ 4705731 w 6095524"/>
                  <a:gd name="connsiteY293" fmla="*/ 920591 h 1424940"/>
                  <a:gd name="connsiteX294" fmla="*/ 4730973 w 6095524"/>
                  <a:gd name="connsiteY294" fmla="*/ 915162 h 1424940"/>
                  <a:gd name="connsiteX295" fmla="*/ 4822794 w 6095524"/>
                  <a:gd name="connsiteY295" fmla="*/ 892397 h 1424940"/>
                  <a:gd name="connsiteX296" fmla="*/ 4830794 w 6095524"/>
                  <a:gd name="connsiteY296" fmla="*/ 891635 h 1424940"/>
                  <a:gd name="connsiteX297" fmla="*/ 4894421 w 6095524"/>
                  <a:gd name="connsiteY297" fmla="*/ 865442 h 1424940"/>
                  <a:gd name="connsiteX298" fmla="*/ 4909756 w 6095524"/>
                  <a:gd name="connsiteY298" fmla="*/ 858964 h 1424940"/>
                  <a:gd name="connsiteX299" fmla="*/ 4928521 w 6095524"/>
                  <a:gd name="connsiteY299" fmla="*/ 842391 h 1424940"/>
                  <a:gd name="connsiteX300" fmla="*/ 4945857 w 6095524"/>
                  <a:gd name="connsiteY300" fmla="*/ 795623 h 1424940"/>
                  <a:gd name="connsiteX301" fmla="*/ 4966145 w 6095524"/>
                  <a:gd name="connsiteY301" fmla="*/ 774287 h 1424940"/>
                  <a:gd name="connsiteX302" fmla="*/ 4980909 w 6095524"/>
                  <a:gd name="connsiteY302" fmla="*/ 761333 h 1424940"/>
                  <a:gd name="connsiteX303" fmla="*/ 4993862 w 6095524"/>
                  <a:gd name="connsiteY303" fmla="*/ 741712 h 1424940"/>
                  <a:gd name="connsiteX304" fmla="*/ 5006816 w 6095524"/>
                  <a:gd name="connsiteY304" fmla="*/ 694754 h 1424940"/>
                  <a:gd name="connsiteX305" fmla="*/ 5026724 w 6095524"/>
                  <a:gd name="connsiteY305" fmla="*/ 653129 h 1424940"/>
                  <a:gd name="connsiteX306" fmla="*/ 5062538 w 6095524"/>
                  <a:gd name="connsiteY306" fmla="*/ 630079 h 1424940"/>
                  <a:gd name="connsiteX307" fmla="*/ 5084731 w 6095524"/>
                  <a:gd name="connsiteY307" fmla="*/ 617982 h 1424940"/>
                  <a:gd name="connsiteX308" fmla="*/ 5172647 w 6095524"/>
                  <a:gd name="connsiteY308" fmla="*/ 630174 h 1424940"/>
                  <a:gd name="connsiteX309" fmla="*/ 5232654 w 6095524"/>
                  <a:gd name="connsiteY309" fmla="*/ 642080 h 1424940"/>
                  <a:gd name="connsiteX310" fmla="*/ 5252371 w 6095524"/>
                  <a:gd name="connsiteY310" fmla="*/ 637508 h 1424940"/>
                  <a:gd name="connsiteX311" fmla="*/ 5308092 w 6095524"/>
                  <a:gd name="connsiteY311" fmla="*/ 598646 h 1424940"/>
                  <a:gd name="connsiteX312" fmla="*/ 5363147 w 6095524"/>
                  <a:gd name="connsiteY312" fmla="*/ 581311 h 1424940"/>
                  <a:gd name="connsiteX313" fmla="*/ 5404580 w 6095524"/>
                  <a:gd name="connsiteY313" fmla="*/ 576358 h 1424940"/>
                  <a:gd name="connsiteX314" fmla="*/ 5440203 w 6095524"/>
                  <a:gd name="connsiteY314" fmla="*/ 572548 h 1424940"/>
                  <a:gd name="connsiteX315" fmla="*/ 5482971 w 6095524"/>
                  <a:gd name="connsiteY315" fmla="*/ 561880 h 1424940"/>
                  <a:gd name="connsiteX316" fmla="*/ 5507165 w 6095524"/>
                  <a:gd name="connsiteY316" fmla="*/ 550259 h 1424940"/>
                  <a:gd name="connsiteX317" fmla="*/ 5545645 w 6095524"/>
                  <a:gd name="connsiteY317" fmla="*/ 533591 h 1424940"/>
                  <a:gd name="connsiteX318" fmla="*/ 5585079 w 6095524"/>
                  <a:gd name="connsiteY318" fmla="*/ 511969 h 1424940"/>
                  <a:gd name="connsiteX319" fmla="*/ 5615368 w 6095524"/>
                  <a:gd name="connsiteY319" fmla="*/ 481679 h 1424940"/>
                  <a:gd name="connsiteX320" fmla="*/ 5631656 w 6095524"/>
                  <a:gd name="connsiteY320" fmla="*/ 456152 h 1424940"/>
                  <a:gd name="connsiteX321" fmla="*/ 5679377 w 6095524"/>
                  <a:gd name="connsiteY321" fmla="*/ 419576 h 1424940"/>
                  <a:gd name="connsiteX322" fmla="*/ 5722525 w 6095524"/>
                  <a:gd name="connsiteY322" fmla="*/ 350615 h 1424940"/>
                  <a:gd name="connsiteX323" fmla="*/ 5749576 w 6095524"/>
                  <a:gd name="connsiteY323" fmla="*/ 321945 h 1424940"/>
                  <a:gd name="connsiteX324" fmla="*/ 5764911 w 6095524"/>
                  <a:gd name="connsiteY324" fmla="*/ 313849 h 1424940"/>
                  <a:gd name="connsiteX325" fmla="*/ 5791009 w 6095524"/>
                  <a:gd name="connsiteY325" fmla="*/ 293942 h 1424940"/>
                  <a:gd name="connsiteX326" fmla="*/ 5806440 w 6095524"/>
                  <a:gd name="connsiteY326" fmla="*/ 279178 h 1424940"/>
                  <a:gd name="connsiteX327" fmla="*/ 5848636 w 6095524"/>
                  <a:gd name="connsiteY327" fmla="*/ 224885 h 1424940"/>
                  <a:gd name="connsiteX328" fmla="*/ 5861590 w 6095524"/>
                  <a:gd name="connsiteY328" fmla="*/ 208788 h 1424940"/>
                  <a:gd name="connsiteX329" fmla="*/ 5888355 w 6095524"/>
                  <a:gd name="connsiteY329" fmla="*/ 181166 h 1424940"/>
                  <a:gd name="connsiteX330" fmla="*/ 5900071 w 6095524"/>
                  <a:gd name="connsiteY330" fmla="*/ 172784 h 1424940"/>
                  <a:gd name="connsiteX331" fmla="*/ 5920740 w 6095524"/>
                  <a:gd name="connsiteY331" fmla="*/ 150305 h 1424940"/>
                  <a:gd name="connsiteX332" fmla="*/ 5969985 w 6095524"/>
                  <a:gd name="connsiteY332" fmla="*/ 91345 h 1424940"/>
                  <a:gd name="connsiteX333" fmla="*/ 5991130 w 6095524"/>
                  <a:gd name="connsiteY333" fmla="*/ 58293 h 1424940"/>
                  <a:gd name="connsiteX334" fmla="*/ 6033325 w 6095524"/>
                  <a:gd name="connsiteY334" fmla="*/ 33909 h 1424940"/>
                  <a:gd name="connsiteX335" fmla="*/ 6054376 w 6095524"/>
                  <a:gd name="connsiteY335" fmla="*/ 20955 h 1424940"/>
                  <a:gd name="connsiteX336" fmla="*/ 6095524 w 6095524"/>
                  <a:gd name="connsiteY336" fmla="*/ 0 h 142494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  <a:cxn ang="0">
                    <a:pos x="connsiteX89" y="connsiteY89"/>
                  </a:cxn>
                  <a:cxn ang="0">
                    <a:pos x="connsiteX90" y="connsiteY90"/>
                  </a:cxn>
                  <a:cxn ang="0">
                    <a:pos x="connsiteX91" y="connsiteY91"/>
                  </a:cxn>
                  <a:cxn ang="0">
                    <a:pos x="connsiteX92" y="connsiteY92"/>
                  </a:cxn>
                  <a:cxn ang="0">
                    <a:pos x="connsiteX93" y="connsiteY93"/>
                  </a:cxn>
                  <a:cxn ang="0">
                    <a:pos x="connsiteX94" y="connsiteY94"/>
                  </a:cxn>
                  <a:cxn ang="0">
                    <a:pos x="connsiteX95" y="connsiteY95"/>
                  </a:cxn>
                  <a:cxn ang="0">
                    <a:pos x="connsiteX96" y="connsiteY96"/>
                  </a:cxn>
                  <a:cxn ang="0">
                    <a:pos x="connsiteX97" y="connsiteY97"/>
                  </a:cxn>
                  <a:cxn ang="0">
                    <a:pos x="connsiteX98" y="connsiteY98"/>
                  </a:cxn>
                  <a:cxn ang="0">
                    <a:pos x="connsiteX99" y="connsiteY99"/>
                  </a:cxn>
                  <a:cxn ang="0">
                    <a:pos x="connsiteX100" y="connsiteY100"/>
                  </a:cxn>
                  <a:cxn ang="0">
                    <a:pos x="connsiteX101" y="connsiteY101"/>
                  </a:cxn>
                  <a:cxn ang="0">
                    <a:pos x="connsiteX102" y="connsiteY102"/>
                  </a:cxn>
                  <a:cxn ang="0">
                    <a:pos x="connsiteX103" y="connsiteY103"/>
                  </a:cxn>
                  <a:cxn ang="0">
                    <a:pos x="connsiteX104" y="connsiteY104"/>
                  </a:cxn>
                  <a:cxn ang="0">
                    <a:pos x="connsiteX105" y="connsiteY105"/>
                  </a:cxn>
                  <a:cxn ang="0">
                    <a:pos x="connsiteX106" y="connsiteY106"/>
                  </a:cxn>
                  <a:cxn ang="0">
                    <a:pos x="connsiteX107" y="connsiteY107"/>
                  </a:cxn>
                  <a:cxn ang="0">
                    <a:pos x="connsiteX108" y="connsiteY108"/>
                  </a:cxn>
                  <a:cxn ang="0">
                    <a:pos x="connsiteX109" y="connsiteY109"/>
                  </a:cxn>
                  <a:cxn ang="0">
                    <a:pos x="connsiteX110" y="connsiteY110"/>
                  </a:cxn>
                  <a:cxn ang="0">
                    <a:pos x="connsiteX111" y="connsiteY111"/>
                  </a:cxn>
                  <a:cxn ang="0">
                    <a:pos x="connsiteX112" y="connsiteY112"/>
                  </a:cxn>
                  <a:cxn ang="0">
                    <a:pos x="connsiteX113" y="connsiteY113"/>
                  </a:cxn>
                  <a:cxn ang="0">
                    <a:pos x="connsiteX114" y="connsiteY114"/>
                  </a:cxn>
                  <a:cxn ang="0">
                    <a:pos x="connsiteX115" y="connsiteY115"/>
                  </a:cxn>
                  <a:cxn ang="0">
                    <a:pos x="connsiteX116" y="connsiteY116"/>
                  </a:cxn>
                  <a:cxn ang="0">
                    <a:pos x="connsiteX117" y="connsiteY117"/>
                  </a:cxn>
                  <a:cxn ang="0">
                    <a:pos x="connsiteX118" y="connsiteY118"/>
                  </a:cxn>
                  <a:cxn ang="0">
                    <a:pos x="connsiteX119" y="connsiteY119"/>
                  </a:cxn>
                  <a:cxn ang="0">
                    <a:pos x="connsiteX120" y="connsiteY120"/>
                  </a:cxn>
                  <a:cxn ang="0">
                    <a:pos x="connsiteX121" y="connsiteY121"/>
                  </a:cxn>
                  <a:cxn ang="0">
                    <a:pos x="connsiteX122" y="connsiteY122"/>
                  </a:cxn>
                  <a:cxn ang="0">
                    <a:pos x="connsiteX123" y="connsiteY123"/>
                  </a:cxn>
                  <a:cxn ang="0">
                    <a:pos x="connsiteX124" y="connsiteY124"/>
                  </a:cxn>
                  <a:cxn ang="0">
                    <a:pos x="connsiteX125" y="connsiteY125"/>
                  </a:cxn>
                  <a:cxn ang="0">
                    <a:pos x="connsiteX126" y="connsiteY126"/>
                  </a:cxn>
                  <a:cxn ang="0">
                    <a:pos x="connsiteX127" y="connsiteY127"/>
                  </a:cxn>
                  <a:cxn ang="0">
                    <a:pos x="connsiteX128" y="connsiteY128"/>
                  </a:cxn>
                  <a:cxn ang="0">
                    <a:pos x="connsiteX129" y="connsiteY129"/>
                  </a:cxn>
                  <a:cxn ang="0">
                    <a:pos x="connsiteX130" y="connsiteY130"/>
                  </a:cxn>
                  <a:cxn ang="0">
                    <a:pos x="connsiteX131" y="connsiteY131"/>
                  </a:cxn>
                  <a:cxn ang="0">
                    <a:pos x="connsiteX132" y="connsiteY132"/>
                  </a:cxn>
                  <a:cxn ang="0">
                    <a:pos x="connsiteX133" y="connsiteY133"/>
                  </a:cxn>
                  <a:cxn ang="0">
                    <a:pos x="connsiteX134" y="connsiteY134"/>
                  </a:cxn>
                  <a:cxn ang="0">
                    <a:pos x="connsiteX135" y="connsiteY135"/>
                  </a:cxn>
                  <a:cxn ang="0">
                    <a:pos x="connsiteX136" y="connsiteY136"/>
                  </a:cxn>
                  <a:cxn ang="0">
                    <a:pos x="connsiteX137" y="connsiteY137"/>
                  </a:cxn>
                  <a:cxn ang="0">
                    <a:pos x="connsiteX138" y="connsiteY138"/>
                  </a:cxn>
                  <a:cxn ang="0">
                    <a:pos x="connsiteX139" y="connsiteY139"/>
                  </a:cxn>
                  <a:cxn ang="0">
                    <a:pos x="connsiteX140" y="connsiteY140"/>
                  </a:cxn>
                  <a:cxn ang="0">
                    <a:pos x="connsiteX141" y="connsiteY141"/>
                  </a:cxn>
                  <a:cxn ang="0">
                    <a:pos x="connsiteX142" y="connsiteY142"/>
                  </a:cxn>
                  <a:cxn ang="0">
                    <a:pos x="connsiteX143" y="connsiteY143"/>
                  </a:cxn>
                  <a:cxn ang="0">
                    <a:pos x="connsiteX144" y="connsiteY144"/>
                  </a:cxn>
                  <a:cxn ang="0">
                    <a:pos x="connsiteX145" y="connsiteY145"/>
                  </a:cxn>
                  <a:cxn ang="0">
                    <a:pos x="connsiteX146" y="connsiteY146"/>
                  </a:cxn>
                  <a:cxn ang="0">
                    <a:pos x="connsiteX147" y="connsiteY147"/>
                  </a:cxn>
                  <a:cxn ang="0">
                    <a:pos x="connsiteX148" y="connsiteY148"/>
                  </a:cxn>
                  <a:cxn ang="0">
                    <a:pos x="connsiteX149" y="connsiteY149"/>
                  </a:cxn>
                  <a:cxn ang="0">
                    <a:pos x="connsiteX150" y="connsiteY150"/>
                  </a:cxn>
                  <a:cxn ang="0">
                    <a:pos x="connsiteX151" y="connsiteY151"/>
                  </a:cxn>
                  <a:cxn ang="0">
                    <a:pos x="connsiteX152" y="connsiteY152"/>
                  </a:cxn>
                  <a:cxn ang="0">
                    <a:pos x="connsiteX153" y="connsiteY153"/>
                  </a:cxn>
                  <a:cxn ang="0">
                    <a:pos x="connsiteX154" y="connsiteY154"/>
                  </a:cxn>
                  <a:cxn ang="0">
                    <a:pos x="connsiteX155" y="connsiteY155"/>
                  </a:cxn>
                  <a:cxn ang="0">
                    <a:pos x="connsiteX156" y="connsiteY156"/>
                  </a:cxn>
                  <a:cxn ang="0">
                    <a:pos x="connsiteX157" y="connsiteY157"/>
                  </a:cxn>
                  <a:cxn ang="0">
                    <a:pos x="connsiteX158" y="connsiteY158"/>
                  </a:cxn>
                  <a:cxn ang="0">
                    <a:pos x="connsiteX159" y="connsiteY159"/>
                  </a:cxn>
                  <a:cxn ang="0">
                    <a:pos x="connsiteX160" y="connsiteY160"/>
                  </a:cxn>
                  <a:cxn ang="0">
                    <a:pos x="connsiteX161" y="connsiteY161"/>
                  </a:cxn>
                  <a:cxn ang="0">
                    <a:pos x="connsiteX162" y="connsiteY162"/>
                  </a:cxn>
                  <a:cxn ang="0">
                    <a:pos x="connsiteX163" y="connsiteY163"/>
                  </a:cxn>
                  <a:cxn ang="0">
                    <a:pos x="connsiteX164" y="connsiteY164"/>
                  </a:cxn>
                  <a:cxn ang="0">
                    <a:pos x="connsiteX165" y="connsiteY165"/>
                  </a:cxn>
                  <a:cxn ang="0">
                    <a:pos x="connsiteX166" y="connsiteY166"/>
                  </a:cxn>
                  <a:cxn ang="0">
                    <a:pos x="connsiteX167" y="connsiteY167"/>
                  </a:cxn>
                  <a:cxn ang="0">
                    <a:pos x="connsiteX168" y="connsiteY168"/>
                  </a:cxn>
                  <a:cxn ang="0">
                    <a:pos x="connsiteX169" y="connsiteY169"/>
                  </a:cxn>
                  <a:cxn ang="0">
                    <a:pos x="connsiteX170" y="connsiteY170"/>
                  </a:cxn>
                  <a:cxn ang="0">
                    <a:pos x="connsiteX171" y="connsiteY171"/>
                  </a:cxn>
                  <a:cxn ang="0">
                    <a:pos x="connsiteX172" y="connsiteY172"/>
                  </a:cxn>
                  <a:cxn ang="0">
                    <a:pos x="connsiteX173" y="connsiteY173"/>
                  </a:cxn>
                  <a:cxn ang="0">
                    <a:pos x="connsiteX174" y="connsiteY174"/>
                  </a:cxn>
                  <a:cxn ang="0">
                    <a:pos x="connsiteX175" y="connsiteY175"/>
                  </a:cxn>
                  <a:cxn ang="0">
                    <a:pos x="connsiteX176" y="connsiteY176"/>
                  </a:cxn>
                  <a:cxn ang="0">
                    <a:pos x="connsiteX177" y="connsiteY177"/>
                  </a:cxn>
                  <a:cxn ang="0">
                    <a:pos x="connsiteX178" y="connsiteY178"/>
                  </a:cxn>
                  <a:cxn ang="0">
                    <a:pos x="connsiteX179" y="connsiteY179"/>
                  </a:cxn>
                  <a:cxn ang="0">
                    <a:pos x="connsiteX180" y="connsiteY180"/>
                  </a:cxn>
                  <a:cxn ang="0">
                    <a:pos x="connsiteX181" y="connsiteY181"/>
                  </a:cxn>
                  <a:cxn ang="0">
                    <a:pos x="connsiteX182" y="connsiteY182"/>
                  </a:cxn>
                  <a:cxn ang="0">
                    <a:pos x="connsiteX183" y="connsiteY183"/>
                  </a:cxn>
                  <a:cxn ang="0">
                    <a:pos x="connsiteX184" y="connsiteY184"/>
                  </a:cxn>
                  <a:cxn ang="0">
                    <a:pos x="connsiteX185" y="connsiteY185"/>
                  </a:cxn>
                  <a:cxn ang="0">
                    <a:pos x="connsiteX186" y="connsiteY186"/>
                  </a:cxn>
                  <a:cxn ang="0">
                    <a:pos x="connsiteX187" y="connsiteY187"/>
                  </a:cxn>
                  <a:cxn ang="0">
                    <a:pos x="connsiteX188" y="connsiteY188"/>
                  </a:cxn>
                  <a:cxn ang="0">
                    <a:pos x="connsiteX189" y="connsiteY189"/>
                  </a:cxn>
                  <a:cxn ang="0">
                    <a:pos x="connsiteX190" y="connsiteY190"/>
                  </a:cxn>
                  <a:cxn ang="0">
                    <a:pos x="connsiteX191" y="connsiteY191"/>
                  </a:cxn>
                  <a:cxn ang="0">
                    <a:pos x="connsiteX192" y="connsiteY192"/>
                  </a:cxn>
                  <a:cxn ang="0">
                    <a:pos x="connsiteX193" y="connsiteY193"/>
                  </a:cxn>
                  <a:cxn ang="0">
                    <a:pos x="connsiteX194" y="connsiteY194"/>
                  </a:cxn>
                  <a:cxn ang="0">
                    <a:pos x="connsiteX195" y="connsiteY195"/>
                  </a:cxn>
                  <a:cxn ang="0">
                    <a:pos x="connsiteX196" y="connsiteY196"/>
                  </a:cxn>
                  <a:cxn ang="0">
                    <a:pos x="connsiteX197" y="connsiteY197"/>
                  </a:cxn>
                  <a:cxn ang="0">
                    <a:pos x="connsiteX198" y="connsiteY198"/>
                  </a:cxn>
                  <a:cxn ang="0">
                    <a:pos x="connsiteX199" y="connsiteY199"/>
                  </a:cxn>
                  <a:cxn ang="0">
                    <a:pos x="connsiteX200" y="connsiteY200"/>
                  </a:cxn>
                  <a:cxn ang="0">
                    <a:pos x="connsiteX201" y="connsiteY201"/>
                  </a:cxn>
                  <a:cxn ang="0">
                    <a:pos x="connsiteX202" y="connsiteY202"/>
                  </a:cxn>
                  <a:cxn ang="0">
                    <a:pos x="connsiteX203" y="connsiteY203"/>
                  </a:cxn>
                  <a:cxn ang="0">
                    <a:pos x="connsiteX204" y="connsiteY204"/>
                  </a:cxn>
                  <a:cxn ang="0">
                    <a:pos x="connsiteX205" y="connsiteY205"/>
                  </a:cxn>
                  <a:cxn ang="0">
                    <a:pos x="connsiteX206" y="connsiteY206"/>
                  </a:cxn>
                  <a:cxn ang="0">
                    <a:pos x="connsiteX207" y="connsiteY207"/>
                  </a:cxn>
                  <a:cxn ang="0">
                    <a:pos x="connsiteX208" y="connsiteY208"/>
                  </a:cxn>
                  <a:cxn ang="0">
                    <a:pos x="connsiteX209" y="connsiteY209"/>
                  </a:cxn>
                  <a:cxn ang="0">
                    <a:pos x="connsiteX210" y="connsiteY210"/>
                  </a:cxn>
                  <a:cxn ang="0">
                    <a:pos x="connsiteX211" y="connsiteY211"/>
                  </a:cxn>
                  <a:cxn ang="0">
                    <a:pos x="connsiteX212" y="connsiteY212"/>
                  </a:cxn>
                  <a:cxn ang="0">
                    <a:pos x="connsiteX213" y="connsiteY213"/>
                  </a:cxn>
                  <a:cxn ang="0">
                    <a:pos x="connsiteX214" y="connsiteY214"/>
                  </a:cxn>
                  <a:cxn ang="0">
                    <a:pos x="connsiteX215" y="connsiteY215"/>
                  </a:cxn>
                  <a:cxn ang="0">
                    <a:pos x="connsiteX216" y="connsiteY216"/>
                  </a:cxn>
                  <a:cxn ang="0">
                    <a:pos x="connsiteX217" y="connsiteY217"/>
                  </a:cxn>
                  <a:cxn ang="0">
                    <a:pos x="connsiteX218" y="connsiteY218"/>
                  </a:cxn>
                  <a:cxn ang="0">
                    <a:pos x="connsiteX219" y="connsiteY219"/>
                  </a:cxn>
                  <a:cxn ang="0">
                    <a:pos x="connsiteX220" y="connsiteY220"/>
                  </a:cxn>
                  <a:cxn ang="0">
                    <a:pos x="connsiteX221" y="connsiteY221"/>
                  </a:cxn>
                  <a:cxn ang="0">
                    <a:pos x="connsiteX222" y="connsiteY222"/>
                  </a:cxn>
                  <a:cxn ang="0">
                    <a:pos x="connsiteX223" y="connsiteY223"/>
                  </a:cxn>
                  <a:cxn ang="0">
                    <a:pos x="connsiteX224" y="connsiteY224"/>
                  </a:cxn>
                  <a:cxn ang="0">
                    <a:pos x="connsiteX225" y="connsiteY225"/>
                  </a:cxn>
                  <a:cxn ang="0">
                    <a:pos x="connsiteX226" y="connsiteY226"/>
                  </a:cxn>
                  <a:cxn ang="0">
                    <a:pos x="connsiteX227" y="connsiteY227"/>
                  </a:cxn>
                  <a:cxn ang="0">
                    <a:pos x="connsiteX228" y="connsiteY228"/>
                  </a:cxn>
                  <a:cxn ang="0">
                    <a:pos x="connsiteX229" y="connsiteY229"/>
                  </a:cxn>
                  <a:cxn ang="0">
                    <a:pos x="connsiteX230" y="connsiteY230"/>
                  </a:cxn>
                  <a:cxn ang="0">
                    <a:pos x="connsiteX231" y="connsiteY231"/>
                  </a:cxn>
                  <a:cxn ang="0">
                    <a:pos x="connsiteX232" y="connsiteY232"/>
                  </a:cxn>
                  <a:cxn ang="0">
                    <a:pos x="connsiteX233" y="connsiteY233"/>
                  </a:cxn>
                  <a:cxn ang="0">
                    <a:pos x="connsiteX234" y="connsiteY234"/>
                  </a:cxn>
                  <a:cxn ang="0">
                    <a:pos x="connsiteX235" y="connsiteY235"/>
                  </a:cxn>
                  <a:cxn ang="0">
                    <a:pos x="connsiteX236" y="connsiteY236"/>
                  </a:cxn>
                  <a:cxn ang="0">
                    <a:pos x="connsiteX237" y="connsiteY237"/>
                  </a:cxn>
                  <a:cxn ang="0">
                    <a:pos x="connsiteX238" y="connsiteY238"/>
                  </a:cxn>
                  <a:cxn ang="0">
                    <a:pos x="connsiteX239" y="connsiteY239"/>
                  </a:cxn>
                  <a:cxn ang="0">
                    <a:pos x="connsiteX240" y="connsiteY240"/>
                  </a:cxn>
                  <a:cxn ang="0">
                    <a:pos x="connsiteX241" y="connsiteY241"/>
                  </a:cxn>
                  <a:cxn ang="0">
                    <a:pos x="connsiteX242" y="connsiteY242"/>
                  </a:cxn>
                  <a:cxn ang="0">
                    <a:pos x="connsiteX243" y="connsiteY243"/>
                  </a:cxn>
                  <a:cxn ang="0">
                    <a:pos x="connsiteX244" y="connsiteY244"/>
                  </a:cxn>
                  <a:cxn ang="0">
                    <a:pos x="connsiteX245" y="connsiteY245"/>
                  </a:cxn>
                  <a:cxn ang="0">
                    <a:pos x="connsiteX246" y="connsiteY246"/>
                  </a:cxn>
                  <a:cxn ang="0">
                    <a:pos x="connsiteX247" y="connsiteY247"/>
                  </a:cxn>
                  <a:cxn ang="0">
                    <a:pos x="connsiteX248" y="connsiteY248"/>
                  </a:cxn>
                  <a:cxn ang="0">
                    <a:pos x="connsiteX249" y="connsiteY249"/>
                  </a:cxn>
                  <a:cxn ang="0">
                    <a:pos x="connsiteX250" y="connsiteY250"/>
                  </a:cxn>
                  <a:cxn ang="0">
                    <a:pos x="connsiteX251" y="connsiteY251"/>
                  </a:cxn>
                  <a:cxn ang="0">
                    <a:pos x="connsiteX252" y="connsiteY252"/>
                  </a:cxn>
                  <a:cxn ang="0">
                    <a:pos x="connsiteX253" y="connsiteY253"/>
                  </a:cxn>
                  <a:cxn ang="0">
                    <a:pos x="connsiteX254" y="connsiteY254"/>
                  </a:cxn>
                  <a:cxn ang="0">
                    <a:pos x="connsiteX255" y="connsiteY255"/>
                  </a:cxn>
                  <a:cxn ang="0">
                    <a:pos x="connsiteX256" y="connsiteY256"/>
                  </a:cxn>
                  <a:cxn ang="0">
                    <a:pos x="connsiteX257" y="connsiteY257"/>
                  </a:cxn>
                  <a:cxn ang="0">
                    <a:pos x="connsiteX258" y="connsiteY258"/>
                  </a:cxn>
                  <a:cxn ang="0">
                    <a:pos x="connsiteX259" y="connsiteY259"/>
                  </a:cxn>
                  <a:cxn ang="0">
                    <a:pos x="connsiteX260" y="connsiteY260"/>
                  </a:cxn>
                  <a:cxn ang="0">
                    <a:pos x="connsiteX261" y="connsiteY261"/>
                  </a:cxn>
                  <a:cxn ang="0">
                    <a:pos x="connsiteX262" y="connsiteY262"/>
                  </a:cxn>
                  <a:cxn ang="0">
                    <a:pos x="connsiteX263" y="connsiteY263"/>
                  </a:cxn>
                  <a:cxn ang="0">
                    <a:pos x="connsiteX264" y="connsiteY264"/>
                  </a:cxn>
                  <a:cxn ang="0">
                    <a:pos x="connsiteX265" y="connsiteY265"/>
                  </a:cxn>
                  <a:cxn ang="0">
                    <a:pos x="connsiteX266" y="connsiteY266"/>
                  </a:cxn>
                  <a:cxn ang="0">
                    <a:pos x="connsiteX267" y="connsiteY267"/>
                  </a:cxn>
                  <a:cxn ang="0">
                    <a:pos x="connsiteX268" y="connsiteY268"/>
                  </a:cxn>
                  <a:cxn ang="0">
                    <a:pos x="connsiteX269" y="connsiteY269"/>
                  </a:cxn>
                  <a:cxn ang="0">
                    <a:pos x="connsiteX270" y="connsiteY270"/>
                  </a:cxn>
                  <a:cxn ang="0">
                    <a:pos x="connsiteX271" y="connsiteY271"/>
                  </a:cxn>
                  <a:cxn ang="0">
                    <a:pos x="connsiteX272" y="connsiteY272"/>
                  </a:cxn>
                  <a:cxn ang="0">
                    <a:pos x="connsiteX273" y="connsiteY273"/>
                  </a:cxn>
                  <a:cxn ang="0">
                    <a:pos x="connsiteX274" y="connsiteY274"/>
                  </a:cxn>
                  <a:cxn ang="0">
                    <a:pos x="connsiteX275" y="connsiteY275"/>
                  </a:cxn>
                  <a:cxn ang="0">
                    <a:pos x="connsiteX276" y="connsiteY276"/>
                  </a:cxn>
                  <a:cxn ang="0">
                    <a:pos x="connsiteX277" y="connsiteY277"/>
                  </a:cxn>
                  <a:cxn ang="0">
                    <a:pos x="connsiteX278" y="connsiteY278"/>
                  </a:cxn>
                  <a:cxn ang="0">
                    <a:pos x="connsiteX279" y="connsiteY279"/>
                  </a:cxn>
                  <a:cxn ang="0">
                    <a:pos x="connsiteX280" y="connsiteY280"/>
                  </a:cxn>
                  <a:cxn ang="0">
                    <a:pos x="connsiteX281" y="connsiteY281"/>
                  </a:cxn>
                  <a:cxn ang="0">
                    <a:pos x="connsiteX282" y="connsiteY282"/>
                  </a:cxn>
                  <a:cxn ang="0">
                    <a:pos x="connsiteX283" y="connsiteY283"/>
                  </a:cxn>
                  <a:cxn ang="0">
                    <a:pos x="connsiteX284" y="connsiteY284"/>
                  </a:cxn>
                  <a:cxn ang="0">
                    <a:pos x="connsiteX285" y="connsiteY285"/>
                  </a:cxn>
                  <a:cxn ang="0">
                    <a:pos x="connsiteX286" y="connsiteY286"/>
                  </a:cxn>
                  <a:cxn ang="0">
                    <a:pos x="connsiteX287" y="connsiteY287"/>
                  </a:cxn>
                  <a:cxn ang="0">
                    <a:pos x="connsiteX288" y="connsiteY288"/>
                  </a:cxn>
                  <a:cxn ang="0">
                    <a:pos x="connsiteX289" y="connsiteY289"/>
                  </a:cxn>
                  <a:cxn ang="0">
                    <a:pos x="connsiteX290" y="connsiteY290"/>
                  </a:cxn>
                  <a:cxn ang="0">
                    <a:pos x="connsiteX291" y="connsiteY291"/>
                  </a:cxn>
                  <a:cxn ang="0">
                    <a:pos x="connsiteX292" y="connsiteY292"/>
                  </a:cxn>
                  <a:cxn ang="0">
                    <a:pos x="connsiteX293" y="connsiteY293"/>
                  </a:cxn>
                  <a:cxn ang="0">
                    <a:pos x="connsiteX294" y="connsiteY294"/>
                  </a:cxn>
                  <a:cxn ang="0">
                    <a:pos x="connsiteX295" y="connsiteY295"/>
                  </a:cxn>
                  <a:cxn ang="0">
                    <a:pos x="connsiteX296" y="connsiteY296"/>
                  </a:cxn>
                  <a:cxn ang="0">
                    <a:pos x="connsiteX297" y="connsiteY297"/>
                  </a:cxn>
                  <a:cxn ang="0">
                    <a:pos x="connsiteX298" y="connsiteY298"/>
                  </a:cxn>
                  <a:cxn ang="0">
                    <a:pos x="connsiteX299" y="connsiteY299"/>
                  </a:cxn>
                  <a:cxn ang="0">
                    <a:pos x="connsiteX300" y="connsiteY300"/>
                  </a:cxn>
                  <a:cxn ang="0">
                    <a:pos x="connsiteX301" y="connsiteY301"/>
                  </a:cxn>
                  <a:cxn ang="0">
                    <a:pos x="connsiteX302" y="connsiteY302"/>
                  </a:cxn>
                  <a:cxn ang="0">
                    <a:pos x="connsiteX303" y="connsiteY303"/>
                  </a:cxn>
                  <a:cxn ang="0">
                    <a:pos x="connsiteX304" y="connsiteY304"/>
                  </a:cxn>
                  <a:cxn ang="0">
                    <a:pos x="connsiteX305" y="connsiteY305"/>
                  </a:cxn>
                  <a:cxn ang="0">
                    <a:pos x="connsiteX306" y="connsiteY306"/>
                  </a:cxn>
                  <a:cxn ang="0">
                    <a:pos x="connsiteX307" y="connsiteY307"/>
                  </a:cxn>
                  <a:cxn ang="0">
                    <a:pos x="connsiteX308" y="connsiteY308"/>
                  </a:cxn>
                  <a:cxn ang="0">
                    <a:pos x="connsiteX309" y="connsiteY309"/>
                  </a:cxn>
                  <a:cxn ang="0">
                    <a:pos x="connsiteX310" y="connsiteY310"/>
                  </a:cxn>
                  <a:cxn ang="0">
                    <a:pos x="connsiteX311" y="connsiteY311"/>
                  </a:cxn>
                  <a:cxn ang="0">
                    <a:pos x="connsiteX312" y="connsiteY312"/>
                  </a:cxn>
                  <a:cxn ang="0">
                    <a:pos x="connsiteX313" y="connsiteY313"/>
                  </a:cxn>
                  <a:cxn ang="0">
                    <a:pos x="connsiteX314" y="connsiteY314"/>
                  </a:cxn>
                  <a:cxn ang="0">
                    <a:pos x="connsiteX315" y="connsiteY315"/>
                  </a:cxn>
                  <a:cxn ang="0">
                    <a:pos x="connsiteX316" y="connsiteY316"/>
                  </a:cxn>
                  <a:cxn ang="0">
                    <a:pos x="connsiteX317" y="connsiteY317"/>
                  </a:cxn>
                  <a:cxn ang="0">
                    <a:pos x="connsiteX318" y="connsiteY318"/>
                  </a:cxn>
                  <a:cxn ang="0">
                    <a:pos x="connsiteX319" y="connsiteY319"/>
                  </a:cxn>
                  <a:cxn ang="0">
                    <a:pos x="connsiteX320" y="connsiteY320"/>
                  </a:cxn>
                  <a:cxn ang="0">
                    <a:pos x="connsiteX321" y="connsiteY321"/>
                  </a:cxn>
                  <a:cxn ang="0">
                    <a:pos x="connsiteX322" y="connsiteY322"/>
                  </a:cxn>
                  <a:cxn ang="0">
                    <a:pos x="connsiteX323" y="connsiteY323"/>
                  </a:cxn>
                  <a:cxn ang="0">
                    <a:pos x="connsiteX324" y="connsiteY324"/>
                  </a:cxn>
                  <a:cxn ang="0">
                    <a:pos x="connsiteX325" y="connsiteY325"/>
                  </a:cxn>
                  <a:cxn ang="0">
                    <a:pos x="connsiteX326" y="connsiteY326"/>
                  </a:cxn>
                  <a:cxn ang="0">
                    <a:pos x="connsiteX327" y="connsiteY327"/>
                  </a:cxn>
                  <a:cxn ang="0">
                    <a:pos x="connsiteX328" y="connsiteY328"/>
                  </a:cxn>
                  <a:cxn ang="0">
                    <a:pos x="connsiteX329" y="connsiteY329"/>
                  </a:cxn>
                  <a:cxn ang="0">
                    <a:pos x="connsiteX330" y="connsiteY330"/>
                  </a:cxn>
                  <a:cxn ang="0">
                    <a:pos x="connsiteX331" y="connsiteY331"/>
                  </a:cxn>
                  <a:cxn ang="0">
                    <a:pos x="connsiteX332" y="connsiteY332"/>
                  </a:cxn>
                  <a:cxn ang="0">
                    <a:pos x="connsiteX333" y="connsiteY333"/>
                  </a:cxn>
                  <a:cxn ang="0">
                    <a:pos x="connsiteX334" y="connsiteY334"/>
                  </a:cxn>
                  <a:cxn ang="0">
                    <a:pos x="connsiteX335" y="connsiteY335"/>
                  </a:cxn>
                  <a:cxn ang="0">
                    <a:pos x="connsiteX336" y="connsiteY336"/>
                  </a:cxn>
                </a:cxnLst>
                <a:rect l="l" t="t" r="r" b="b"/>
                <a:pathLst>
                  <a:path w="6095524" h="1424940">
                    <a:moveTo>
                      <a:pt x="6095524" y="0"/>
                    </a:moveTo>
                    <a:cubicBezTo>
                      <a:pt x="6095524" y="7811"/>
                      <a:pt x="6095524" y="12573"/>
                      <a:pt x="6095524" y="17431"/>
                    </a:cubicBezTo>
                    <a:lnTo>
                      <a:pt x="6095524" y="216290"/>
                    </a:lnTo>
                    <a:lnTo>
                      <a:pt x="6079998" y="230600"/>
                    </a:lnTo>
                    <a:cubicBezTo>
                      <a:pt x="6058567" y="241363"/>
                      <a:pt x="6035706" y="251079"/>
                      <a:pt x="6012751" y="260699"/>
                    </a:cubicBezTo>
                    <a:cubicBezTo>
                      <a:pt x="6006084" y="263462"/>
                      <a:pt x="5998749" y="264986"/>
                      <a:pt x="5992749" y="268700"/>
                    </a:cubicBezTo>
                    <a:cubicBezTo>
                      <a:pt x="5965126" y="285655"/>
                      <a:pt x="5938361" y="303943"/>
                      <a:pt x="5910358" y="320231"/>
                    </a:cubicBezTo>
                    <a:cubicBezTo>
                      <a:pt x="5881497" y="337090"/>
                      <a:pt x="5855684" y="356997"/>
                      <a:pt x="5835777" y="383953"/>
                    </a:cubicBezTo>
                    <a:cubicBezTo>
                      <a:pt x="5817298" y="409004"/>
                      <a:pt x="5799391" y="434435"/>
                      <a:pt x="5781008" y="459581"/>
                    </a:cubicBezTo>
                    <a:cubicBezTo>
                      <a:pt x="5776341" y="465963"/>
                      <a:pt x="5772054" y="473488"/>
                      <a:pt x="5765673" y="477584"/>
                    </a:cubicBezTo>
                    <a:cubicBezTo>
                      <a:pt x="5752433" y="486156"/>
                      <a:pt x="5737955" y="493109"/>
                      <a:pt x="5723763" y="500158"/>
                    </a:cubicBezTo>
                    <a:cubicBezTo>
                      <a:pt x="5711571" y="506159"/>
                      <a:pt x="5698617" y="510635"/>
                      <a:pt x="5686711" y="517112"/>
                    </a:cubicBezTo>
                    <a:cubicBezTo>
                      <a:pt x="5677186" y="522256"/>
                      <a:pt x="5668708" y="529400"/>
                      <a:pt x="5659850" y="535877"/>
                    </a:cubicBezTo>
                    <a:cubicBezTo>
                      <a:pt x="5652135" y="541496"/>
                      <a:pt x="5643658" y="546354"/>
                      <a:pt x="5637181" y="553117"/>
                    </a:cubicBezTo>
                    <a:cubicBezTo>
                      <a:pt x="5621369" y="569500"/>
                      <a:pt x="5605462" y="585597"/>
                      <a:pt x="5585841" y="597694"/>
                    </a:cubicBezTo>
                    <a:cubicBezTo>
                      <a:pt x="5566505" y="609695"/>
                      <a:pt x="5548217" y="623126"/>
                      <a:pt x="5528977" y="635318"/>
                    </a:cubicBezTo>
                    <a:cubicBezTo>
                      <a:pt x="5510117" y="647224"/>
                      <a:pt x="5493067" y="660273"/>
                      <a:pt x="5483256" y="681419"/>
                    </a:cubicBezTo>
                    <a:cubicBezTo>
                      <a:pt x="5478875" y="690753"/>
                      <a:pt x="5472684" y="700945"/>
                      <a:pt x="5464397" y="706374"/>
                    </a:cubicBezTo>
                    <a:cubicBezTo>
                      <a:pt x="5452586" y="714089"/>
                      <a:pt x="5437632" y="716852"/>
                      <a:pt x="5424773" y="723424"/>
                    </a:cubicBezTo>
                    <a:cubicBezTo>
                      <a:pt x="5409628" y="731139"/>
                      <a:pt x="5392103" y="737807"/>
                      <a:pt x="5381815" y="750094"/>
                    </a:cubicBezTo>
                    <a:cubicBezTo>
                      <a:pt x="5372671" y="761048"/>
                      <a:pt x="5363432" y="769620"/>
                      <a:pt x="5351335" y="776573"/>
                    </a:cubicBezTo>
                    <a:cubicBezTo>
                      <a:pt x="5342858" y="781431"/>
                      <a:pt x="5336572" y="790289"/>
                      <a:pt x="5327809" y="794290"/>
                    </a:cubicBezTo>
                    <a:cubicBezTo>
                      <a:pt x="5316284" y="799624"/>
                      <a:pt x="5304663" y="803815"/>
                      <a:pt x="5294566" y="812102"/>
                    </a:cubicBezTo>
                    <a:cubicBezTo>
                      <a:pt x="5284089" y="820674"/>
                      <a:pt x="5272183" y="827437"/>
                      <a:pt x="5261229" y="835438"/>
                    </a:cubicBezTo>
                    <a:cubicBezTo>
                      <a:pt x="5255419" y="839724"/>
                      <a:pt x="5250656" y="845344"/>
                      <a:pt x="5245037" y="849821"/>
                    </a:cubicBezTo>
                    <a:cubicBezTo>
                      <a:pt x="5234750" y="858012"/>
                      <a:pt x="5224272" y="866013"/>
                      <a:pt x="5213699" y="873728"/>
                    </a:cubicBezTo>
                    <a:cubicBezTo>
                      <a:pt x="5203127" y="881444"/>
                      <a:pt x="5193030" y="890397"/>
                      <a:pt x="5181409" y="896017"/>
                    </a:cubicBezTo>
                    <a:cubicBezTo>
                      <a:pt x="5161598" y="905542"/>
                      <a:pt x="5139976" y="911257"/>
                      <a:pt x="5120735" y="921544"/>
                    </a:cubicBezTo>
                    <a:cubicBezTo>
                      <a:pt x="5101209" y="932021"/>
                      <a:pt x="5082826" y="945166"/>
                      <a:pt x="5065490" y="959072"/>
                    </a:cubicBezTo>
                    <a:cubicBezTo>
                      <a:pt x="5051774" y="970026"/>
                      <a:pt x="5038916" y="980885"/>
                      <a:pt x="5021675" y="986504"/>
                    </a:cubicBezTo>
                    <a:cubicBezTo>
                      <a:pt x="5012055" y="989648"/>
                      <a:pt x="5001959" y="996506"/>
                      <a:pt x="4996148" y="1004507"/>
                    </a:cubicBezTo>
                    <a:cubicBezTo>
                      <a:pt x="4983575" y="1021937"/>
                      <a:pt x="4967478" y="1034225"/>
                      <a:pt x="4949285" y="1044702"/>
                    </a:cubicBezTo>
                    <a:cubicBezTo>
                      <a:pt x="4924996" y="1058799"/>
                      <a:pt x="4900993" y="1073182"/>
                      <a:pt x="4876609" y="1086993"/>
                    </a:cubicBezTo>
                    <a:cubicBezTo>
                      <a:pt x="4862227" y="1095185"/>
                      <a:pt x="4847940" y="1103852"/>
                      <a:pt x="4832699" y="1109853"/>
                    </a:cubicBezTo>
                    <a:cubicBezTo>
                      <a:pt x="4801553" y="1122236"/>
                      <a:pt x="4769644" y="1132808"/>
                      <a:pt x="4738211" y="1144334"/>
                    </a:cubicBezTo>
                    <a:cubicBezTo>
                      <a:pt x="4727924" y="1148048"/>
                      <a:pt x="4718209" y="1153382"/>
                      <a:pt x="4707731" y="1156621"/>
                    </a:cubicBezTo>
                    <a:cubicBezTo>
                      <a:pt x="4696396" y="1160145"/>
                      <a:pt x="4684205" y="1161193"/>
                      <a:pt x="4672870" y="1164717"/>
                    </a:cubicBezTo>
                    <a:cubicBezTo>
                      <a:pt x="4654010" y="1170527"/>
                      <a:pt x="4635722" y="1177957"/>
                      <a:pt x="4616863" y="1183862"/>
                    </a:cubicBezTo>
                    <a:cubicBezTo>
                      <a:pt x="4580477" y="1195197"/>
                      <a:pt x="4543996" y="1206056"/>
                      <a:pt x="4507516" y="1216819"/>
                    </a:cubicBezTo>
                    <a:cubicBezTo>
                      <a:pt x="4499706" y="1219105"/>
                      <a:pt x="4491228" y="1219391"/>
                      <a:pt x="4483513" y="1221867"/>
                    </a:cubicBezTo>
                    <a:cubicBezTo>
                      <a:pt x="4463034" y="1228535"/>
                      <a:pt x="4442650" y="1235773"/>
                      <a:pt x="4422362" y="1243108"/>
                    </a:cubicBezTo>
                    <a:cubicBezTo>
                      <a:pt x="4410075" y="1247585"/>
                      <a:pt x="4398073" y="1253109"/>
                      <a:pt x="4385691" y="1257395"/>
                    </a:cubicBezTo>
                    <a:cubicBezTo>
                      <a:pt x="4375785" y="1260824"/>
                      <a:pt x="4365593" y="1263491"/>
                      <a:pt x="4355306" y="1265587"/>
                    </a:cubicBezTo>
                    <a:cubicBezTo>
                      <a:pt x="4346448" y="1267397"/>
                      <a:pt x="4337209" y="1267206"/>
                      <a:pt x="4328446" y="1269397"/>
                    </a:cubicBezTo>
                    <a:cubicBezTo>
                      <a:pt x="4304728" y="1275302"/>
                      <a:pt x="4281297" y="1281970"/>
                      <a:pt x="4257770" y="1288256"/>
                    </a:cubicBezTo>
                    <a:cubicBezTo>
                      <a:pt x="4248341" y="1290733"/>
                      <a:pt x="4238720" y="1292543"/>
                      <a:pt x="4229576" y="1295686"/>
                    </a:cubicBezTo>
                    <a:cubicBezTo>
                      <a:pt x="4205097" y="1303973"/>
                      <a:pt x="4180999" y="1313402"/>
                      <a:pt x="4156424" y="1321213"/>
                    </a:cubicBezTo>
                    <a:cubicBezTo>
                      <a:pt x="4136041" y="1327690"/>
                      <a:pt x="4115086" y="1332357"/>
                      <a:pt x="4094416" y="1338072"/>
                    </a:cubicBezTo>
                    <a:cubicBezTo>
                      <a:pt x="4085653" y="1340549"/>
                      <a:pt x="4077271" y="1344073"/>
                      <a:pt x="4068509" y="1346168"/>
                    </a:cubicBezTo>
                    <a:cubicBezTo>
                      <a:pt x="4048887" y="1350931"/>
                      <a:pt x="4028980" y="1354931"/>
                      <a:pt x="4009263" y="1359694"/>
                    </a:cubicBezTo>
                    <a:cubicBezTo>
                      <a:pt x="3998023" y="1362456"/>
                      <a:pt x="3987165" y="1367409"/>
                      <a:pt x="3975735" y="1369219"/>
                    </a:cubicBezTo>
                    <a:cubicBezTo>
                      <a:pt x="3948589" y="1373505"/>
                      <a:pt x="3921252" y="1376553"/>
                      <a:pt x="3893915" y="1379982"/>
                    </a:cubicBezTo>
                    <a:cubicBezTo>
                      <a:pt x="3865722" y="1383506"/>
                      <a:pt x="3837623" y="1387221"/>
                      <a:pt x="3809428" y="1390364"/>
                    </a:cubicBezTo>
                    <a:cubicBezTo>
                      <a:pt x="3793998" y="1391984"/>
                      <a:pt x="3778472" y="1392269"/>
                      <a:pt x="3763042" y="1393793"/>
                    </a:cubicBezTo>
                    <a:cubicBezTo>
                      <a:pt x="3749516" y="1395127"/>
                      <a:pt x="3736086" y="1397603"/>
                      <a:pt x="3722561" y="1399223"/>
                    </a:cubicBezTo>
                    <a:cubicBezTo>
                      <a:pt x="3710845" y="1400556"/>
                      <a:pt x="3699034" y="1401318"/>
                      <a:pt x="3687318" y="1402652"/>
                    </a:cubicBezTo>
                    <a:cubicBezTo>
                      <a:pt x="3668554" y="1404842"/>
                      <a:pt x="3649885" y="1407319"/>
                      <a:pt x="3631216" y="1409605"/>
                    </a:cubicBezTo>
                    <a:cubicBezTo>
                      <a:pt x="3623406" y="1410462"/>
                      <a:pt x="3615214" y="1412843"/>
                      <a:pt x="3607880" y="1411415"/>
                    </a:cubicBezTo>
                    <a:cubicBezTo>
                      <a:pt x="3589401" y="1407795"/>
                      <a:pt x="3571208" y="1408843"/>
                      <a:pt x="3552825" y="1411319"/>
                    </a:cubicBezTo>
                    <a:cubicBezTo>
                      <a:pt x="3546539" y="1412177"/>
                      <a:pt x="3539776" y="1411986"/>
                      <a:pt x="3533680" y="1410367"/>
                    </a:cubicBezTo>
                    <a:cubicBezTo>
                      <a:pt x="3521202" y="1407128"/>
                      <a:pt x="3509106" y="1402556"/>
                      <a:pt x="3496818" y="1398556"/>
                    </a:cubicBezTo>
                    <a:cubicBezTo>
                      <a:pt x="3495484" y="1398080"/>
                      <a:pt x="3493865" y="1397984"/>
                      <a:pt x="3492437" y="1397699"/>
                    </a:cubicBezTo>
                    <a:cubicBezTo>
                      <a:pt x="3484340" y="1396079"/>
                      <a:pt x="3476340" y="1394460"/>
                      <a:pt x="3468243" y="1393031"/>
                    </a:cubicBezTo>
                    <a:cubicBezTo>
                      <a:pt x="3463862" y="1392269"/>
                      <a:pt x="3459385" y="1392174"/>
                      <a:pt x="3455003" y="1391507"/>
                    </a:cubicBezTo>
                    <a:cubicBezTo>
                      <a:pt x="3438049" y="1388840"/>
                      <a:pt x="3419380" y="1393317"/>
                      <a:pt x="3404711" y="1381792"/>
                    </a:cubicBezTo>
                    <a:cubicBezTo>
                      <a:pt x="3395186" y="1374362"/>
                      <a:pt x="3385947" y="1376077"/>
                      <a:pt x="3375756" y="1377220"/>
                    </a:cubicBezTo>
                    <a:cubicBezTo>
                      <a:pt x="3368040" y="1378077"/>
                      <a:pt x="3360134" y="1377791"/>
                      <a:pt x="3352324" y="1377887"/>
                    </a:cubicBezTo>
                    <a:cubicBezTo>
                      <a:pt x="3338608" y="1378172"/>
                      <a:pt x="3324892" y="1378268"/>
                      <a:pt x="3311176" y="1378744"/>
                    </a:cubicBezTo>
                    <a:cubicBezTo>
                      <a:pt x="3306794" y="1378934"/>
                      <a:pt x="3302318" y="1381316"/>
                      <a:pt x="3298031" y="1380935"/>
                    </a:cubicBezTo>
                    <a:cubicBezTo>
                      <a:pt x="3278219" y="1379125"/>
                      <a:pt x="3258407" y="1376267"/>
                      <a:pt x="3238595" y="1374648"/>
                    </a:cubicBezTo>
                    <a:cubicBezTo>
                      <a:pt x="3227356" y="1373696"/>
                      <a:pt x="3215830" y="1375505"/>
                      <a:pt x="3204686" y="1374172"/>
                    </a:cubicBezTo>
                    <a:cubicBezTo>
                      <a:pt x="3191828" y="1372648"/>
                      <a:pt x="3179255" y="1368743"/>
                      <a:pt x="3166491" y="1366361"/>
                    </a:cubicBezTo>
                    <a:cubicBezTo>
                      <a:pt x="3162967" y="1365695"/>
                      <a:pt x="3159062" y="1366552"/>
                      <a:pt x="3155347" y="1366742"/>
                    </a:cubicBezTo>
                    <a:cubicBezTo>
                      <a:pt x="3151156" y="1366933"/>
                      <a:pt x="3147060" y="1367314"/>
                      <a:pt x="3142869" y="1367409"/>
                    </a:cubicBezTo>
                    <a:cubicBezTo>
                      <a:pt x="3130105" y="1367600"/>
                      <a:pt x="3117342" y="1367314"/>
                      <a:pt x="3104578" y="1367981"/>
                    </a:cubicBezTo>
                    <a:cubicBezTo>
                      <a:pt x="3096768" y="1368362"/>
                      <a:pt x="3088577" y="1372267"/>
                      <a:pt x="3081337" y="1370838"/>
                    </a:cubicBezTo>
                    <a:cubicBezTo>
                      <a:pt x="3066574" y="1368076"/>
                      <a:pt x="3051810" y="1374267"/>
                      <a:pt x="3037047" y="1369124"/>
                    </a:cubicBezTo>
                    <a:cubicBezTo>
                      <a:pt x="3032474" y="1367600"/>
                      <a:pt x="3026188" y="1371410"/>
                      <a:pt x="3020663" y="1371600"/>
                    </a:cubicBezTo>
                    <a:cubicBezTo>
                      <a:pt x="3006852" y="1372076"/>
                      <a:pt x="2993041" y="1371981"/>
                      <a:pt x="2979230" y="1371886"/>
                    </a:cubicBezTo>
                    <a:cubicBezTo>
                      <a:pt x="2966847" y="1371791"/>
                      <a:pt x="2953988" y="1373124"/>
                      <a:pt x="2942082" y="1370457"/>
                    </a:cubicBezTo>
                    <a:cubicBezTo>
                      <a:pt x="2929604" y="1367600"/>
                      <a:pt x="2918365" y="1367981"/>
                      <a:pt x="2906268" y="1371219"/>
                    </a:cubicBezTo>
                    <a:cubicBezTo>
                      <a:pt x="2897981" y="1373410"/>
                      <a:pt x="2889218" y="1373696"/>
                      <a:pt x="2880646" y="1374362"/>
                    </a:cubicBezTo>
                    <a:cubicBezTo>
                      <a:pt x="2871407" y="1375124"/>
                      <a:pt x="2861215" y="1373124"/>
                      <a:pt x="2852833" y="1376267"/>
                    </a:cubicBezTo>
                    <a:cubicBezTo>
                      <a:pt x="2827877" y="1385602"/>
                      <a:pt x="2802255" y="1387602"/>
                      <a:pt x="2776157" y="1387602"/>
                    </a:cubicBezTo>
                    <a:cubicBezTo>
                      <a:pt x="2771394" y="1387602"/>
                      <a:pt x="2766536" y="1386269"/>
                      <a:pt x="2761965" y="1384840"/>
                    </a:cubicBezTo>
                    <a:cubicBezTo>
                      <a:pt x="2735294" y="1376267"/>
                      <a:pt x="2708529" y="1377029"/>
                      <a:pt x="2681383" y="1382268"/>
                    </a:cubicBezTo>
                    <a:cubicBezTo>
                      <a:pt x="2675763" y="1383411"/>
                      <a:pt x="2669477" y="1383602"/>
                      <a:pt x="2663857" y="1382459"/>
                    </a:cubicBezTo>
                    <a:cubicBezTo>
                      <a:pt x="2648045" y="1379125"/>
                      <a:pt x="2632710" y="1373600"/>
                      <a:pt x="2616803" y="1371219"/>
                    </a:cubicBezTo>
                    <a:cubicBezTo>
                      <a:pt x="2590515" y="1367314"/>
                      <a:pt x="2567750" y="1380458"/>
                      <a:pt x="2544223" y="1389031"/>
                    </a:cubicBezTo>
                    <a:cubicBezTo>
                      <a:pt x="2521839" y="1397127"/>
                      <a:pt x="2502789" y="1415415"/>
                      <a:pt x="2476309" y="1411319"/>
                    </a:cubicBezTo>
                    <a:cubicBezTo>
                      <a:pt x="2473643" y="1410938"/>
                      <a:pt x="2470690" y="1413510"/>
                      <a:pt x="2467737" y="1414177"/>
                    </a:cubicBezTo>
                    <a:cubicBezTo>
                      <a:pt x="2459641" y="1415987"/>
                      <a:pt x="2451545" y="1418177"/>
                      <a:pt x="2443353" y="1419035"/>
                    </a:cubicBezTo>
                    <a:cubicBezTo>
                      <a:pt x="2433352" y="1420178"/>
                      <a:pt x="2423160" y="1419797"/>
                      <a:pt x="2413159" y="1420749"/>
                    </a:cubicBezTo>
                    <a:cubicBezTo>
                      <a:pt x="2400300" y="1421892"/>
                      <a:pt x="2387632" y="1424940"/>
                      <a:pt x="2374868" y="1424940"/>
                    </a:cubicBezTo>
                    <a:cubicBezTo>
                      <a:pt x="2364581" y="1424940"/>
                      <a:pt x="2354389" y="1421416"/>
                      <a:pt x="2344198" y="1419701"/>
                    </a:cubicBezTo>
                    <a:cubicBezTo>
                      <a:pt x="2329815" y="1417320"/>
                      <a:pt x="2314003" y="1417987"/>
                      <a:pt x="2301335" y="1411891"/>
                    </a:cubicBezTo>
                    <a:cubicBezTo>
                      <a:pt x="2287810" y="1405414"/>
                      <a:pt x="2274951" y="1402461"/>
                      <a:pt x="2260949" y="1404461"/>
                    </a:cubicBezTo>
                    <a:cubicBezTo>
                      <a:pt x="2256282" y="1405128"/>
                      <a:pt x="2250281" y="1409129"/>
                      <a:pt x="2248186" y="1413224"/>
                    </a:cubicBezTo>
                    <a:cubicBezTo>
                      <a:pt x="2243518" y="1422368"/>
                      <a:pt x="2237137" y="1423988"/>
                      <a:pt x="2228469" y="1420844"/>
                    </a:cubicBezTo>
                    <a:cubicBezTo>
                      <a:pt x="2220944" y="1418177"/>
                      <a:pt x="2211705" y="1416844"/>
                      <a:pt x="2206562" y="1411700"/>
                    </a:cubicBezTo>
                    <a:cubicBezTo>
                      <a:pt x="2191988" y="1397127"/>
                      <a:pt x="2173414" y="1396651"/>
                      <a:pt x="2155317" y="1392746"/>
                    </a:cubicBezTo>
                    <a:cubicBezTo>
                      <a:pt x="2144269" y="1390364"/>
                      <a:pt x="2133981" y="1390269"/>
                      <a:pt x="2122932" y="1391888"/>
                    </a:cubicBezTo>
                    <a:cubicBezTo>
                      <a:pt x="2098930" y="1395508"/>
                      <a:pt x="2075593" y="1390364"/>
                      <a:pt x="2052542" y="1383792"/>
                    </a:cubicBezTo>
                    <a:cubicBezTo>
                      <a:pt x="2037302" y="1379411"/>
                      <a:pt x="2021681" y="1376744"/>
                      <a:pt x="2006537" y="1372267"/>
                    </a:cubicBezTo>
                    <a:cubicBezTo>
                      <a:pt x="1995202" y="1368838"/>
                      <a:pt x="1983868" y="1364742"/>
                      <a:pt x="1973486" y="1359218"/>
                    </a:cubicBezTo>
                    <a:cubicBezTo>
                      <a:pt x="1958435" y="1351121"/>
                      <a:pt x="1945292" y="1338929"/>
                      <a:pt x="1926146" y="1342168"/>
                    </a:cubicBezTo>
                    <a:cubicBezTo>
                      <a:pt x="1909286" y="1345025"/>
                      <a:pt x="1894047" y="1339025"/>
                      <a:pt x="1878616" y="1333310"/>
                    </a:cubicBezTo>
                    <a:cubicBezTo>
                      <a:pt x="1867281" y="1329119"/>
                      <a:pt x="1855948" y="1324832"/>
                      <a:pt x="1844231" y="1322165"/>
                    </a:cubicBezTo>
                    <a:cubicBezTo>
                      <a:pt x="1830324" y="1319022"/>
                      <a:pt x="1814608" y="1320356"/>
                      <a:pt x="1802225" y="1314545"/>
                    </a:cubicBezTo>
                    <a:cubicBezTo>
                      <a:pt x="1789271" y="1308449"/>
                      <a:pt x="1778509" y="1312545"/>
                      <a:pt x="1766983" y="1314260"/>
                    </a:cubicBezTo>
                    <a:cubicBezTo>
                      <a:pt x="1748600" y="1316927"/>
                      <a:pt x="1730311" y="1321880"/>
                      <a:pt x="1711738" y="1315593"/>
                    </a:cubicBezTo>
                    <a:cubicBezTo>
                      <a:pt x="1689164" y="1307973"/>
                      <a:pt x="1666780" y="1299782"/>
                      <a:pt x="1644111" y="1292543"/>
                    </a:cubicBezTo>
                    <a:cubicBezTo>
                      <a:pt x="1635347" y="1289780"/>
                      <a:pt x="1625919" y="1288637"/>
                      <a:pt x="1616774" y="1287399"/>
                    </a:cubicBezTo>
                    <a:cubicBezTo>
                      <a:pt x="1608107" y="1286351"/>
                      <a:pt x="1597725" y="1289018"/>
                      <a:pt x="1591056" y="1285018"/>
                    </a:cubicBezTo>
                    <a:cubicBezTo>
                      <a:pt x="1573911" y="1274731"/>
                      <a:pt x="1556291" y="1269683"/>
                      <a:pt x="1536478" y="1269683"/>
                    </a:cubicBezTo>
                    <a:cubicBezTo>
                      <a:pt x="1529048" y="1269683"/>
                      <a:pt x="1521809" y="1265396"/>
                      <a:pt x="1514285" y="1264634"/>
                    </a:cubicBezTo>
                    <a:cubicBezTo>
                      <a:pt x="1503997" y="1263682"/>
                      <a:pt x="1492186" y="1261110"/>
                      <a:pt x="1483233" y="1264730"/>
                    </a:cubicBezTo>
                    <a:cubicBezTo>
                      <a:pt x="1462183" y="1273302"/>
                      <a:pt x="1445134" y="1266158"/>
                      <a:pt x="1426750" y="1257681"/>
                    </a:cubicBezTo>
                    <a:cubicBezTo>
                      <a:pt x="1408652" y="1249299"/>
                      <a:pt x="1389602" y="1242632"/>
                      <a:pt x="1370362" y="1237107"/>
                    </a:cubicBezTo>
                    <a:cubicBezTo>
                      <a:pt x="1363123" y="1235107"/>
                      <a:pt x="1354456" y="1238441"/>
                      <a:pt x="1346454" y="1239107"/>
                    </a:cubicBezTo>
                    <a:cubicBezTo>
                      <a:pt x="1343596" y="1239298"/>
                      <a:pt x="1340453" y="1239584"/>
                      <a:pt x="1337882" y="1238631"/>
                    </a:cubicBezTo>
                    <a:cubicBezTo>
                      <a:pt x="1313022" y="1229487"/>
                      <a:pt x="1287780" y="1222534"/>
                      <a:pt x="1260825" y="1227296"/>
                    </a:cubicBezTo>
                    <a:cubicBezTo>
                      <a:pt x="1258349" y="1227773"/>
                      <a:pt x="1255586" y="1226725"/>
                      <a:pt x="1253109" y="1226058"/>
                    </a:cubicBezTo>
                    <a:cubicBezTo>
                      <a:pt x="1241012" y="1222629"/>
                      <a:pt x="1229201" y="1217200"/>
                      <a:pt x="1216915" y="1215962"/>
                    </a:cubicBezTo>
                    <a:cubicBezTo>
                      <a:pt x="1186625" y="1212914"/>
                      <a:pt x="1156146" y="1211675"/>
                      <a:pt x="1125664" y="1209675"/>
                    </a:cubicBezTo>
                    <a:cubicBezTo>
                      <a:pt x="1123759" y="1209580"/>
                      <a:pt x="1121759" y="1209580"/>
                      <a:pt x="1120045" y="1208913"/>
                    </a:cubicBezTo>
                    <a:cubicBezTo>
                      <a:pt x="1108805" y="1204817"/>
                      <a:pt x="1098995" y="1206151"/>
                      <a:pt x="1089469" y="1213961"/>
                    </a:cubicBezTo>
                    <a:cubicBezTo>
                      <a:pt x="1085278" y="1217390"/>
                      <a:pt x="1079563" y="1219200"/>
                      <a:pt x="1074325" y="1221105"/>
                    </a:cubicBezTo>
                    <a:cubicBezTo>
                      <a:pt x="1066609" y="1223963"/>
                      <a:pt x="1058704" y="1226725"/>
                      <a:pt x="1050703" y="1228535"/>
                    </a:cubicBezTo>
                    <a:cubicBezTo>
                      <a:pt x="1042797" y="1230249"/>
                      <a:pt x="1034320" y="1232630"/>
                      <a:pt x="1026700" y="1231297"/>
                    </a:cubicBezTo>
                    <a:cubicBezTo>
                      <a:pt x="1012984" y="1228916"/>
                      <a:pt x="999934" y="1223582"/>
                      <a:pt x="986409" y="1220057"/>
                    </a:cubicBezTo>
                    <a:cubicBezTo>
                      <a:pt x="981742" y="1218819"/>
                      <a:pt x="976598" y="1219010"/>
                      <a:pt x="971741" y="1218914"/>
                    </a:cubicBezTo>
                    <a:cubicBezTo>
                      <a:pt x="960596" y="1218629"/>
                      <a:pt x="949166" y="1221391"/>
                      <a:pt x="939070" y="1213485"/>
                    </a:cubicBezTo>
                    <a:cubicBezTo>
                      <a:pt x="929736" y="1206056"/>
                      <a:pt x="920305" y="1208246"/>
                      <a:pt x="910495" y="1213866"/>
                    </a:cubicBezTo>
                    <a:cubicBezTo>
                      <a:pt x="903446" y="1217867"/>
                      <a:pt x="895446" y="1221010"/>
                      <a:pt x="887540" y="1222534"/>
                    </a:cubicBezTo>
                    <a:cubicBezTo>
                      <a:pt x="876681" y="1224629"/>
                      <a:pt x="865918" y="1225487"/>
                      <a:pt x="854202" y="1224248"/>
                    </a:cubicBezTo>
                    <a:cubicBezTo>
                      <a:pt x="845915" y="1223391"/>
                      <a:pt x="839152" y="1223010"/>
                      <a:pt x="832675" y="1217962"/>
                    </a:cubicBezTo>
                    <a:cubicBezTo>
                      <a:pt x="831628" y="1217200"/>
                      <a:pt x="829723" y="1217009"/>
                      <a:pt x="828294" y="1217105"/>
                    </a:cubicBezTo>
                    <a:cubicBezTo>
                      <a:pt x="809530" y="1218724"/>
                      <a:pt x="790956" y="1217867"/>
                      <a:pt x="772001" y="1216723"/>
                    </a:cubicBezTo>
                    <a:cubicBezTo>
                      <a:pt x="747904" y="1215200"/>
                      <a:pt x="722566" y="1219676"/>
                      <a:pt x="701707" y="1235678"/>
                    </a:cubicBezTo>
                    <a:cubicBezTo>
                      <a:pt x="698659" y="1238060"/>
                      <a:pt x="694087" y="1239107"/>
                      <a:pt x="690086" y="1239679"/>
                    </a:cubicBezTo>
                    <a:cubicBezTo>
                      <a:pt x="671227" y="1242155"/>
                      <a:pt x="652272" y="1243870"/>
                      <a:pt x="633412" y="1246632"/>
                    </a:cubicBezTo>
                    <a:cubicBezTo>
                      <a:pt x="623125" y="1248156"/>
                      <a:pt x="612362" y="1249490"/>
                      <a:pt x="603028" y="1253681"/>
                    </a:cubicBezTo>
                    <a:cubicBezTo>
                      <a:pt x="593885" y="1257776"/>
                      <a:pt x="586549" y="1262634"/>
                      <a:pt x="581120" y="1254062"/>
                    </a:cubicBezTo>
                    <a:cubicBezTo>
                      <a:pt x="571406" y="1258634"/>
                      <a:pt x="562927" y="1262444"/>
                      <a:pt x="554642" y="1266539"/>
                    </a:cubicBezTo>
                    <a:cubicBezTo>
                      <a:pt x="551593" y="1268063"/>
                      <a:pt x="549021" y="1270540"/>
                      <a:pt x="545973" y="1271969"/>
                    </a:cubicBezTo>
                    <a:cubicBezTo>
                      <a:pt x="542734" y="1273493"/>
                      <a:pt x="539115" y="1274445"/>
                      <a:pt x="535591" y="1275207"/>
                    </a:cubicBezTo>
                    <a:cubicBezTo>
                      <a:pt x="519874" y="1278636"/>
                      <a:pt x="504158" y="1281779"/>
                      <a:pt x="488538" y="1285494"/>
                    </a:cubicBezTo>
                    <a:cubicBezTo>
                      <a:pt x="485489" y="1286256"/>
                      <a:pt x="482917" y="1289304"/>
                      <a:pt x="480155" y="1291304"/>
                    </a:cubicBezTo>
                    <a:cubicBezTo>
                      <a:pt x="478345" y="1292638"/>
                      <a:pt x="476536" y="1294638"/>
                      <a:pt x="474535" y="1294924"/>
                    </a:cubicBezTo>
                    <a:cubicBezTo>
                      <a:pt x="459295" y="1297210"/>
                      <a:pt x="444151" y="1299877"/>
                      <a:pt x="428816" y="1301020"/>
                    </a:cubicBezTo>
                    <a:cubicBezTo>
                      <a:pt x="415957" y="1301972"/>
                      <a:pt x="403574" y="1301687"/>
                      <a:pt x="400241" y="1318260"/>
                    </a:cubicBezTo>
                    <a:cubicBezTo>
                      <a:pt x="399669" y="1321118"/>
                      <a:pt x="395573" y="1324166"/>
                      <a:pt x="392431" y="1325594"/>
                    </a:cubicBezTo>
                    <a:cubicBezTo>
                      <a:pt x="383477" y="1329690"/>
                      <a:pt x="373951" y="1332452"/>
                      <a:pt x="365093" y="1336643"/>
                    </a:cubicBezTo>
                    <a:cubicBezTo>
                      <a:pt x="336042" y="1350645"/>
                      <a:pt x="305658" y="1359503"/>
                      <a:pt x="273177" y="1357884"/>
                    </a:cubicBezTo>
                    <a:cubicBezTo>
                      <a:pt x="263081" y="1357408"/>
                      <a:pt x="253270" y="1352264"/>
                      <a:pt x="246888" y="1350359"/>
                    </a:cubicBezTo>
                    <a:cubicBezTo>
                      <a:pt x="228506" y="1357884"/>
                      <a:pt x="213075" y="1365123"/>
                      <a:pt x="196977" y="1370552"/>
                    </a:cubicBezTo>
                    <a:cubicBezTo>
                      <a:pt x="182785" y="1375410"/>
                      <a:pt x="167926" y="1378458"/>
                      <a:pt x="153352" y="1381982"/>
                    </a:cubicBezTo>
                    <a:cubicBezTo>
                      <a:pt x="148018" y="1383316"/>
                      <a:pt x="142589" y="1384078"/>
                      <a:pt x="137160" y="1384745"/>
                    </a:cubicBezTo>
                    <a:cubicBezTo>
                      <a:pt x="120206" y="1386840"/>
                      <a:pt x="102489" y="1381792"/>
                      <a:pt x="85917" y="1389793"/>
                    </a:cubicBezTo>
                    <a:cubicBezTo>
                      <a:pt x="77248" y="1393984"/>
                      <a:pt x="68675" y="1399032"/>
                      <a:pt x="59532" y="1401223"/>
                    </a:cubicBezTo>
                    <a:cubicBezTo>
                      <a:pt x="49721" y="1403604"/>
                      <a:pt x="40124" y="1407319"/>
                      <a:pt x="30325" y="1409974"/>
                    </a:cubicBezTo>
                    <a:lnTo>
                      <a:pt x="0" y="1412360"/>
                    </a:lnTo>
                    <a:lnTo>
                      <a:pt x="0" y="1058622"/>
                    </a:lnTo>
                    <a:lnTo>
                      <a:pt x="17145" y="1060228"/>
                    </a:lnTo>
                    <a:cubicBezTo>
                      <a:pt x="26480" y="1061561"/>
                      <a:pt x="35528" y="1066133"/>
                      <a:pt x="44672" y="1066324"/>
                    </a:cubicBezTo>
                    <a:cubicBezTo>
                      <a:pt x="59055" y="1066610"/>
                      <a:pt x="71819" y="1068419"/>
                      <a:pt x="84677" y="1076230"/>
                    </a:cubicBezTo>
                    <a:cubicBezTo>
                      <a:pt x="104108" y="1087946"/>
                      <a:pt x="120110" y="1082993"/>
                      <a:pt x="132017" y="1064990"/>
                    </a:cubicBezTo>
                    <a:cubicBezTo>
                      <a:pt x="133255" y="1063181"/>
                      <a:pt x="134874" y="1060799"/>
                      <a:pt x="136779" y="1060323"/>
                    </a:cubicBezTo>
                    <a:cubicBezTo>
                      <a:pt x="153639" y="1056132"/>
                      <a:pt x="170974" y="1048131"/>
                      <a:pt x="187547" y="1049179"/>
                    </a:cubicBezTo>
                    <a:cubicBezTo>
                      <a:pt x="216789" y="1051084"/>
                      <a:pt x="244316" y="1048798"/>
                      <a:pt x="270891" y="1036415"/>
                    </a:cubicBezTo>
                    <a:cubicBezTo>
                      <a:pt x="272510" y="1035653"/>
                      <a:pt x="274987" y="1034891"/>
                      <a:pt x="276320" y="1035558"/>
                    </a:cubicBezTo>
                    <a:cubicBezTo>
                      <a:pt x="292322" y="1043845"/>
                      <a:pt x="309848" y="1050417"/>
                      <a:pt x="323755" y="1061561"/>
                    </a:cubicBezTo>
                    <a:cubicBezTo>
                      <a:pt x="336995" y="1072134"/>
                      <a:pt x="352997" y="1072229"/>
                      <a:pt x="361855" y="1057942"/>
                    </a:cubicBezTo>
                    <a:cubicBezTo>
                      <a:pt x="366236" y="1050893"/>
                      <a:pt x="372332" y="1042702"/>
                      <a:pt x="379571" y="1039939"/>
                    </a:cubicBezTo>
                    <a:cubicBezTo>
                      <a:pt x="395954" y="1033653"/>
                      <a:pt x="413481" y="1030414"/>
                      <a:pt x="430530" y="1025747"/>
                    </a:cubicBezTo>
                    <a:cubicBezTo>
                      <a:pt x="451581" y="1020032"/>
                      <a:pt x="472345" y="1020032"/>
                      <a:pt x="493300" y="1027176"/>
                    </a:cubicBezTo>
                    <a:cubicBezTo>
                      <a:pt x="508064" y="1032224"/>
                      <a:pt x="523113" y="1032224"/>
                      <a:pt x="537782" y="1025366"/>
                    </a:cubicBezTo>
                    <a:cubicBezTo>
                      <a:pt x="545687" y="1021652"/>
                      <a:pt x="553784" y="1017842"/>
                      <a:pt x="562166" y="1015746"/>
                    </a:cubicBezTo>
                    <a:cubicBezTo>
                      <a:pt x="567595" y="1014412"/>
                      <a:pt x="573881" y="1015651"/>
                      <a:pt x="579596" y="1016699"/>
                    </a:cubicBezTo>
                    <a:cubicBezTo>
                      <a:pt x="590645" y="1018794"/>
                      <a:pt x="602075" y="1025176"/>
                      <a:pt x="612362" y="1023557"/>
                    </a:cubicBezTo>
                    <a:cubicBezTo>
                      <a:pt x="647891" y="1017842"/>
                      <a:pt x="681419" y="1031272"/>
                      <a:pt x="716090" y="1031653"/>
                    </a:cubicBezTo>
                    <a:cubicBezTo>
                      <a:pt x="731806" y="1031843"/>
                      <a:pt x="747332" y="1034891"/>
                      <a:pt x="758381" y="1018985"/>
                    </a:cubicBezTo>
                    <a:cubicBezTo>
                      <a:pt x="759809" y="1016889"/>
                      <a:pt x="766763" y="1018032"/>
                      <a:pt x="771049" y="1018699"/>
                    </a:cubicBezTo>
                    <a:cubicBezTo>
                      <a:pt x="780574" y="1020128"/>
                      <a:pt x="790004" y="1023747"/>
                      <a:pt x="799433" y="1023652"/>
                    </a:cubicBezTo>
                    <a:cubicBezTo>
                      <a:pt x="818960" y="1023557"/>
                      <a:pt x="838581" y="1022033"/>
                      <a:pt x="858012" y="1020318"/>
                    </a:cubicBezTo>
                    <a:cubicBezTo>
                      <a:pt x="865346" y="1019651"/>
                      <a:pt x="872395" y="1017080"/>
                      <a:pt x="879634" y="1015270"/>
                    </a:cubicBezTo>
                    <a:cubicBezTo>
                      <a:pt x="883634" y="1014222"/>
                      <a:pt x="887921" y="1011460"/>
                      <a:pt x="891635" y="1012031"/>
                    </a:cubicBezTo>
                    <a:cubicBezTo>
                      <a:pt x="913162" y="1015365"/>
                      <a:pt x="932879" y="1007174"/>
                      <a:pt x="953262" y="1003078"/>
                    </a:cubicBezTo>
                    <a:cubicBezTo>
                      <a:pt x="962692" y="1001173"/>
                      <a:pt x="971550" y="996601"/>
                      <a:pt x="980694" y="993458"/>
                    </a:cubicBezTo>
                    <a:cubicBezTo>
                      <a:pt x="983075" y="992600"/>
                      <a:pt x="985742" y="991838"/>
                      <a:pt x="988124" y="992029"/>
                    </a:cubicBezTo>
                    <a:cubicBezTo>
                      <a:pt x="1001744" y="993172"/>
                      <a:pt x="1015270" y="994791"/>
                      <a:pt x="1028795" y="996029"/>
                    </a:cubicBezTo>
                    <a:cubicBezTo>
                      <a:pt x="1041083" y="997172"/>
                      <a:pt x="1053465" y="997553"/>
                      <a:pt x="1059275" y="1011555"/>
                    </a:cubicBezTo>
                    <a:cubicBezTo>
                      <a:pt x="1060133" y="1013746"/>
                      <a:pt x="1062990" y="1015365"/>
                      <a:pt x="1065181" y="1016794"/>
                    </a:cubicBezTo>
                    <a:cubicBezTo>
                      <a:pt x="1098995" y="1038797"/>
                      <a:pt x="1117092" y="1038225"/>
                      <a:pt x="1150144" y="1014984"/>
                    </a:cubicBezTo>
                    <a:cubicBezTo>
                      <a:pt x="1153573" y="1012603"/>
                      <a:pt x="1160907" y="1010888"/>
                      <a:pt x="1163193" y="1012793"/>
                    </a:cubicBezTo>
                    <a:cubicBezTo>
                      <a:pt x="1182624" y="1028605"/>
                      <a:pt x="1203865" y="1026890"/>
                      <a:pt x="1226249" y="1021937"/>
                    </a:cubicBezTo>
                    <a:cubicBezTo>
                      <a:pt x="1232059" y="1020604"/>
                      <a:pt x="1240251" y="1020604"/>
                      <a:pt x="1244632" y="1023747"/>
                    </a:cubicBezTo>
                    <a:cubicBezTo>
                      <a:pt x="1265492" y="1038320"/>
                      <a:pt x="1287876" y="1036225"/>
                      <a:pt x="1310545" y="1031939"/>
                    </a:cubicBezTo>
                    <a:cubicBezTo>
                      <a:pt x="1314069" y="1031272"/>
                      <a:pt x="1318356" y="1027652"/>
                      <a:pt x="1319879" y="1024319"/>
                    </a:cubicBezTo>
                    <a:cubicBezTo>
                      <a:pt x="1325309" y="1012508"/>
                      <a:pt x="1335501" y="1008507"/>
                      <a:pt x="1346740" y="1005173"/>
                    </a:cubicBezTo>
                    <a:cubicBezTo>
                      <a:pt x="1364457" y="999744"/>
                      <a:pt x="1381887" y="993362"/>
                      <a:pt x="1399699" y="988219"/>
                    </a:cubicBezTo>
                    <a:cubicBezTo>
                      <a:pt x="1404081" y="986981"/>
                      <a:pt x="1409510" y="987743"/>
                      <a:pt x="1414082" y="989171"/>
                    </a:cubicBezTo>
                    <a:cubicBezTo>
                      <a:pt x="1429703" y="994029"/>
                      <a:pt x="1439609" y="1006221"/>
                      <a:pt x="1450467" y="1017461"/>
                    </a:cubicBezTo>
                    <a:cubicBezTo>
                      <a:pt x="1455230" y="1022414"/>
                      <a:pt x="1461802" y="1025938"/>
                      <a:pt x="1468184" y="1028795"/>
                    </a:cubicBezTo>
                    <a:cubicBezTo>
                      <a:pt x="1484757" y="1036130"/>
                      <a:pt x="1501712" y="1042702"/>
                      <a:pt x="1518476" y="1049655"/>
                    </a:cubicBezTo>
                    <a:cubicBezTo>
                      <a:pt x="1520095" y="1050322"/>
                      <a:pt x="1521428" y="1052036"/>
                      <a:pt x="1522667" y="1053465"/>
                    </a:cubicBezTo>
                    <a:cubicBezTo>
                      <a:pt x="1535049" y="1068515"/>
                      <a:pt x="1547336" y="1083659"/>
                      <a:pt x="1559814" y="1098709"/>
                    </a:cubicBezTo>
                    <a:cubicBezTo>
                      <a:pt x="1562195" y="1101566"/>
                      <a:pt x="1565625" y="1103662"/>
                      <a:pt x="1568196" y="1106424"/>
                    </a:cubicBezTo>
                    <a:cubicBezTo>
                      <a:pt x="1571816" y="1110234"/>
                      <a:pt x="1576388" y="1113854"/>
                      <a:pt x="1578293" y="1118426"/>
                    </a:cubicBezTo>
                    <a:cubicBezTo>
                      <a:pt x="1584198" y="1132808"/>
                      <a:pt x="1595533" y="1139000"/>
                      <a:pt x="1609820" y="1141667"/>
                    </a:cubicBezTo>
                    <a:cubicBezTo>
                      <a:pt x="1622870" y="1144143"/>
                      <a:pt x="1635919" y="1146239"/>
                      <a:pt x="1648873" y="1149096"/>
                    </a:cubicBezTo>
                    <a:cubicBezTo>
                      <a:pt x="1664684" y="1152525"/>
                      <a:pt x="1680401" y="1156240"/>
                      <a:pt x="1696022" y="1160431"/>
                    </a:cubicBezTo>
                    <a:cubicBezTo>
                      <a:pt x="1702784" y="1162241"/>
                      <a:pt x="1709928" y="1164336"/>
                      <a:pt x="1715739" y="1168051"/>
                    </a:cubicBezTo>
                    <a:cubicBezTo>
                      <a:pt x="1732026" y="1178338"/>
                      <a:pt x="1749457" y="1185291"/>
                      <a:pt x="1768602" y="1182529"/>
                    </a:cubicBezTo>
                    <a:cubicBezTo>
                      <a:pt x="1783937" y="1180338"/>
                      <a:pt x="1796796" y="1185958"/>
                      <a:pt x="1806321" y="1194721"/>
                    </a:cubicBezTo>
                    <a:cubicBezTo>
                      <a:pt x="1823657" y="1210628"/>
                      <a:pt x="1842230" y="1207008"/>
                      <a:pt x="1860709" y="1201865"/>
                    </a:cubicBezTo>
                    <a:cubicBezTo>
                      <a:pt x="1870234" y="1199198"/>
                      <a:pt x="1878044" y="1199579"/>
                      <a:pt x="1887093" y="1202150"/>
                    </a:cubicBezTo>
                    <a:cubicBezTo>
                      <a:pt x="1908048" y="1208151"/>
                      <a:pt x="1922050" y="1224439"/>
                      <a:pt x="1935575" y="1238726"/>
                    </a:cubicBezTo>
                    <a:cubicBezTo>
                      <a:pt x="1947101" y="1250918"/>
                      <a:pt x="1960055" y="1257776"/>
                      <a:pt x="1974247" y="1262920"/>
                    </a:cubicBezTo>
                    <a:cubicBezTo>
                      <a:pt x="1992154" y="1269492"/>
                      <a:pt x="2006346" y="1267016"/>
                      <a:pt x="2014919" y="1251204"/>
                    </a:cubicBezTo>
                    <a:cubicBezTo>
                      <a:pt x="2017300" y="1246727"/>
                      <a:pt x="2021491" y="1241488"/>
                      <a:pt x="2025968" y="1240155"/>
                    </a:cubicBezTo>
                    <a:cubicBezTo>
                      <a:pt x="2047589" y="1233488"/>
                      <a:pt x="2069497" y="1223772"/>
                      <a:pt x="2092643" y="1229678"/>
                    </a:cubicBezTo>
                    <a:cubicBezTo>
                      <a:pt x="2124647" y="1237774"/>
                      <a:pt x="2155889" y="1237298"/>
                      <a:pt x="2187893" y="1229297"/>
                    </a:cubicBezTo>
                    <a:cubicBezTo>
                      <a:pt x="2239804" y="1216343"/>
                      <a:pt x="2291715" y="1202627"/>
                      <a:pt x="2346294" y="1205484"/>
                    </a:cubicBezTo>
                    <a:cubicBezTo>
                      <a:pt x="2355342" y="1205960"/>
                      <a:pt x="2366105" y="1200150"/>
                      <a:pt x="2373916" y="1194435"/>
                    </a:cubicBezTo>
                    <a:cubicBezTo>
                      <a:pt x="2388870" y="1183577"/>
                      <a:pt x="2388203" y="1182719"/>
                      <a:pt x="2404967" y="1191673"/>
                    </a:cubicBezTo>
                    <a:cubicBezTo>
                      <a:pt x="2408968" y="1193864"/>
                      <a:pt x="2413921" y="1195197"/>
                      <a:pt x="2416874" y="1198436"/>
                    </a:cubicBezTo>
                    <a:cubicBezTo>
                      <a:pt x="2431923" y="1214914"/>
                      <a:pt x="2450497" y="1210913"/>
                      <a:pt x="2468975" y="1208532"/>
                    </a:cubicBezTo>
                    <a:cubicBezTo>
                      <a:pt x="2472214" y="1208056"/>
                      <a:pt x="2476119" y="1207389"/>
                      <a:pt x="2478882" y="1208723"/>
                    </a:cubicBezTo>
                    <a:cubicBezTo>
                      <a:pt x="2491359" y="1214723"/>
                      <a:pt x="2501932" y="1212628"/>
                      <a:pt x="2512791" y="1204436"/>
                    </a:cubicBezTo>
                    <a:cubicBezTo>
                      <a:pt x="2522220" y="1197388"/>
                      <a:pt x="2533079" y="1193197"/>
                      <a:pt x="2544223" y="1201960"/>
                    </a:cubicBezTo>
                    <a:cubicBezTo>
                      <a:pt x="2568988" y="1221391"/>
                      <a:pt x="2595467" y="1222343"/>
                      <a:pt x="2623471" y="1210056"/>
                    </a:cubicBezTo>
                    <a:cubicBezTo>
                      <a:pt x="2643473" y="1201293"/>
                      <a:pt x="2663190" y="1199293"/>
                      <a:pt x="2684241" y="1208151"/>
                    </a:cubicBezTo>
                    <a:cubicBezTo>
                      <a:pt x="2692337" y="1211580"/>
                      <a:pt x="2702814" y="1209294"/>
                      <a:pt x="2712244" y="1210056"/>
                    </a:cubicBezTo>
                    <a:cubicBezTo>
                      <a:pt x="2717578" y="1210437"/>
                      <a:pt x="2723484" y="1210532"/>
                      <a:pt x="2728055" y="1212914"/>
                    </a:cubicBezTo>
                    <a:cubicBezTo>
                      <a:pt x="2740248" y="1219010"/>
                      <a:pt x="2751582" y="1226820"/>
                      <a:pt x="2763869" y="1232821"/>
                    </a:cubicBezTo>
                    <a:cubicBezTo>
                      <a:pt x="2769775" y="1235678"/>
                      <a:pt x="2776823" y="1237202"/>
                      <a:pt x="2783491" y="1237298"/>
                    </a:cubicBezTo>
                    <a:cubicBezTo>
                      <a:pt x="2803208" y="1237774"/>
                      <a:pt x="2822925" y="1237774"/>
                      <a:pt x="2842546" y="1236917"/>
                    </a:cubicBezTo>
                    <a:cubicBezTo>
                      <a:pt x="2874931" y="1235583"/>
                      <a:pt x="2907792" y="1235297"/>
                      <a:pt x="2931128" y="1206913"/>
                    </a:cubicBezTo>
                    <a:cubicBezTo>
                      <a:pt x="2933034" y="1204627"/>
                      <a:pt x="2937129" y="1203293"/>
                      <a:pt x="2940368" y="1202912"/>
                    </a:cubicBezTo>
                    <a:cubicBezTo>
                      <a:pt x="2955322" y="1201103"/>
                      <a:pt x="2970657" y="1200912"/>
                      <a:pt x="2985421" y="1197959"/>
                    </a:cubicBezTo>
                    <a:cubicBezTo>
                      <a:pt x="2997232" y="1195578"/>
                      <a:pt x="3007043" y="1196340"/>
                      <a:pt x="3015996" y="1204722"/>
                    </a:cubicBezTo>
                    <a:cubicBezTo>
                      <a:pt x="3027712" y="1215771"/>
                      <a:pt x="3042000" y="1222248"/>
                      <a:pt x="3057621" y="1218724"/>
                    </a:cubicBezTo>
                    <a:cubicBezTo>
                      <a:pt x="3073241" y="1215295"/>
                      <a:pt x="3083528" y="1222724"/>
                      <a:pt x="3095054" y="1230440"/>
                    </a:cubicBezTo>
                    <a:cubicBezTo>
                      <a:pt x="3103436" y="1236059"/>
                      <a:pt x="3112961" y="1243108"/>
                      <a:pt x="3122295" y="1243679"/>
                    </a:cubicBezTo>
                    <a:cubicBezTo>
                      <a:pt x="3143441" y="1244917"/>
                      <a:pt x="3161634" y="1264539"/>
                      <a:pt x="3184589" y="1253395"/>
                    </a:cubicBezTo>
                    <a:cubicBezTo>
                      <a:pt x="3186113" y="1252633"/>
                      <a:pt x="3188875" y="1254538"/>
                      <a:pt x="3191066" y="1255014"/>
                    </a:cubicBezTo>
                    <a:cubicBezTo>
                      <a:pt x="3208592" y="1258634"/>
                      <a:pt x="3225070" y="1255109"/>
                      <a:pt x="3237929" y="1243203"/>
                    </a:cubicBezTo>
                    <a:cubicBezTo>
                      <a:pt x="3254788" y="1227677"/>
                      <a:pt x="3273457" y="1226153"/>
                      <a:pt x="3294221" y="1231202"/>
                    </a:cubicBezTo>
                    <a:cubicBezTo>
                      <a:pt x="3300889" y="1232821"/>
                      <a:pt x="3307557" y="1233964"/>
                      <a:pt x="3314319" y="1235297"/>
                    </a:cubicBezTo>
                    <a:cubicBezTo>
                      <a:pt x="3323463" y="1237202"/>
                      <a:pt x="3332703" y="1239203"/>
                      <a:pt x="3341846" y="1241108"/>
                    </a:cubicBezTo>
                    <a:cubicBezTo>
                      <a:pt x="3350705" y="1243013"/>
                      <a:pt x="3360516" y="1246251"/>
                      <a:pt x="3367373" y="1238060"/>
                    </a:cubicBezTo>
                    <a:cubicBezTo>
                      <a:pt x="3373279" y="1231011"/>
                      <a:pt x="3377470" y="1231678"/>
                      <a:pt x="3382899" y="1237774"/>
                    </a:cubicBezTo>
                    <a:cubicBezTo>
                      <a:pt x="3401759" y="1259110"/>
                      <a:pt x="3424619" y="1272445"/>
                      <a:pt x="3453765" y="1273397"/>
                    </a:cubicBezTo>
                    <a:cubicBezTo>
                      <a:pt x="3459766" y="1273588"/>
                      <a:pt x="3465862" y="1274921"/>
                      <a:pt x="3471767" y="1276350"/>
                    </a:cubicBezTo>
                    <a:cubicBezTo>
                      <a:pt x="3475387" y="1277207"/>
                      <a:pt x="3479769" y="1278160"/>
                      <a:pt x="3481959" y="1280732"/>
                    </a:cubicBezTo>
                    <a:cubicBezTo>
                      <a:pt x="3499009" y="1300353"/>
                      <a:pt x="3520250" y="1313974"/>
                      <a:pt x="3543396" y="1324928"/>
                    </a:cubicBezTo>
                    <a:cubicBezTo>
                      <a:pt x="3551682" y="1328833"/>
                      <a:pt x="3560541" y="1332738"/>
                      <a:pt x="3569494" y="1333881"/>
                    </a:cubicBezTo>
                    <a:cubicBezTo>
                      <a:pt x="3578828" y="1335024"/>
                      <a:pt x="3588639" y="1333119"/>
                      <a:pt x="3598164" y="1332071"/>
                    </a:cubicBezTo>
                    <a:cubicBezTo>
                      <a:pt x="3603784" y="1331500"/>
                      <a:pt x="3610261" y="1331595"/>
                      <a:pt x="3614738" y="1328833"/>
                    </a:cubicBezTo>
                    <a:cubicBezTo>
                      <a:pt x="3628930" y="1320165"/>
                      <a:pt x="3642646" y="1310831"/>
                      <a:pt x="3655886" y="1300734"/>
                    </a:cubicBezTo>
                    <a:cubicBezTo>
                      <a:pt x="3667221" y="1292066"/>
                      <a:pt x="3669507" y="1290828"/>
                      <a:pt x="3679317" y="1301687"/>
                    </a:cubicBezTo>
                    <a:cubicBezTo>
                      <a:pt x="3689414" y="1312831"/>
                      <a:pt x="3701987" y="1318641"/>
                      <a:pt x="3715893" y="1321022"/>
                    </a:cubicBezTo>
                    <a:cubicBezTo>
                      <a:pt x="3737896" y="1324737"/>
                      <a:pt x="3760089" y="1327880"/>
                      <a:pt x="3782282" y="1329690"/>
                    </a:cubicBezTo>
                    <a:cubicBezTo>
                      <a:pt x="3802380" y="1331309"/>
                      <a:pt x="3812000" y="1322546"/>
                      <a:pt x="3816001" y="1302639"/>
                    </a:cubicBezTo>
                    <a:cubicBezTo>
                      <a:pt x="3818287" y="1291590"/>
                      <a:pt x="3821240" y="1279588"/>
                      <a:pt x="3833431" y="1276636"/>
                    </a:cubicBezTo>
                    <a:cubicBezTo>
                      <a:pt x="3853339" y="1271873"/>
                      <a:pt x="3874008" y="1269778"/>
                      <a:pt x="3883819" y="1246442"/>
                    </a:cubicBezTo>
                    <a:cubicBezTo>
                      <a:pt x="3889248" y="1251585"/>
                      <a:pt x="3892582" y="1254633"/>
                      <a:pt x="3895821" y="1257681"/>
                    </a:cubicBezTo>
                    <a:cubicBezTo>
                      <a:pt x="3904774" y="1266158"/>
                      <a:pt x="3923347" y="1269778"/>
                      <a:pt x="3932778" y="1262444"/>
                    </a:cubicBezTo>
                    <a:cubicBezTo>
                      <a:pt x="3946684" y="1251776"/>
                      <a:pt x="3959448" y="1253776"/>
                      <a:pt x="3972782" y="1262063"/>
                    </a:cubicBezTo>
                    <a:cubicBezTo>
                      <a:pt x="3995071" y="1275779"/>
                      <a:pt x="4019931" y="1272635"/>
                      <a:pt x="4042505" y="1267111"/>
                    </a:cubicBezTo>
                    <a:cubicBezTo>
                      <a:pt x="4059555" y="1263015"/>
                      <a:pt x="4077748" y="1255490"/>
                      <a:pt x="4088892" y="1238250"/>
                    </a:cubicBezTo>
                    <a:cubicBezTo>
                      <a:pt x="4092416" y="1232726"/>
                      <a:pt x="4100322" y="1229963"/>
                      <a:pt x="4106609" y="1226344"/>
                    </a:cubicBezTo>
                    <a:cubicBezTo>
                      <a:pt x="4111848" y="1223391"/>
                      <a:pt x="4117372" y="1220629"/>
                      <a:pt x="4123182" y="1218724"/>
                    </a:cubicBezTo>
                    <a:cubicBezTo>
                      <a:pt x="4129373" y="1216628"/>
                      <a:pt x="4136232" y="1213580"/>
                      <a:pt x="4142328" y="1214438"/>
                    </a:cubicBezTo>
                    <a:cubicBezTo>
                      <a:pt x="4160806" y="1216914"/>
                      <a:pt x="4175475" y="1212056"/>
                      <a:pt x="4188524" y="1198245"/>
                    </a:cubicBezTo>
                    <a:cubicBezTo>
                      <a:pt x="4195287" y="1191101"/>
                      <a:pt x="4205288" y="1182434"/>
                      <a:pt x="4213860" y="1182338"/>
                    </a:cubicBezTo>
                    <a:cubicBezTo>
                      <a:pt x="4234720" y="1182053"/>
                      <a:pt x="4252055" y="1175195"/>
                      <a:pt x="4270820" y="1167003"/>
                    </a:cubicBezTo>
                    <a:cubicBezTo>
                      <a:pt x="4282916" y="1161764"/>
                      <a:pt x="4296632" y="1158145"/>
                      <a:pt x="4309587" y="1153287"/>
                    </a:cubicBezTo>
                    <a:cubicBezTo>
                      <a:pt x="4324731" y="1147572"/>
                      <a:pt x="4341210" y="1145477"/>
                      <a:pt x="4350449" y="1129665"/>
                    </a:cubicBezTo>
                    <a:cubicBezTo>
                      <a:pt x="4351496" y="1127951"/>
                      <a:pt x="4354640" y="1127665"/>
                      <a:pt x="4356164" y="1126046"/>
                    </a:cubicBezTo>
                    <a:cubicBezTo>
                      <a:pt x="4361021" y="1121093"/>
                      <a:pt x="4367308" y="1116521"/>
                      <a:pt x="4369880" y="1110520"/>
                    </a:cubicBezTo>
                    <a:cubicBezTo>
                      <a:pt x="4377309" y="1092994"/>
                      <a:pt x="4383119" y="1074896"/>
                      <a:pt x="4389787" y="1057085"/>
                    </a:cubicBezTo>
                    <a:cubicBezTo>
                      <a:pt x="4391216" y="1053275"/>
                      <a:pt x="4392549" y="1048417"/>
                      <a:pt x="4395502" y="1046226"/>
                    </a:cubicBezTo>
                    <a:cubicBezTo>
                      <a:pt x="4412552" y="1033653"/>
                      <a:pt x="4429888" y="1021556"/>
                      <a:pt x="4447413" y="1009650"/>
                    </a:cubicBezTo>
                    <a:cubicBezTo>
                      <a:pt x="4454462" y="1004887"/>
                      <a:pt x="4460367" y="1007555"/>
                      <a:pt x="4466654" y="1013079"/>
                    </a:cubicBezTo>
                    <a:cubicBezTo>
                      <a:pt x="4472750" y="1018318"/>
                      <a:pt x="4480275" y="1023747"/>
                      <a:pt x="4487894" y="1025081"/>
                    </a:cubicBezTo>
                    <a:cubicBezTo>
                      <a:pt x="4503135" y="1027652"/>
                      <a:pt x="4518946" y="1028224"/>
                      <a:pt x="4534472" y="1028224"/>
                    </a:cubicBezTo>
                    <a:cubicBezTo>
                      <a:pt x="4540282" y="1028224"/>
                      <a:pt x="4546473" y="1024795"/>
                      <a:pt x="4551903" y="1022033"/>
                    </a:cubicBezTo>
                    <a:cubicBezTo>
                      <a:pt x="4562189" y="1016794"/>
                      <a:pt x="4571714" y="1009745"/>
                      <a:pt x="4582382" y="1005364"/>
                    </a:cubicBezTo>
                    <a:cubicBezTo>
                      <a:pt x="4594765" y="1000316"/>
                      <a:pt x="4602194" y="992219"/>
                      <a:pt x="4605909" y="979551"/>
                    </a:cubicBezTo>
                    <a:cubicBezTo>
                      <a:pt x="4611434" y="960692"/>
                      <a:pt x="4624579" y="947547"/>
                      <a:pt x="4640104" y="936879"/>
                    </a:cubicBezTo>
                    <a:cubicBezTo>
                      <a:pt x="4659821" y="923258"/>
                      <a:pt x="4683348" y="923925"/>
                      <a:pt x="4705731" y="920591"/>
                    </a:cubicBezTo>
                    <a:cubicBezTo>
                      <a:pt x="4714304" y="919353"/>
                      <a:pt x="4723162" y="918305"/>
                      <a:pt x="4730973" y="915162"/>
                    </a:cubicBezTo>
                    <a:cubicBezTo>
                      <a:pt x="4760595" y="903351"/>
                      <a:pt x="4790218" y="892112"/>
                      <a:pt x="4822794" y="892397"/>
                    </a:cubicBezTo>
                    <a:cubicBezTo>
                      <a:pt x="4825460" y="892397"/>
                      <a:pt x="4828128" y="892112"/>
                      <a:pt x="4830794" y="891635"/>
                    </a:cubicBezTo>
                    <a:cubicBezTo>
                      <a:pt x="4853940" y="887730"/>
                      <a:pt x="4877848" y="886206"/>
                      <a:pt x="4894421" y="865442"/>
                    </a:cubicBezTo>
                    <a:cubicBezTo>
                      <a:pt x="4897469" y="861632"/>
                      <a:pt x="4904422" y="860489"/>
                      <a:pt x="4909756" y="858964"/>
                    </a:cubicBezTo>
                    <a:cubicBezTo>
                      <a:pt x="4918996" y="856488"/>
                      <a:pt x="4925188" y="851440"/>
                      <a:pt x="4928521" y="842391"/>
                    </a:cubicBezTo>
                    <a:cubicBezTo>
                      <a:pt x="4934141" y="826770"/>
                      <a:pt x="4940808" y="811435"/>
                      <a:pt x="4945857" y="795623"/>
                    </a:cubicBezTo>
                    <a:cubicBezTo>
                      <a:pt x="4949381" y="784765"/>
                      <a:pt x="4955953" y="778764"/>
                      <a:pt x="4966145" y="774287"/>
                    </a:cubicBezTo>
                    <a:cubicBezTo>
                      <a:pt x="4971860" y="771811"/>
                      <a:pt x="4976813" y="766382"/>
                      <a:pt x="4980909" y="761333"/>
                    </a:cubicBezTo>
                    <a:cubicBezTo>
                      <a:pt x="4985862" y="755237"/>
                      <a:pt x="4988433" y="747141"/>
                      <a:pt x="4993862" y="741712"/>
                    </a:cubicBezTo>
                    <a:cubicBezTo>
                      <a:pt x="5007102" y="728186"/>
                      <a:pt x="5011198" y="713232"/>
                      <a:pt x="5006816" y="694754"/>
                    </a:cubicBezTo>
                    <a:cubicBezTo>
                      <a:pt x="5002911" y="678371"/>
                      <a:pt x="5013198" y="656463"/>
                      <a:pt x="5026724" y="653129"/>
                    </a:cubicBezTo>
                    <a:cubicBezTo>
                      <a:pt x="5041678" y="649414"/>
                      <a:pt x="5051965" y="640271"/>
                      <a:pt x="5062538" y="630079"/>
                    </a:cubicBezTo>
                    <a:cubicBezTo>
                      <a:pt x="5068443" y="624364"/>
                      <a:pt x="5076730" y="619411"/>
                      <a:pt x="5084731" y="617982"/>
                    </a:cubicBezTo>
                    <a:cubicBezTo>
                      <a:pt x="5115116" y="612458"/>
                      <a:pt x="5143786" y="619220"/>
                      <a:pt x="5172647" y="630174"/>
                    </a:cubicBezTo>
                    <a:cubicBezTo>
                      <a:pt x="5191506" y="637318"/>
                      <a:pt x="5212461" y="639223"/>
                      <a:pt x="5232654" y="642080"/>
                    </a:cubicBezTo>
                    <a:cubicBezTo>
                      <a:pt x="5238941" y="642937"/>
                      <a:pt x="5246942" y="641033"/>
                      <a:pt x="5252371" y="637508"/>
                    </a:cubicBezTo>
                    <a:cubicBezTo>
                      <a:pt x="5271421" y="625316"/>
                      <a:pt x="5290376" y="612743"/>
                      <a:pt x="5308092" y="598646"/>
                    </a:cubicBezTo>
                    <a:cubicBezTo>
                      <a:pt x="5324571" y="585407"/>
                      <a:pt x="5343144" y="579882"/>
                      <a:pt x="5363147" y="581311"/>
                    </a:cubicBezTo>
                    <a:cubicBezTo>
                      <a:pt x="5377720" y="582359"/>
                      <a:pt x="5390864" y="579977"/>
                      <a:pt x="5404580" y="576358"/>
                    </a:cubicBezTo>
                    <a:cubicBezTo>
                      <a:pt x="5416010" y="573310"/>
                      <a:pt x="5428583" y="571214"/>
                      <a:pt x="5440203" y="572548"/>
                    </a:cubicBezTo>
                    <a:cubicBezTo>
                      <a:pt x="5456491" y="574453"/>
                      <a:pt x="5469922" y="571691"/>
                      <a:pt x="5482971" y="561880"/>
                    </a:cubicBezTo>
                    <a:cubicBezTo>
                      <a:pt x="5489924" y="556641"/>
                      <a:pt x="5498878" y="553879"/>
                      <a:pt x="5507165" y="550259"/>
                    </a:cubicBezTo>
                    <a:cubicBezTo>
                      <a:pt x="5519928" y="544640"/>
                      <a:pt x="5533168" y="539877"/>
                      <a:pt x="5545645" y="533591"/>
                    </a:cubicBezTo>
                    <a:cubicBezTo>
                      <a:pt x="5559076" y="526923"/>
                      <a:pt x="5571363" y="517684"/>
                      <a:pt x="5585079" y="511969"/>
                    </a:cubicBezTo>
                    <a:cubicBezTo>
                      <a:pt x="5599843" y="505778"/>
                      <a:pt x="5609368" y="496348"/>
                      <a:pt x="5615368" y="481679"/>
                    </a:cubicBezTo>
                    <a:cubicBezTo>
                      <a:pt x="5619179" y="472440"/>
                      <a:pt x="5624417" y="462629"/>
                      <a:pt x="5631656" y="456152"/>
                    </a:cubicBezTo>
                    <a:cubicBezTo>
                      <a:pt x="5646611" y="442913"/>
                      <a:pt x="5664136" y="432625"/>
                      <a:pt x="5679377" y="419576"/>
                    </a:cubicBezTo>
                    <a:cubicBezTo>
                      <a:pt x="5700808" y="401288"/>
                      <a:pt x="5720620" y="381857"/>
                      <a:pt x="5722525" y="350615"/>
                    </a:cubicBezTo>
                    <a:cubicBezTo>
                      <a:pt x="5723572" y="333375"/>
                      <a:pt x="5732716" y="326041"/>
                      <a:pt x="5749576" y="321945"/>
                    </a:cubicBezTo>
                    <a:cubicBezTo>
                      <a:pt x="5755195" y="320612"/>
                      <a:pt x="5763197" y="318040"/>
                      <a:pt x="5764911" y="313849"/>
                    </a:cubicBezTo>
                    <a:cubicBezTo>
                      <a:pt x="5770054" y="301371"/>
                      <a:pt x="5780722" y="298895"/>
                      <a:pt x="5791009" y="293942"/>
                    </a:cubicBezTo>
                    <a:cubicBezTo>
                      <a:pt x="5797201" y="290989"/>
                      <a:pt x="5804821" y="285179"/>
                      <a:pt x="5806440" y="279178"/>
                    </a:cubicBezTo>
                    <a:cubicBezTo>
                      <a:pt x="5813107" y="254889"/>
                      <a:pt x="5831395" y="240602"/>
                      <a:pt x="5848636" y="224885"/>
                    </a:cubicBezTo>
                    <a:cubicBezTo>
                      <a:pt x="5853684" y="220218"/>
                      <a:pt x="5859113" y="214884"/>
                      <a:pt x="5861590" y="208788"/>
                    </a:cubicBezTo>
                    <a:cubicBezTo>
                      <a:pt x="5866829" y="195643"/>
                      <a:pt x="5874639" y="186118"/>
                      <a:pt x="5888355" y="181166"/>
                    </a:cubicBezTo>
                    <a:cubicBezTo>
                      <a:pt x="5892736" y="179642"/>
                      <a:pt x="5896737" y="176117"/>
                      <a:pt x="5900071" y="172784"/>
                    </a:cubicBezTo>
                    <a:cubicBezTo>
                      <a:pt x="5907215" y="165545"/>
                      <a:pt x="5913215" y="157067"/>
                      <a:pt x="5920740" y="150305"/>
                    </a:cubicBezTo>
                    <a:cubicBezTo>
                      <a:pt x="5939885" y="132874"/>
                      <a:pt x="5958840" y="115729"/>
                      <a:pt x="5969985" y="91345"/>
                    </a:cubicBezTo>
                    <a:cubicBezTo>
                      <a:pt x="5975413" y="79439"/>
                      <a:pt x="5981605" y="66485"/>
                      <a:pt x="5991130" y="58293"/>
                    </a:cubicBezTo>
                    <a:cubicBezTo>
                      <a:pt x="6003227" y="47911"/>
                      <a:pt x="6019133" y="42005"/>
                      <a:pt x="6033325" y="33909"/>
                    </a:cubicBezTo>
                    <a:cubicBezTo>
                      <a:pt x="6040469" y="29813"/>
                      <a:pt x="6047137" y="24860"/>
                      <a:pt x="6054376" y="20955"/>
                    </a:cubicBezTo>
                    <a:cubicBezTo>
                      <a:pt x="6067234" y="14097"/>
                      <a:pt x="6080379" y="7715"/>
                      <a:pt x="6095524" y="0"/>
                    </a:cubicBezTo>
                    <a:close/>
                  </a:path>
                </a:pathLst>
              </a:custGeom>
              <a:blipFill>
                <a:blip r:embed="rId3">
                  <a:alphaModFix amt="57000"/>
                </a:blip>
                <a:tile tx="0" ty="0" sx="100000" sy="100000" flip="none" algn="tl"/>
              </a:blipFill>
              <a:ln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/>
              </a:p>
            </p:txBody>
          </p:sp>
        </p:grp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 bwMode="auto">
          <a:xfrm>
            <a:off x="4311522" y="956072"/>
            <a:ext cx="6593008" cy="2849975"/>
          </a:xfrm>
        </p:spPr>
        <p:txBody>
          <a:bodyPr>
            <a:normAutofit fontScale="90000"/>
          </a:bodyPr>
          <a:lstStyle/>
          <a:p>
            <a:pPr>
              <a:defRPr/>
            </a:pPr>
            <a:r>
              <a:rPr lang="fr-FR" sz="7200" b="1" dirty="0">
                <a:solidFill>
                  <a:schemeClr val="bg1"/>
                </a:solidFill>
              </a:rPr>
              <a:t>Projet BTS CIEL SESSION 2025 :</a:t>
            </a:r>
            <a:br>
              <a:rPr lang="fr-FR" sz="7200" b="1" dirty="0">
                <a:solidFill>
                  <a:schemeClr val="bg1"/>
                </a:solidFill>
              </a:rPr>
            </a:br>
            <a:r>
              <a:rPr lang="fr-FR" sz="3600" b="1" dirty="0">
                <a:solidFill>
                  <a:schemeClr val="bg1"/>
                </a:solidFill>
              </a:rPr>
              <a:t>Système Réseau Saint-Eloi V2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 bwMode="auto">
          <a:xfrm>
            <a:off x="6096000" y="4146832"/>
            <a:ext cx="3497263" cy="1012778"/>
          </a:xfrm>
        </p:spPr>
        <p:txBody>
          <a:bodyPr>
            <a:normAutofit/>
          </a:bodyPr>
          <a:lstStyle/>
          <a:p>
            <a:pPr algn="l">
              <a:defRPr/>
            </a:pPr>
            <a:r>
              <a:rPr lang="fr-FR" sz="1500" b="1" i="1" dirty="0">
                <a:solidFill>
                  <a:schemeClr val="bg1"/>
                </a:solidFill>
              </a:rPr>
              <a:t>Billion Alexandre   </a:t>
            </a:r>
          </a:p>
          <a:p>
            <a:pPr algn="l">
              <a:defRPr/>
            </a:pPr>
            <a:r>
              <a:rPr lang="fr-FR" sz="1500" b="1" i="1" u="sng" dirty="0" err="1">
                <a:solidFill>
                  <a:schemeClr val="bg1"/>
                </a:solidFill>
              </a:rPr>
              <a:t>Dubuis</a:t>
            </a:r>
            <a:r>
              <a:rPr lang="fr-FR" sz="1500" b="1" i="1" u="sng" dirty="0">
                <a:solidFill>
                  <a:schemeClr val="bg1"/>
                </a:solidFill>
              </a:rPr>
              <a:t> Lucas  </a:t>
            </a:r>
          </a:p>
          <a:p>
            <a:pPr algn="l">
              <a:defRPr/>
            </a:pPr>
            <a:r>
              <a:rPr lang="fr-FR" sz="1500" b="1" i="1" dirty="0" err="1">
                <a:solidFill>
                  <a:schemeClr val="bg1"/>
                </a:solidFill>
              </a:rPr>
              <a:t>Gadeau</a:t>
            </a:r>
            <a:r>
              <a:rPr lang="fr-FR" sz="1500" b="1" i="1" dirty="0">
                <a:solidFill>
                  <a:schemeClr val="bg1"/>
                </a:solidFill>
              </a:rPr>
              <a:t> Axel</a:t>
            </a:r>
          </a:p>
        </p:txBody>
      </p:sp>
      <p:pic>
        <p:nvPicPr>
          <p:cNvPr id="1855647880" name="Image 1855647879"/>
          <p:cNvPicPr>
            <a:picLocks noChangeAspect="1"/>
          </p:cNvPicPr>
          <p:nvPr/>
        </p:nvPicPr>
        <p:blipFill>
          <a:blip r:embed="rId4"/>
          <a:stretch/>
        </p:blipFill>
        <p:spPr bwMode="auto">
          <a:xfrm>
            <a:off x="954909" y="2162219"/>
            <a:ext cx="3287655" cy="3287655"/>
          </a:xfrm>
          <a:prstGeom prst="rect">
            <a:avLst/>
          </a:prstGeom>
        </p:spPr>
      </p:pic>
      <p:sp>
        <p:nvSpPr>
          <p:cNvPr id="7" name="ZoneTexte 6">
            <a:extLst>
              <a:ext uri="{FF2B5EF4-FFF2-40B4-BE49-F238E27FC236}">
                <a16:creationId xmlns:a16="http://schemas.microsoft.com/office/drawing/2014/main" id="{B0B1E7EF-33B8-550E-7BF5-45932F79B29F}"/>
              </a:ext>
            </a:extLst>
          </p:cNvPr>
          <p:cNvSpPr txBox="1"/>
          <p:nvPr/>
        </p:nvSpPr>
        <p:spPr bwMode="auto">
          <a:xfrm>
            <a:off x="11617687" y="6153742"/>
            <a:ext cx="1054589" cy="800155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compatLnSpc="0">
            <a:spAutoFit/>
          </a:bodyPr>
          <a:lstStyle/>
          <a:p>
            <a:pPr>
              <a:defRPr/>
            </a:pPr>
            <a:r>
              <a:rPr lang="fr-FR" sz="4800" b="1" dirty="0">
                <a:solidFill>
                  <a:schemeClr val="bg1"/>
                </a:solidFill>
              </a:rPr>
              <a:t>1</a:t>
            </a:r>
            <a:endParaRPr lang="fr-FR" sz="8000" dirty="0">
              <a:solidFill>
                <a:schemeClr val="bg1"/>
              </a:solidFill>
            </a:endParaRPr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01800A89-71B7-8066-0440-E091D896422C}"/>
              </a:ext>
            </a:extLst>
          </p:cNvPr>
          <p:cNvSpPr txBox="1"/>
          <p:nvPr/>
        </p:nvSpPr>
        <p:spPr>
          <a:xfrm>
            <a:off x="0" y="6320793"/>
            <a:ext cx="456727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400" dirty="0">
                <a:solidFill>
                  <a:schemeClr val="bg1"/>
                </a:solidFill>
              </a:rPr>
              <a:t>Projet suivit par Mme </a:t>
            </a:r>
            <a:r>
              <a:rPr lang="fr-FR" sz="2400" dirty="0" err="1">
                <a:solidFill>
                  <a:schemeClr val="bg1"/>
                </a:solidFill>
              </a:rPr>
              <a:t>Agostinelli</a:t>
            </a:r>
            <a:endParaRPr lang="fr-FR" sz="2400" dirty="0">
              <a:solidFill>
                <a:schemeClr val="bg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556478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85564788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85564788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18556478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79260D8-33CB-DD6C-8602-A932375F2D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fr-FR" dirty="0">
                <a:solidFill>
                  <a:schemeClr val="bg1"/>
                </a:solidFill>
              </a:rPr>
              <a:t>Sommaire</a:t>
            </a:r>
          </a:p>
        </p:txBody>
      </p:sp>
      <p:graphicFrame>
        <p:nvGraphicFramePr>
          <p:cNvPr id="8" name="Espace réservé du contenu 2">
            <a:extLst>
              <a:ext uri="{FF2B5EF4-FFF2-40B4-BE49-F238E27FC236}">
                <a16:creationId xmlns:a16="http://schemas.microsoft.com/office/drawing/2014/main" id="{BD452094-12F0-A647-2CAA-602B3620C06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40021394"/>
              </p:ext>
            </p:extLst>
          </p:nvPr>
        </p:nvGraphicFramePr>
        <p:xfrm>
          <a:off x="838200" y="1825625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6" name="ZoneTexte 5">
            <a:extLst>
              <a:ext uri="{FF2B5EF4-FFF2-40B4-BE49-F238E27FC236}">
                <a16:creationId xmlns:a16="http://schemas.microsoft.com/office/drawing/2014/main" id="{408276B8-EF95-08A7-9F21-3DFC9C7A7BDA}"/>
              </a:ext>
            </a:extLst>
          </p:cNvPr>
          <p:cNvSpPr txBox="1"/>
          <p:nvPr/>
        </p:nvSpPr>
        <p:spPr bwMode="auto">
          <a:xfrm>
            <a:off x="11617687" y="6153742"/>
            <a:ext cx="1054589" cy="800155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compatLnSpc="0">
            <a:spAutoFit/>
          </a:bodyPr>
          <a:lstStyle/>
          <a:p>
            <a:pPr>
              <a:defRPr/>
            </a:pPr>
            <a:r>
              <a:rPr lang="fr-FR" sz="4800" b="1" dirty="0">
                <a:solidFill>
                  <a:schemeClr val="bg1"/>
                </a:solidFill>
              </a:rPr>
              <a:t>2</a:t>
            </a:r>
            <a:endParaRPr lang="fr-FR" sz="8000" dirty="0">
              <a:solidFill>
                <a:schemeClr val="bg1"/>
              </a:solidFill>
            </a:endParaRPr>
          </a:p>
        </p:txBody>
      </p:sp>
      <p:pic>
        <p:nvPicPr>
          <p:cNvPr id="3" name="Image 2">
            <a:extLst>
              <a:ext uri="{FF2B5EF4-FFF2-40B4-BE49-F238E27FC236}">
                <a16:creationId xmlns:a16="http://schemas.microsoft.com/office/drawing/2014/main" id="{6B0B0402-643A-E182-A660-591454498531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/>
        </p:blipFill>
        <p:spPr bwMode="auto">
          <a:xfrm>
            <a:off x="11228927" y="58020"/>
            <a:ext cx="963073" cy="9630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4996022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2659FDB4-FCBE-4A89-B46D-43D4FA54464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8313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77431A22-BEE0-F724-886B-EB719054E2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9393" y="58020"/>
            <a:ext cx="4148829" cy="6595906"/>
          </a:xfrm>
        </p:spPr>
        <p:txBody>
          <a:bodyPr>
            <a:normAutofit/>
          </a:bodyPr>
          <a:lstStyle/>
          <a:p>
            <a:r>
              <a:rPr lang="fr-FR" sz="8000" dirty="0">
                <a:solidFill>
                  <a:schemeClr val="bg1"/>
                </a:solidFill>
              </a:rPr>
              <a:t>Quel est l’</a:t>
            </a:r>
            <a:r>
              <a:rPr lang="fr-FR" sz="8000" dirty="0" err="1">
                <a:solidFill>
                  <a:schemeClr val="bg1"/>
                </a:solidFill>
              </a:rPr>
              <a:t>objectif de</a:t>
            </a:r>
            <a:r>
              <a:rPr lang="fr-FR" sz="8000" dirty="0">
                <a:solidFill>
                  <a:schemeClr val="bg1"/>
                </a:solidFill>
              </a:rPr>
              <a:t> notre projet ?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C8F51B3F-8331-4E4A-AE96-D47B1006EE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728053" y="1132114"/>
            <a:ext cx="0" cy="5717573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16200000" scaled="1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5" name="Espace réservé du contenu 2">
            <a:extLst>
              <a:ext uri="{FF2B5EF4-FFF2-40B4-BE49-F238E27FC236}">
                <a16:creationId xmlns:a16="http://schemas.microsoft.com/office/drawing/2014/main" id="{44EC7F6C-E82B-F4FF-1F1B-BBD6043A7EC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19717665"/>
              </p:ext>
            </p:extLst>
          </p:nvPr>
        </p:nvGraphicFramePr>
        <p:xfrm>
          <a:off x="5108535" y="368710"/>
          <a:ext cx="6245265" cy="629143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4" name="Image 3">
            <a:extLst>
              <a:ext uri="{FF2B5EF4-FFF2-40B4-BE49-F238E27FC236}">
                <a16:creationId xmlns:a16="http://schemas.microsoft.com/office/drawing/2014/main" id="{545BAE1E-ED7D-1AA6-DC91-9C63FE2ACA1D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/>
        </p:blipFill>
        <p:spPr bwMode="auto">
          <a:xfrm>
            <a:off x="11228927" y="58020"/>
            <a:ext cx="963073" cy="963073"/>
          </a:xfrm>
          <a:prstGeom prst="rect">
            <a:avLst/>
          </a:prstGeom>
        </p:spPr>
      </p:pic>
      <p:sp>
        <p:nvSpPr>
          <p:cNvPr id="6" name="ZoneTexte 5">
            <a:extLst>
              <a:ext uri="{FF2B5EF4-FFF2-40B4-BE49-F238E27FC236}">
                <a16:creationId xmlns:a16="http://schemas.microsoft.com/office/drawing/2014/main" id="{19FA4DDC-016E-8149-E3AE-1510C5E8EEB8}"/>
              </a:ext>
            </a:extLst>
          </p:cNvPr>
          <p:cNvSpPr txBox="1"/>
          <p:nvPr/>
        </p:nvSpPr>
        <p:spPr bwMode="auto">
          <a:xfrm>
            <a:off x="11617687" y="6153742"/>
            <a:ext cx="1054589" cy="800155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compatLnSpc="0">
            <a:spAutoFit/>
          </a:bodyPr>
          <a:lstStyle/>
          <a:p>
            <a:pPr>
              <a:defRPr/>
            </a:pPr>
            <a:r>
              <a:rPr lang="fr-FR" sz="4800" b="1" dirty="0">
                <a:solidFill>
                  <a:schemeClr val="bg1"/>
                </a:solidFill>
              </a:rPr>
              <a:t>3</a:t>
            </a:r>
            <a:endParaRPr lang="fr-FR" sz="80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4554076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5" grpId="0">
        <p:bldAsOne/>
      </p:bldGraphic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22952940" name="ZoneTexte 1122952939"/>
          <p:cNvSpPr txBox="1"/>
          <p:nvPr/>
        </p:nvSpPr>
        <p:spPr bwMode="auto">
          <a:xfrm>
            <a:off x="3424992" y="-59267"/>
            <a:ext cx="5129028" cy="51851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compatLnSpc="0">
            <a:spAutoFit/>
          </a:bodyPr>
          <a:lstStyle/>
          <a:p>
            <a:pPr algn="ctr">
              <a:defRPr/>
            </a:pPr>
            <a:r>
              <a:rPr sz="2800" b="1" dirty="0">
                <a:solidFill>
                  <a:schemeClr val="bg1"/>
                </a:solidFill>
              </a:rPr>
              <a:t>Sch</a:t>
            </a:r>
            <a:r>
              <a:rPr lang="fr-FR" sz="2800" b="1" dirty="0">
                <a:solidFill>
                  <a:schemeClr val="bg1"/>
                </a:solidFill>
              </a:rPr>
              <a:t>é</a:t>
            </a:r>
            <a:r>
              <a:rPr sz="2800" b="1" dirty="0">
                <a:solidFill>
                  <a:schemeClr val="bg1"/>
                </a:solidFill>
              </a:rPr>
              <a:t>ma du réseau</a:t>
            </a:r>
          </a:p>
        </p:txBody>
      </p:sp>
      <p:sp>
        <p:nvSpPr>
          <p:cNvPr id="1621113" name="ZoneTexte 1621112"/>
          <p:cNvSpPr txBox="1"/>
          <p:nvPr/>
        </p:nvSpPr>
        <p:spPr bwMode="auto">
          <a:xfrm>
            <a:off x="11617687" y="6153742"/>
            <a:ext cx="1054589" cy="800155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compatLnSpc="0">
            <a:spAutoFit/>
          </a:bodyPr>
          <a:lstStyle/>
          <a:p>
            <a:pPr>
              <a:defRPr/>
            </a:pPr>
            <a:r>
              <a:rPr lang="fr-FR" sz="4800" b="1" dirty="0">
                <a:solidFill>
                  <a:schemeClr val="bg1"/>
                </a:solidFill>
              </a:rPr>
              <a:t>4</a:t>
            </a:r>
            <a:endParaRPr sz="8000" dirty="0">
              <a:solidFill>
                <a:schemeClr val="bg1"/>
              </a:solidFill>
            </a:endParaRPr>
          </a:p>
        </p:txBody>
      </p:sp>
      <p:pic>
        <p:nvPicPr>
          <p:cNvPr id="2" name="Image 1">
            <a:extLst>
              <a:ext uri="{FF2B5EF4-FFF2-40B4-BE49-F238E27FC236}">
                <a16:creationId xmlns:a16="http://schemas.microsoft.com/office/drawing/2014/main" id="{A5D6A10A-CFFB-2F37-3643-A4E1BE98D3A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11136150" y="174596"/>
            <a:ext cx="963073" cy="963073"/>
          </a:xfrm>
          <a:prstGeom prst="rect">
            <a:avLst/>
          </a:prstGeom>
        </p:spPr>
      </p:pic>
      <p:pic>
        <p:nvPicPr>
          <p:cNvPr id="7" name="Image 6" descr="Une image contenant diagramme, texte, capture d’écran, conception">
            <a:extLst>
              <a:ext uri="{FF2B5EF4-FFF2-40B4-BE49-F238E27FC236}">
                <a16:creationId xmlns:a16="http://schemas.microsoft.com/office/drawing/2014/main" id="{36FDC366-5A1E-122B-B8F6-4A83308A8C8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18209" y="459252"/>
            <a:ext cx="9155581" cy="6210947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9" name="Encre 8">
                <a:extLst>
                  <a:ext uri="{FF2B5EF4-FFF2-40B4-BE49-F238E27FC236}">
                    <a16:creationId xmlns:a16="http://schemas.microsoft.com/office/drawing/2014/main" id="{94EB0B87-DEA5-3D9E-34DA-33693A04FDE8}"/>
                  </a:ext>
                </a:extLst>
              </p14:cNvPr>
              <p14:cNvContentPartPr/>
              <p14:nvPr/>
            </p14:nvContentPartPr>
            <p14:xfrm>
              <a:off x="2122530" y="1147815"/>
              <a:ext cx="3017520" cy="3532320"/>
            </p14:xfrm>
          </p:contentPart>
        </mc:Choice>
        <mc:Fallback xmlns="">
          <p:pic>
            <p:nvPicPr>
              <p:cNvPr id="9" name="Encre 8">
                <a:extLst>
                  <a:ext uri="{FF2B5EF4-FFF2-40B4-BE49-F238E27FC236}">
                    <a16:creationId xmlns:a16="http://schemas.microsoft.com/office/drawing/2014/main" id="{94EB0B87-DEA5-3D9E-34DA-33693A04FDE8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2116410" y="1141695"/>
                <a:ext cx="3029760" cy="354456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3703393" name="ZoneTexte 53703392"/>
          <p:cNvSpPr txBox="1"/>
          <p:nvPr/>
        </p:nvSpPr>
        <p:spPr bwMode="auto">
          <a:xfrm>
            <a:off x="3867685" y="117987"/>
            <a:ext cx="4456630" cy="623248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compatLnSpc="0">
            <a:spAutoFit/>
          </a:bodyPr>
          <a:lstStyle/>
          <a:p>
            <a:pPr algn="l">
              <a:defRPr/>
            </a:pPr>
            <a:r>
              <a:rPr sz="3600" b="1" dirty="0">
                <a:solidFill>
                  <a:schemeClr val="bg1"/>
                </a:solidFill>
              </a:rPr>
              <a:t>Cahier des charges</a:t>
            </a:r>
          </a:p>
        </p:txBody>
      </p:sp>
      <p:sp>
        <p:nvSpPr>
          <p:cNvPr id="330864219" name="ZoneTexte 330864218"/>
          <p:cNvSpPr txBox="1"/>
          <p:nvPr/>
        </p:nvSpPr>
        <p:spPr bwMode="auto">
          <a:xfrm>
            <a:off x="11617686" y="6153741"/>
            <a:ext cx="1055669" cy="800155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compatLnSpc="0">
            <a:spAutoFit/>
          </a:bodyPr>
          <a:lstStyle/>
          <a:p>
            <a:pPr>
              <a:defRPr/>
            </a:pPr>
            <a:r>
              <a:rPr lang="fr-FR" sz="4800" b="1" dirty="0">
                <a:solidFill>
                  <a:schemeClr val="bg1"/>
                </a:solidFill>
              </a:rPr>
              <a:t>5</a:t>
            </a:r>
            <a:endParaRPr sz="8000" dirty="0">
              <a:solidFill>
                <a:schemeClr val="bg1"/>
              </a:solidFill>
            </a:endParaRPr>
          </a:p>
        </p:txBody>
      </p:sp>
      <p:pic>
        <p:nvPicPr>
          <p:cNvPr id="879900684" name="Image 879900683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3424281" y="659688"/>
            <a:ext cx="5447649" cy="6088258"/>
          </a:xfrm>
          <a:prstGeom prst="rect">
            <a:avLst/>
          </a:prstGeom>
        </p:spPr>
      </p:pic>
      <p:pic>
        <p:nvPicPr>
          <p:cNvPr id="2" name="Image 1">
            <a:extLst>
              <a:ext uri="{FF2B5EF4-FFF2-40B4-BE49-F238E27FC236}">
                <a16:creationId xmlns:a16="http://schemas.microsoft.com/office/drawing/2014/main" id="{34BFA2C3-5212-4E8C-0B3E-ED4BA26C02C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/>
        </p:blipFill>
        <p:spPr bwMode="auto">
          <a:xfrm>
            <a:off x="10990718" y="117987"/>
            <a:ext cx="963073" cy="963073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11" name="Encre 10">
                <a:extLst>
                  <a:ext uri="{FF2B5EF4-FFF2-40B4-BE49-F238E27FC236}">
                    <a16:creationId xmlns:a16="http://schemas.microsoft.com/office/drawing/2014/main" id="{9699CD9B-4A6F-A06E-BB33-76A91DE3B0B6}"/>
                  </a:ext>
                </a:extLst>
              </p14:cNvPr>
              <p14:cNvContentPartPr/>
              <p14:nvPr/>
            </p14:nvContentPartPr>
            <p14:xfrm>
              <a:off x="6841332" y="2668413"/>
              <a:ext cx="2462400" cy="1653120"/>
            </p14:xfrm>
          </p:contentPart>
        </mc:Choice>
        <mc:Fallback xmlns="">
          <p:pic>
            <p:nvPicPr>
              <p:cNvPr id="11" name="Encre 10">
                <a:extLst>
                  <a:ext uri="{FF2B5EF4-FFF2-40B4-BE49-F238E27FC236}">
                    <a16:creationId xmlns:a16="http://schemas.microsoft.com/office/drawing/2014/main" id="{9699CD9B-4A6F-A06E-BB33-76A91DE3B0B6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6835212" y="2662293"/>
                <a:ext cx="2474640" cy="1665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15" name="Encre 14">
                <a:extLst>
                  <a:ext uri="{FF2B5EF4-FFF2-40B4-BE49-F238E27FC236}">
                    <a16:creationId xmlns:a16="http://schemas.microsoft.com/office/drawing/2014/main" id="{73D69743-D24C-0C58-4B47-FF3A5FCFEDF0}"/>
                  </a:ext>
                </a:extLst>
              </p14:cNvPr>
              <p14:cNvContentPartPr/>
              <p14:nvPr/>
            </p14:nvContentPartPr>
            <p14:xfrm>
              <a:off x="3494772" y="2676333"/>
              <a:ext cx="2107440" cy="1292040"/>
            </p14:xfrm>
          </p:contentPart>
        </mc:Choice>
        <mc:Fallback xmlns="">
          <p:pic>
            <p:nvPicPr>
              <p:cNvPr id="15" name="Encre 14">
                <a:extLst>
                  <a:ext uri="{FF2B5EF4-FFF2-40B4-BE49-F238E27FC236}">
                    <a16:creationId xmlns:a16="http://schemas.microsoft.com/office/drawing/2014/main" id="{73D69743-D24C-0C58-4B47-FF3A5FCFEDF0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3488652" y="2670213"/>
                <a:ext cx="2119680" cy="1304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">
            <p14:nvContentPartPr>
              <p14:cNvPr id="18" name="Encre 17">
                <a:extLst>
                  <a:ext uri="{FF2B5EF4-FFF2-40B4-BE49-F238E27FC236}">
                    <a16:creationId xmlns:a16="http://schemas.microsoft.com/office/drawing/2014/main" id="{6FEF475A-1465-50DF-014A-6FB726E65079}"/>
                  </a:ext>
                </a:extLst>
              </p14:cNvPr>
              <p14:cNvContentPartPr/>
              <p14:nvPr/>
            </p14:nvContentPartPr>
            <p14:xfrm>
              <a:off x="4765212" y="5104533"/>
              <a:ext cx="3001680" cy="1666440"/>
            </p14:xfrm>
          </p:contentPart>
        </mc:Choice>
        <mc:Fallback xmlns="">
          <p:pic>
            <p:nvPicPr>
              <p:cNvPr id="18" name="Encre 17">
                <a:extLst>
                  <a:ext uri="{FF2B5EF4-FFF2-40B4-BE49-F238E27FC236}">
                    <a16:creationId xmlns:a16="http://schemas.microsoft.com/office/drawing/2014/main" id="{6FEF475A-1465-50DF-014A-6FB726E65079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4759092" y="5098413"/>
                <a:ext cx="3013920" cy="1678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">
            <p14:nvContentPartPr>
              <p14:cNvPr id="20" name="Encre 19">
                <a:extLst>
                  <a:ext uri="{FF2B5EF4-FFF2-40B4-BE49-F238E27FC236}">
                    <a16:creationId xmlns:a16="http://schemas.microsoft.com/office/drawing/2014/main" id="{B13CEE75-0680-0A7B-DF65-8AF9498249A0}"/>
                  </a:ext>
                </a:extLst>
              </p14:cNvPr>
              <p14:cNvContentPartPr/>
              <p14:nvPr/>
            </p14:nvContentPartPr>
            <p14:xfrm>
              <a:off x="7048170" y="4443280"/>
              <a:ext cx="1838880" cy="1220400"/>
            </p14:xfrm>
          </p:contentPart>
        </mc:Choice>
        <mc:Fallback xmlns="">
          <p:pic>
            <p:nvPicPr>
              <p:cNvPr id="20" name="Encre 19">
                <a:extLst>
                  <a:ext uri="{FF2B5EF4-FFF2-40B4-BE49-F238E27FC236}">
                    <a16:creationId xmlns:a16="http://schemas.microsoft.com/office/drawing/2014/main" id="{B13CEE75-0680-0A7B-DF65-8AF9498249A0}"/>
                  </a:ext>
                </a:extLst>
              </p:cNvPr>
              <p:cNvPicPr/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7042050" y="4437160"/>
                <a:ext cx="1851120" cy="123264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23057295" name="ZoneTexte 1423057294"/>
          <p:cNvSpPr txBox="1"/>
          <p:nvPr/>
        </p:nvSpPr>
        <p:spPr bwMode="auto">
          <a:xfrm>
            <a:off x="11617686" y="6153741"/>
            <a:ext cx="1055669" cy="800155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compatLnSpc="0">
            <a:spAutoFit/>
          </a:bodyPr>
          <a:lstStyle/>
          <a:p>
            <a:pPr>
              <a:defRPr/>
            </a:pPr>
            <a:r>
              <a:rPr lang="fr-FR" sz="4800" b="1" dirty="0">
                <a:solidFill>
                  <a:schemeClr val="bg1"/>
                </a:solidFill>
              </a:rPr>
              <a:t>6</a:t>
            </a:r>
            <a:endParaRPr sz="8000" dirty="0">
              <a:solidFill>
                <a:schemeClr val="bg1"/>
              </a:solidFill>
            </a:endParaRPr>
          </a:p>
        </p:txBody>
      </p:sp>
      <p:pic>
        <p:nvPicPr>
          <p:cNvPr id="2" name="Image 1">
            <a:extLst>
              <a:ext uri="{FF2B5EF4-FFF2-40B4-BE49-F238E27FC236}">
                <a16:creationId xmlns:a16="http://schemas.microsoft.com/office/drawing/2014/main" id="{9B9208FF-E1AF-8A02-25E5-B59398A52E8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11136150" y="174596"/>
            <a:ext cx="963073" cy="963073"/>
          </a:xfrm>
          <a:prstGeom prst="rect">
            <a:avLst/>
          </a:prstGeom>
        </p:spPr>
      </p:pic>
      <p:sp>
        <p:nvSpPr>
          <p:cNvPr id="3" name="ZoneTexte 2">
            <a:extLst>
              <a:ext uri="{FF2B5EF4-FFF2-40B4-BE49-F238E27FC236}">
                <a16:creationId xmlns:a16="http://schemas.microsoft.com/office/drawing/2014/main" id="{C290355A-B9A4-D624-2C3E-16AE0A46A26E}"/>
              </a:ext>
            </a:extLst>
          </p:cNvPr>
          <p:cNvSpPr txBox="1"/>
          <p:nvPr/>
        </p:nvSpPr>
        <p:spPr bwMode="auto">
          <a:xfrm>
            <a:off x="5137365" y="1035901"/>
            <a:ext cx="4612343" cy="623248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compatLnSpc="0">
            <a:spAutoFit/>
          </a:bodyPr>
          <a:lstStyle/>
          <a:p>
            <a:pPr algn="l">
              <a:defRPr/>
            </a:pPr>
            <a:r>
              <a:rPr lang="fr-FR" sz="3600" b="1" dirty="0">
                <a:solidFill>
                  <a:schemeClr val="bg1"/>
                </a:solidFill>
              </a:rPr>
              <a:t>RGPD</a:t>
            </a:r>
            <a:endParaRPr sz="3600" b="1" dirty="0">
              <a:solidFill>
                <a:schemeClr val="bg1"/>
              </a:solidFill>
            </a:endParaRPr>
          </a:p>
        </p:txBody>
      </p:sp>
      <p:pic>
        <p:nvPicPr>
          <p:cNvPr id="7" name="Image 6" descr="Une image contenant texte, capture d’écran, Police, ligne&#10;&#10;Le contenu généré par l’IA peut être incorrect.">
            <a:extLst>
              <a:ext uri="{FF2B5EF4-FFF2-40B4-BE49-F238E27FC236}">
                <a16:creationId xmlns:a16="http://schemas.microsoft.com/office/drawing/2014/main" id="{746D11C4-91AB-1932-2A11-363A90CA0B3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04572" y="1903620"/>
            <a:ext cx="8782854" cy="3606855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80258735" name="ZoneTexte 1680258734"/>
          <p:cNvSpPr txBox="1"/>
          <p:nvPr/>
        </p:nvSpPr>
        <p:spPr bwMode="auto">
          <a:xfrm>
            <a:off x="11337467" y="6057845"/>
            <a:ext cx="1056389" cy="800155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compatLnSpc="0">
            <a:spAutoFit/>
          </a:bodyPr>
          <a:lstStyle/>
          <a:p>
            <a:pPr>
              <a:defRPr/>
            </a:pPr>
            <a:r>
              <a:rPr lang="fr-FR" sz="4800" b="1" dirty="0">
                <a:solidFill>
                  <a:schemeClr val="bg1"/>
                </a:solidFill>
              </a:rPr>
              <a:t>7</a:t>
            </a:r>
            <a:endParaRPr sz="8000" dirty="0">
              <a:solidFill>
                <a:schemeClr val="bg1"/>
              </a:solidFill>
            </a:endParaRPr>
          </a:p>
        </p:txBody>
      </p:sp>
      <p:pic>
        <p:nvPicPr>
          <p:cNvPr id="2" name="Image 1">
            <a:extLst>
              <a:ext uri="{FF2B5EF4-FFF2-40B4-BE49-F238E27FC236}">
                <a16:creationId xmlns:a16="http://schemas.microsoft.com/office/drawing/2014/main" id="{BA2E6A87-9CA6-5D7E-7393-93697A48808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11136150" y="174596"/>
            <a:ext cx="963073" cy="963073"/>
          </a:xfrm>
          <a:prstGeom prst="rect">
            <a:avLst/>
          </a:prstGeom>
        </p:spPr>
      </p:pic>
      <p:sp>
        <p:nvSpPr>
          <p:cNvPr id="3" name="ZoneTexte 2">
            <a:extLst>
              <a:ext uri="{FF2B5EF4-FFF2-40B4-BE49-F238E27FC236}">
                <a16:creationId xmlns:a16="http://schemas.microsoft.com/office/drawing/2014/main" id="{A257506F-5695-5E5F-44AE-4FF951774A3D}"/>
              </a:ext>
            </a:extLst>
          </p:cNvPr>
          <p:cNvSpPr txBox="1"/>
          <p:nvPr/>
        </p:nvSpPr>
        <p:spPr bwMode="auto">
          <a:xfrm>
            <a:off x="3699330" y="514421"/>
            <a:ext cx="5482770" cy="623248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compatLnSpc="0">
            <a:spAutoFit/>
          </a:bodyPr>
          <a:lstStyle/>
          <a:p>
            <a:pPr algn="l">
              <a:defRPr/>
            </a:pPr>
            <a:r>
              <a:rPr lang="fr-FR" sz="3600" b="1" dirty="0">
                <a:solidFill>
                  <a:schemeClr val="bg1"/>
                </a:solidFill>
              </a:rPr>
              <a:t>Exigences Energétiques</a:t>
            </a:r>
            <a:endParaRPr sz="3600" b="1" dirty="0">
              <a:solidFill>
                <a:schemeClr val="bg1"/>
              </a:solidFill>
            </a:endParaRPr>
          </a:p>
        </p:txBody>
      </p:sp>
      <p:pic>
        <p:nvPicPr>
          <p:cNvPr id="5" name="Image 4" descr="Une image contenant texte, capture d’écran, Police, ligne&#10;&#10;Le contenu généré par l’IA peut être incorrect.">
            <a:extLst>
              <a:ext uri="{FF2B5EF4-FFF2-40B4-BE49-F238E27FC236}">
                <a16:creationId xmlns:a16="http://schemas.microsoft.com/office/drawing/2014/main" id="{4C8A9ECF-B54D-16B8-A0A2-6DB3C38B972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76381" y="1590609"/>
            <a:ext cx="9482879" cy="3676782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32905337" name="ZoneTexte 1332905336"/>
          <p:cNvSpPr txBox="1"/>
          <p:nvPr/>
        </p:nvSpPr>
        <p:spPr bwMode="auto">
          <a:xfrm>
            <a:off x="11567886" y="6168489"/>
            <a:ext cx="854746" cy="800155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compatLnSpc="0">
            <a:spAutoFit/>
          </a:bodyPr>
          <a:lstStyle/>
          <a:p>
            <a:pPr>
              <a:defRPr/>
            </a:pPr>
            <a:r>
              <a:rPr lang="fr-FR" sz="4800" b="1" dirty="0">
                <a:solidFill>
                  <a:schemeClr val="bg1"/>
                </a:solidFill>
              </a:rPr>
              <a:t>8</a:t>
            </a:r>
            <a:endParaRPr sz="8000" dirty="0">
              <a:solidFill>
                <a:schemeClr val="bg1"/>
              </a:solidFill>
            </a:endParaRPr>
          </a:p>
        </p:txBody>
      </p:sp>
      <p:pic>
        <p:nvPicPr>
          <p:cNvPr id="2" name="Image 1">
            <a:extLst>
              <a:ext uri="{FF2B5EF4-FFF2-40B4-BE49-F238E27FC236}">
                <a16:creationId xmlns:a16="http://schemas.microsoft.com/office/drawing/2014/main" id="{B2032169-B1FA-98A8-2CC2-6C6EB119DAF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11136150" y="174596"/>
            <a:ext cx="963073" cy="963073"/>
          </a:xfrm>
          <a:prstGeom prst="rect">
            <a:avLst/>
          </a:prstGeom>
        </p:spPr>
      </p:pic>
      <p:pic>
        <p:nvPicPr>
          <p:cNvPr id="4" name="Image 3">
            <a:extLst>
              <a:ext uri="{FF2B5EF4-FFF2-40B4-BE49-F238E27FC236}">
                <a16:creationId xmlns:a16="http://schemas.microsoft.com/office/drawing/2014/main" id="{5F17457D-2127-4BB9-FE95-D35070EA6E6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5825" y="1674289"/>
            <a:ext cx="10641138" cy="3509421"/>
          </a:xfrm>
          <a:prstGeom prst="rect">
            <a:avLst/>
          </a:prstGeom>
        </p:spPr>
      </p:pic>
      <p:sp>
        <p:nvSpPr>
          <p:cNvPr id="3" name="ZoneTexte 2">
            <a:extLst>
              <a:ext uri="{FF2B5EF4-FFF2-40B4-BE49-F238E27FC236}">
                <a16:creationId xmlns:a16="http://schemas.microsoft.com/office/drawing/2014/main" id="{4AC9C2B7-99DD-56C1-59AB-AD2829922D98}"/>
              </a:ext>
            </a:extLst>
          </p:cNvPr>
          <p:cNvSpPr txBox="1"/>
          <p:nvPr/>
        </p:nvSpPr>
        <p:spPr bwMode="auto">
          <a:xfrm>
            <a:off x="3878728" y="471107"/>
            <a:ext cx="4612343" cy="623248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compatLnSpc="0">
            <a:spAutoFit/>
          </a:bodyPr>
          <a:lstStyle/>
          <a:p>
            <a:pPr algn="l">
              <a:defRPr/>
            </a:pPr>
            <a:r>
              <a:rPr lang="fr-FR" sz="3600" b="1" dirty="0">
                <a:solidFill>
                  <a:schemeClr val="bg1"/>
                </a:solidFill>
              </a:rPr>
              <a:t>Sécurité réseau</a:t>
            </a:r>
            <a:endParaRPr sz="3600" b="1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31676905" name="ZoneTexte 1131676904"/>
          <p:cNvSpPr txBox="1"/>
          <p:nvPr/>
        </p:nvSpPr>
        <p:spPr bwMode="auto">
          <a:xfrm>
            <a:off x="11617686" y="6159749"/>
            <a:ext cx="1056028" cy="800155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compatLnSpc="0">
            <a:spAutoFit/>
          </a:bodyPr>
          <a:lstStyle/>
          <a:p>
            <a:pPr>
              <a:defRPr/>
            </a:pPr>
            <a:r>
              <a:rPr lang="fr-FR" sz="4800" b="1" dirty="0">
                <a:solidFill>
                  <a:schemeClr val="bg1"/>
                </a:solidFill>
              </a:rPr>
              <a:t>9</a:t>
            </a:r>
            <a:endParaRPr sz="8000" dirty="0">
              <a:solidFill>
                <a:schemeClr val="bg1"/>
              </a:solidFill>
            </a:endParaRPr>
          </a:p>
        </p:txBody>
      </p:sp>
      <p:pic>
        <p:nvPicPr>
          <p:cNvPr id="2" name="Image 1">
            <a:extLst>
              <a:ext uri="{FF2B5EF4-FFF2-40B4-BE49-F238E27FC236}">
                <a16:creationId xmlns:a16="http://schemas.microsoft.com/office/drawing/2014/main" id="{595022BB-258C-8A13-0682-EE49ED75209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11136150" y="174596"/>
            <a:ext cx="963073" cy="963073"/>
          </a:xfrm>
          <a:prstGeom prst="rect">
            <a:avLst/>
          </a:prstGeom>
        </p:spPr>
      </p:pic>
      <p:sp>
        <p:nvSpPr>
          <p:cNvPr id="3" name="ZoneTexte 2">
            <a:extLst>
              <a:ext uri="{FF2B5EF4-FFF2-40B4-BE49-F238E27FC236}">
                <a16:creationId xmlns:a16="http://schemas.microsoft.com/office/drawing/2014/main" id="{E15108B2-B3FB-099F-64FC-499F695FDD1D}"/>
              </a:ext>
            </a:extLst>
          </p:cNvPr>
          <p:cNvSpPr txBox="1"/>
          <p:nvPr/>
        </p:nvSpPr>
        <p:spPr bwMode="auto">
          <a:xfrm>
            <a:off x="1523025" y="192781"/>
            <a:ext cx="8783053" cy="623248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compatLnSpc="0">
            <a:spAutoFit/>
          </a:bodyPr>
          <a:lstStyle/>
          <a:p>
            <a:pPr algn="ctr">
              <a:defRPr/>
            </a:pPr>
            <a:r>
              <a:rPr lang="fr-FR" sz="3600" b="1" dirty="0">
                <a:solidFill>
                  <a:schemeClr val="bg1"/>
                </a:solidFill>
              </a:rPr>
              <a:t>Exigences techniques du réseau</a:t>
            </a:r>
            <a:endParaRPr sz="3600" b="1" dirty="0">
              <a:solidFill>
                <a:schemeClr val="bg1"/>
              </a:solidFill>
            </a:endParaRPr>
          </a:p>
        </p:txBody>
      </p:sp>
      <p:pic>
        <p:nvPicPr>
          <p:cNvPr id="5" name="Image 4" descr="Une image contenant texte, diagramme, capture d’écran, ligne&#10;&#10;Le contenu généré par l’IA peut être incorrect.">
            <a:extLst>
              <a:ext uri="{FF2B5EF4-FFF2-40B4-BE49-F238E27FC236}">
                <a16:creationId xmlns:a16="http://schemas.microsoft.com/office/drawing/2014/main" id="{2899B7F6-9069-26BE-7312-C1B6180B216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97659" y="973728"/>
            <a:ext cx="7433784" cy="5691491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6C71ADF-80C0-6875-7401-097BA64D1595}"/>
            </a:ext>
          </a:extLst>
        </p:cNvPr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20039491" name="ZoneTexte 2120039490">
            <a:extLst>
              <a:ext uri="{FF2B5EF4-FFF2-40B4-BE49-F238E27FC236}">
                <a16:creationId xmlns:a16="http://schemas.microsoft.com/office/drawing/2014/main" id="{96C62287-2ED3-90E5-2CF8-C4B106C92A3B}"/>
              </a:ext>
            </a:extLst>
          </p:cNvPr>
          <p:cNvSpPr txBox="1"/>
          <p:nvPr/>
        </p:nvSpPr>
        <p:spPr bwMode="auto">
          <a:xfrm>
            <a:off x="11299004" y="6153741"/>
            <a:ext cx="1057108" cy="800155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compatLnSpc="0">
            <a:spAutoFit/>
          </a:bodyPr>
          <a:lstStyle/>
          <a:p>
            <a:pPr>
              <a:defRPr/>
            </a:pPr>
            <a:r>
              <a:rPr sz="4800" b="1" dirty="0">
                <a:solidFill>
                  <a:schemeClr val="bg1"/>
                </a:solidFill>
              </a:rPr>
              <a:t>1</a:t>
            </a:r>
            <a:r>
              <a:rPr lang="fr-FR" sz="4800" b="1" dirty="0">
                <a:solidFill>
                  <a:schemeClr val="bg1"/>
                </a:solidFill>
              </a:rPr>
              <a:t>0</a:t>
            </a:r>
          </a:p>
        </p:txBody>
      </p:sp>
      <p:pic>
        <p:nvPicPr>
          <p:cNvPr id="2" name="Image 1">
            <a:extLst>
              <a:ext uri="{FF2B5EF4-FFF2-40B4-BE49-F238E27FC236}">
                <a16:creationId xmlns:a16="http://schemas.microsoft.com/office/drawing/2014/main" id="{B201B7E5-1A94-092F-A308-3D56883A0D5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11136150" y="174596"/>
            <a:ext cx="963073" cy="963073"/>
          </a:xfrm>
          <a:prstGeom prst="rect">
            <a:avLst/>
          </a:prstGeom>
        </p:spPr>
      </p:pic>
      <p:sp>
        <p:nvSpPr>
          <p:cNvPr id="6" name="ZoneTexte 5">
            <a:extLst>
              <a:ext uri="{FF2B5EF4-FFF2-40B4-BE49-F238E27FC236}">
                <a16:creationId xmlns:a16="http://schemas.microsoft.com/office/drawing/2014/main" id="{3A81CE94-8A74-1774-3885-F10FE16034C3}"/>
              </a:ext>
            </a:extLst>
          </p:cNvPr>
          <p:cNvSpPr txBox="1"/>
          <p:nvPr/>
        </p:nvSpPr>
        <p:spPr bwMode="auto">
          <a:xfrm>
            <a:off x="2754931" y="65157"/>
            <a:ext cx="7200756" cy="623248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compatLnSpc="0">
            <a:spAutoFit/>
          </a:bodyPr>
          <a:lstStyle/>
          <a:p>
            <a:pPr algn="l">
              <a:defRPr/>
            </a:pPr>
            <a:r>
              <a:rPr lang="fr-FR" sz="3600" b="1" dirty="0">
                <a:solidFill>
                  <a:schemeClr val="bg1"/>
                </a:solidFill>
              </a:rPr>
              <a:t>Diagramme de cas d’utilisation</a:t>
            </a:r>
            <a:endParaRPr sz="3600" b="1" dirty="0">
              <a:solidFill>
                <a:schemeClr val="bg1"/>
              </a:solidFill>
            </a:endParaRPr>
          </a:p>
        </p:txBody>
      </p:sp>
      <p:pic>
        <p:nvPicPr>
          <p:cNvPr id="5" name="Image 4" descr="Une image contenant texte, capture d’écran, diagramme, Police&#10;&#10;Le contenu généré par l’IA peut être incorrect.">
            <a:extLst>
              <a:ext uri="{FF2B5EF4-FFF2-40B4-BE49-F238E27FC236}">
                <a16:creationId xmlns:a16="http://schemas.microsoft.com/office/drawing/2014/main" id="{B12CC8A3-F863-3F6F-AEC2-FA37DFDD4E5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50033" y="656132"/>
            <a:ext cx="8410553" cy="61167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4538342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24695773" name="ZoneTexte 1324695772"/>
          <p:cNvSpPr txBox="1"/>
          <p:nvPr/>
        </p:nvSpPr>
        <p:spPr bwMode="auto">
          <a:xfrm>
            <a:off x="3652874" y="285750"/>
            <a:ext cx="5122549" cy="51851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compatLnSpc="0">
            <a:spAutoFit/>
          </a:bodyPr>
          <a:lstStyle/>
          <a:p>
            <a:pPr algn="ctr">
              <a:defRPr/>
            </a:pPr>
            <a:r>
              <a:rPr sz="2800" b="1" dirty="0" err="1">
                <a:solidFill>
                  <a:schemeClr val="bg1"/>
                </a:solidFill>
              </a:rPr>
              <a:t>Diagramme</a:t>
            </a:r>
            <a:r>
              <a:rPr sz="2800" b="1" dirty="0">
                <a:solidFill>
                  <a:schemeClr val="bg1"/>
                </a:solidFill>
              </a:rPr>
              <a:t> de </a:t>
            </a:r>
            <a:r>
              <a:rPr sz="2800" b="1" dirty="0" err="1">
                <a:solidFill>
                  <a:schemeClr val="bg1"/>
                </a:solidFill>
              </a:rPr>
              <a:t>séquence</a:t>
            </a:r>
            <a:endParaRPr sz="2800" b="1" dirty="0">
              <a:solidFill>
                <a:schemeClr val="bg1"/>
              </a:solidFill>
            </a:endParaRPr>
          </a:p>
        </p:txBody>
      </p:sp>
      <p:sp>
        <p:nvSpPr>
          <p:cNvPr id="550952698" name="ZoneTexte 550952697"/>
          <p:cNvSpPr txBox="1"/>
          <p:nvPr/>
        </p:nvSpPr>
        <p:spPr bwMode="auto">
          <a:xfrm>
            <a:off x="11399874" y="6153741"/>
            <a:ext cx="1056029" cy="82332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compatLnSpc="0">
            <a:spAutoFit/>
          </a:bodyPr>
          <a:lstStyle/>
          <a:p>
            <a:pPr>
              <a:defRPr/>
            </a:pPr>
            <a:r>
              <a:rPr sz="4800" b="1" dirty="0">
                <a:solidFill>
                  <a:schemeClr val="bg1"/>
                </a:solidFill>
              </a:rPr>
              <a:t>1</a:t>
            </a:r>
            <a:r>
              <a:rPr lang="fr-FR" sz="4800" b="1" dirty="0">
                <a:solidFill>
                  <a:schemeClr val="bg1"/>
                </a:solidFill>
              </a:rPr>
              <a:t>1</a:t>
            </a:r>
            <a:endParaRPr sz="8000" dirty="0">
              <a:solidFill>
                <a:schemeClr val="bg1"/>
              </a:solidFill>
            </a:endParaRPr>
          </a:p>
        </p:txBody>
      </p:sp>
      <p:pic>
        <p:nvPicPr>
          <p:cNvPr id="2" name="Image 1">
            <a:extLst>
              <a:ext uri="{FF2B5EF4-FFF2-40B4-BE49-F238E27FC236}">
                <a16:creationId xmlns:a16="http://schemas.microsoft.com/office/drawing/2014/main" id="{18A716A2-1ADE-DCE3-EA9D-AF5F57C9788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11136150" y="174596"/>
            <a:ext cx="963073" cy="963073"/>
          </a:xfrm>
          <a:prstGeom prst="rect">
            <a:avLst/>
          </a:prstGeom>
        </p:spPr>
      </p:pic>
      <p:pic>
        <p:nvPicPr>
          <p:cNvPr id="4" name="Image 3">
            <a:extLst>
              <a:ext uri="{FF2B5EF4-FFF2-40B4-BE49-F238E27FC236}">
                <a16:creationId xmlns:a16="http://schemas.microsoft.com/office/drawing/2014/main" id="{0AFB25EC-A888-D094-CCAB-103BF8DF267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2473" y="1137669"/>
            <a:ext cx="11335213" cy="528327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B95B9BA8-1D69-4796-85F5-B6D0BD5235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9D07F978-A46E-BA10-7BED-F05CB33DAC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27303" y="174596"/>
            <a:ext cx="7347665" cy="1323439"/>
          </a:xfrm>
        </p:spPr>
        <p:txBody>
          <a:bodyPr anchor="t">
            <a:normAutofit/>
          </a:bodyPr>
          <a:lstStyle/>
          <a:p>
            <a:r>
              <a:rPr lang="fr-FR" sz="4000" dirty="0">
                <a:solidFill>
                  <a:schemeClr val="bg1"/>
                </a:solidFill>
              </a:rPr>
              <a:t>Elaboration de scénarios</a:t>
            </a:r>
          </a:p>
        </p:txBody>
      </p:sp>
      <p:pic>
        <p:nvPicPr>
          <p:cNvPr id="5" name="Espace réservé du contenu 4" descr="Une image contenant texte, capture d’écran, Police, nombre&#10;&#10;Le contenu généré par l’IA peut être incorrect.">
            <a:extLst>
              <a:ext uri="{FF2B5EF4-FFF2-40B4-BE49-F238E27FC236}">
                <a16:creationId xmlns:a16="http://schemas.microsoft.com/office/drawing/2014/main" id="{E711321F-44EF-AC97-DDE8-9F4CDFF1A7E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11973" y="836315"/>
            <a:ext cx="7568053" cy="5713879"/>
          </a:xfrm>
          <a:prstGeom prst="rect">
            <a:avLst/>
          </a:prstGeom>
        </p:spPr>
      </p:pic>
      <p:pic>
        <p:nvPicPr>
          <p:cNvPr id="6" name="Image 5">
            <a:extLst>
              <a:ext uri="{FF2B5EF4-FFF2-40B4-BE49-F238E27FC236}">
                <a16:creationId xmlns:a16="http://schemas.microsoft.com/office/drawing/2014/main" id="{0A31E69C-7C0F-DE4C-56F4-A01F92F50C9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11136150" y="174596"/>
            <a:ext cx="963073" cy="963073"/>
          </a:xfrm>
          <a:prstGeom prst="rect">
            <a:avLst/>
          </a:prstGeom>
        </p:spPr>
      </p:pic>
      <p:sp>
        <p:nvSpPr>
          <p:cNvPr id="3" name="ZoneTexte 2">
            <a:extLst>
              <a:ext uri="{FF2B5EF4-FFF2-40B4-BE49-F238E27FC236}">
                <a16:creationId xmlns:a16="http://schemas.microsoft.com/office/drawing/2014/main" id="{E208E7AC-4122-FD6C-1F30-E6E134045209}"/>
              </a:ext>
            </a:extLst>
          </p:cNvPr>
          <p:cNvSpPr txBox="1"/>
          <p:nvPr/>
        </p:nvSpPr>
        <p:spPr bwMode="auto">
          <a:xfrm>
            <a:off x="11399874" y="6153741"/>
            <a:ext cx="1056029" cy="82332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compatLnSpc="0">
            <a:spAutoFit/>
          </a:bodyPr>
          <a:lstStyle/>
          <a:p>
            <a:pPr>
              <a:defRPr/>
            </a:pPr>
            <a:r>
              <a:rPr sz="4800" b="1" dirty="0">
                <a:solidFill>
                  <a:schemeClr val="bg1"/>
                </a:solidFill>
              </a:rPr>
              <a:t>1</a:t>
            </a:r>
            <a:r>
              <a:rPr lang="fr-FR" sz="4800" b="1" dirty="0">
                <a:solidFill>
                  <a:schemeClr val="bg1"/>
                </a:solidFill>
              </a:rPr>
              <a:t>2</a:t>
            </a:r>
            <a:endParaRPr sz="80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6043043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Rectangle 200">
            <a:extLst>
              <a:ext uri="{FF2B5EF4-FFF2-40B4-BE49-F238E27FC236}">
                <a16:creationId xmlns:a16="http://schemas.microsoft.com/office/drawing/2014/main" id="{489B7BFD-8F45-4093-AD9C-91B15B0503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203" name="Group 202">
            <a:extLst>
              <a:ext uri="{FF2B5EF4-FFF2-40B4-BE49-F238E27FC236}">
                <a16:creationId xmlns:a16="http://schemas.microsoft.com/office/drawing/2014/main" id="{042BC7E5-76DB-4826-8C07-4A49B6353F7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1479558"/>
            <a:ext cx="1861854" cy="717514"/>
            <a:chOff x="0" y="1479558"/>
            <a:chExt cx="1861854" cy="717514"/>
          </a:xfrm>
          <a:solidFill>
            <a:schemeClr val="bg1"/>
          </a:solidFill>
        </p:grpSpPr>
        <p:sp>
          <p:nvSpPr>
            <p:cNvPr id="204" name="Freeform: Shape 203">
              <a:extLst>
                <a:ext uri="{FF2B5EF4-FFF2-40B4-BE49-F238E27FC236}">
                  <a16:creationId xmlns:a16="http://schemas.microsoft.com/office/drawing/2014/main" id="{E16C8D8F-10E9-4498-ABDB-0F923F8B683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1479558"/>
              <a:ext cx="1861854" cy="277779"/>
            </a:xfrm>
            <a:custGeom>
              <a:avLst/>
              <a:gdLst>
                <a:gd name="connsiteX0" fmla="*/ 180458 w 1861854"/>
                <a:gd name="connsiteY0" fmla="*/ 0 h 277779"/>
                <a:gd name="connsiteX1" fmla="*/ 419222 w 1861854"/>
                <a:gd name="connsiteY1" fmla="*/ 238761 h 277779"/>
                <a:gd name="connsiteX2" fmla="*/ 657984 w 1861854"/>
                <a:gd name="connsiteY2" fmla="*/ 0 h 277779"/>
                <a:gd name="connsiteX3" fmla="*/ 896745 w 1861854"/>
                <a:gd name="connsiteY3" fmla="*/ 238761 h 277779"/>
                <a:gd name="connsiteX4" fmla="*/ 1135754 w 1861854"/>
                <a:gd name="connsiteY4" fmla="*/ 0 h 277779"/>
                <a:gd name="connsiteX5" fmla="*/ 1374516 w 1861854"/>
                <a:gd name="connsiteY5" fmla="*/ 238761 h 277779"/>
                <a:gd name="connsiteX6" fmla="*/ 1613277 w 1861854"/>
                <a:gd name="connsiteY6" fmla="*/ 0 h 277779"/>
                <a:gd name="connsiteX7" fmla="*/ 1861854 w 1861854"/>
                <a:gd name="connsiteY7" fmla="*/ 248577 h 277779"/>
                <a:gd name="connsiteX8" fmla="*/ 1842470 w 1861854"/>
                <a:gd name="connsiteY8" fmla="*/ 267963 h 277779"/>
                <a:gd name="connsiteX9" fmla="*/ 1613277 w 1861854"/>
                <a:gd name="connsiteY9" fmla="*/ 39017 h 277779"/>
                <a:gd name="connsiteX10" fmla="*/ 1374516 w 1861854"/>
                <a:gd name="connsiteY10" fmla="*/ 277779 h 277779"/>
                <a:gd name="connsiteX11" fmla="*/ 1135754 w 1861854"/>
                <a:gd name="connsiteY11" fmla="*/ 39017 h 277779"/>
                <a:gd name="connsiteX12" fmla="*/ 896745 w 1861854"/>
                <a:gd name="connsiteY12" fmla="*/ 277779 h 277779"/>
                <a:gd name="connsiteX13" fmla="*/ 657984 w 1861854"/>
                <a:gd name="connsiteY13" fmla="*/ 39017 h 277779"/>
                <a:gd name="connsiteX14" fmla="*/ 419222 w 1861854"/>
                <a:gd name="connsiteY14" fmla="*/ 277779 h 277779"/>
                <a:gd name="connsiteX15" fmla="*/ 180458 w 1861854"/>
                <a:gd name="connsiteY15" fmla="*/ 39017 h 277779"/>
                <a:gd name="connsiteX16" fmla="*/ 0 w 1861854"/>
                <a:gd name="connsiteY16" fmla="*/ 219283 h 277779"/>
                <a:gd name="connsiteX17" fmla="*/ 0 w 1861854"/>
                <a:gd name="connsiteY17" fmla="*/ 180458 h 2777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861854" h="277779">
                  <a:moveTo>
                    <a:pt x="180458" y="0"/>
                  </a:moveTo>
                  <a:lnTo>
                    <a:pt x="419222" y="238761"/>
                  </a:lnTo>
                  <a:lnTo>
                    <a:pt x="657984" y="0"/>
                  </a:lnTo>
                  <a:lnTo>
                    <a:pt x="896745" y="238761"/>
                  </a:lnTo>
                  <a:lnTo>
                    <a:pt x="1135754" y="0"/>
                  </a:lnTo>
                  <a:lnTo>
                    <a:pt x="1374516" y="238761"/>
                  </a:lnTo>
                  <a:lnTo>
                    <a:pt x="1613277" y="0"/>
                  </a:lnTo>
                  <a:lnTo>
                    <a:pt x="1861854" y="248577"/>
                  </a:lnTo>
                  <a:lnTo>
                    <a:pt x="1842470" y="267963"/>
                  </a:lnTo>
                  <a:lnTo>
                    <a:pt x="1613277" y="39017"/>
                  </a:lnTo>
                  <a:lnTo>
                    <a:pt x="1374516" y="277779"/>
                  </a:lnTo>
                  <a:lnTo>
                    <a:pt x="1135754" y="39017"/>
                  </a:lnTo>
                  <a:lnTo>
                    <a:pt x="896745" y="277779"/>
                  </a:lnTo>
                  <a:lnTo>
                    <a:pt x="657984" y="39017"/>
                  </a:lnTo>
                  <a:lnTo>
                    <a:pt x="419222" y="277779"/>
                  </a:lnTo>
                  <a:lnTo>
                    <a:pt x="180458" y="39017"/>
                  </a:lnTo>
                  <a:lnTo>
                    <a:pt x="0" y="219283"/>
                  </a:lnTo>
                  <a:lnTo>
                    <a:pt x="0" y="180458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wrap="square" rtlCol="0" anchor="ctr">
              <a:noAutofit/>
            </a:bodyPr>
            <a:lstStyle/>
            <a:p>
              <a:endParaRPr lang="en-US"/>
            </a:p>
          </p:txBody>
        </p:sp>
        <p:sp>
          <p:nvSpPr>
            <p:cNvPr id="205" name="Freeform: Shape 204">
              <a:extLst>
                <a:ext uri="{FF2B5EF4-FFF2-40B4-BE49-F238E27FC236}">
                  <a16:creationId xmlns:a16="http://schemas.microsoft.com/office/drawing/2014/main" id="{1E5A83E3-8A11-4492-BB6E-F5F2240316F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1919293"/>
              <a:ext cx="1861854" cy="277779"/>
            </a:xfrm>
            <a:custGeom>
              <a:avLst/>
              <a:gdLst>
                <a:gd name="connsiteX0" fmla="*/ 180458 w 1861854"/>
                <a:gd name="connsiteY0" fmla="*/ 0 h 277779"/>
                <a:gd name="connsiteX1" fmla="*/ 419222 w 1861854"/>
                <a:gd name="connsiteY1" fmla="*/ 238761 h 277779"/>
                <a:gd name="connsiteX2" fmla="*/ 657984 w 1861854"/>
                <a:gd name="connsiteY2" fmla="*/ 0 h 277779"/>
                <a:gd name="connsiteX3" fmla="*/ 896745 w 1861854"/>
                <a:gd name="connsiteY3" fmla="*/ 238761 h 277779"/>
                <a:gd name="connsiteX4" fmla="*/ 1135754 w 1861854"/>
                <a:gd name="connsiteY4" fmla="*/ 0 h 277779"/>
                <a:gd name="connsiteX5" fmla="*/ 1374516 w 1861854"/>
                <a:gd name="connsiteY5" fmla="*/ 238761 h 277779"/>
                <a:gd name="connsiteX6" fmla="*/ 1613277 w 1861854"/>
                <a:gd name="connsiteY6" fmla="*/ 0 h 277779"/>
                <a:gd name="connsiteX7" fmla="*/ 1861854 w 1861854"/>
                <a:gd name="connsiteY7" fmla="*/ 248577 h 277779"/>
                <a:gd name="connsiteX8" fmla="*/ 1842470 w 1861854"/>
                <a:gd name="connsiteY8" fmla="*/ 268208 h 277779"/>
                <a:gd name="connsiteX9" fmla="*/ 1613277 w 1861854"/>
                <a:gd name="connsiteY9" fmla="*/ 39017 h 277779"/>
                <a:gd name="connsiteX10" fmla="*/ 1374516 w 1861854"/>
                <a:gd name="connsiteY10" fmla="*/ 277779 h 277779"/>
                <a:gd name="connsiteX11" fmla="*/ 1135754 w 1861854"/>
                <a:gd name="connsiteY11" fmla="*/ 39017 h 277779"/>
                <a:gd name="connsiteX12" fmla="*/ 896745 w 1861854"/>
                <a:gd name="connsiteY12" fmla="*/ 277779 h 277779"/>
                <a:gd name="connsiteX13" fmla="*/ 657984 w 1861854"/>
                <a:gd name="connsiteY13" fmla="*/ 39017 h 277779"/>
                <a:gd name="connsiteX14" fmla="*/ 419222 w 1861854"/>
                <a:gd name="connsiteY14" fmla="*/ 277779 h 277779"/>
                <a:gd name="connsiteX15" fmla="*/ 180458 w 1861854"/>
                <a:gd name="connsiteY15" fmla="*/ 39017 h 277779"/>
                <a:gd name="connsiteX16" fmla="*/ 0 w 1861854"/>
                <a:gd name="connsiteY16" fmla="*/ 219475 h 277779"/>
                <a:gd name="connsiteX17" fmla="*/ 0 w 1861854"/>
                <a:gd name="connsiteY17" fmla="*/ 180458 h 2777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861854" h="277779">
                  <a:moveTo>
                    <a:pt x="180458" y="0"/>
                  </a:moveTo>
                  <a:lnTo>
                    <a:pt x="419222" y="238761"/>
                  </a:lnTo>
                  <a:lnTo>
                    <a:pt x="657984" y="0"/>
                  </a:lnTo>
                  <a:lnTo>
                    <a:pt x="896745" y="238761"/>
                  </a:lnTo>
                  <a:lnTo>
                    <a:pt x="1135754" y="0"/>
                  </a:lnTo>
                  <a:lnTo>
                    <a:pt x="1374516" y="238761"/>
                  </a:lnTo>
                  <a:lnTo>
                    <a:pt x="1613277" y="0"/>
                  </a:lnTo>
                  <a:lnTo>
                    <a:pt x="1861854" y="248577"/>
                  </a:lnTo>
                  <a:lnTo>
                    <a:pt x="1842470" y="268208"/>
                  </a:lnTo>
                  <a:lnTo>
                    <a:pt x="1613277" y="39017"/>
                  </a:lnTo>
                  <a:lnTo>
                    <a:pt x="1374516" y="277779"/>
                  </a:lnTo>
                  <a:lnTo>
                    <a:pt x="1135754" y="39017"/>
                  </a:lnTo>
                  <a:lnTo>
                    <a:pt x="896745" y="277779"/>
                  </a:lnTo>
                  <a:lnTo>
                    <a:pt x="657984" y="39017"/>
                  </a:lnTo>
                  <a:lnTo>
                    <a:pt x="419222" y="277779"/>
                  </a:lnTo>
                  <a:lnTo>
                    <a:pt x="180458" y="39017"/>
                  </a:lnTo>
                  <a:lnTo>
                    <a:pt x="0" y="219475"/>
                  </a:lnTo>
                  <a:lnTo>
                    <a:pt x="0" y="180458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wrap="square" rtlCol="0" anchor="ctr">
              <a:noAutofit/>
            </a:bodyPr>
            <a:lstStyle/>
            <a:p>
              <a:endParaRPr lang="en-US"/>
            </a:p>
          </p:txBody>
        </p:sp>
      </p:grpSp>
      <p:sp>
        <p:nvSpPr>
          <p:cNvPr id="207" name="Freeform: Shape 206">
            <a:extLst>
              <a:ext uri="{FF2B5EF4-FFF2-40B4-BE49-F238E27FC236}">
                <a16:creationId xmlns:a16="http://schemas.microsoft.com/office/drawing/2014/main" id="{498F8FF6-43B4-494A-AF8F-123A4983ED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018992" y="-34538"/>
            <a:ext cx="6655405" cy="6335470"/>
          </a:xfrm>
          <a:custGeom>
            <a:avLst/>
            <a:gdLst>
              <a:gd name="connsiteX0" fmla="*/ 1825048 w 6355652"/>
              <a:gd name="connsiteY0" fmla="*/ 0 h 6050127"/>
              <a:gd name="connsiteX1" fmla="*/ 4530604 w 6355652"/>
              <a:gd name="connsiteY1" fmla="*/ 0 h 6050127"/>
              <a:gd name="connsiteX2" fmla="*/ 4692567 w 6355652"/>
              <a:gd name="connsiteY2" fmla="*/ 78022 h 6050127"/>
              <a:gd name="connsiteX3" fmla="*/ 6355652 w 6355652"/>
              <a:gd name="connsiteY3" fmla="*/ 2872301 h 6050127"/>
              <a:gd name="connsiteX4" fmla="*/ 3177826 w 6355652"/>
              <a:gd name="connsiteY4" fmla="*/ 6050127 h 6050127"/>
              <a:gd name="connsiteX5" fmla="*/ 0 w 6355652"/>
              <a:gd name="connsiteY5" fmla="*/ 2872301 h 6050127"/>
              <a:gd name="connsiteX6" fmla="*/ 1663086 w 6355652"/>
              <a:gd name="connsiteY6" fmla="*/ 78022 h 605012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355652" h="6050127">
                <a:moveTo>
                  <a:pt x="1825048" y="0"/>
                </a:moveTo>
                <a:lnTo>
                  <a:pt x="4530604" y="0"/>
                </a:lnTo>
                <a:lnTo>
                  <a:pt x="4692567" y="78022"/>
                </a:lnTo>
                <a:cubicBezTo>
                  <a:pt x="5683175" y="616152"/>
                  <a:pt x="6355652" y="1665694"/>
                  <a:pt x="6355652" y="2872301"/>
                </a:cubicBezTo>
                <a:cubicBezTo>
                  <a:pt x="6355652" y="4627366"/>
                  <a:pt x="4932891" y="6050127"/>
                  <a:pt x="3177826" y="6050127"/>
                </a:cubicBezTo>
                <a:cubicBezTo>
                  <a:pt x="1422761" y="6050127"/>
                  <a:pt x="0" y="4627366"/>
                  <a:pt x="0" y="2872301"/>
                </a:cubicBezTo>
                <a:cubicBezTo>
                  <a:pt x="0" y="1665694"/>
                  <a:pt x="672477" y="616152"/>
                  <a:pt x="1663086" y="78022"/>
                </a:cubicBezTo>
                <a:close/>
              </a:path>
            </a:pathLst>
          </a:custGeom>
          <a:solidFill>
            <a:srgbClr val="FFFFFF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9" name="Freeform: Shape 208">
            <a:extLst>
              <a:ext uri="{FF2B5EF4-FFF2-40B4-BE49-F238E27FC236}">
                <a16:creationId xmlns:a16="http://schemas.microsoft.com/office/drawing/2014/main" id="{2B06059C-C357-4011-82B9-9C01063013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955194" y="-23905"/>
            <a:ext cx="6705251" cy="6318526"/>
          </a:xfrm>
          <a:custGeom>
            <a:avLst/>
            <a:gdLst>
              <a:gd name="connsiteX0" fmla="*/ 1825048 w 6355652"/>
              <a:gd name="connsiteY0" fmla="*/ 0 h 6050127"/>
              <a:gd name="connsiteX1" fmla="*/ 4530604 w 6355652"/>
              <a:gd name="connsiteY1" fmla="*/ 0 h 6050127"/>
              <a:gd name="connsiteX2" fmla="*/ 4692567 w 6355652"/>
              <a:gd name="connsiteY2" fmla="*/ 78022 h 6050127"/>
              <a:gd name="connsiteX3" fmla="*/ 6355652 w 6355652"/>
              <a:gd name="connsiteY3" fmla="*/ 2872301 h 6050127"/>
              <a:gd name="connsiteX4" fmla="*/ 3177826 w 6355652"/>
              <a:gd name="connsiteY4" fmla="*/ 6050127 h 6050127"/>
              <a:gd name="connsiteX5" fmla="*/ 0 w 6355652"/>
              <a:gd name="connsiteY5" fmla="*/ 2872301 h 6050127"/>
              <a:gd name="connsiteX6" fmla="*/ 1663086 w 6355652"/>
              <a:gd name="connsiteY6" fmla="*/ 78022 h 605012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355652" h="6050127">
                <a:moveTo>
                  <a:pt x="1825048" y="0"/>
                </a:moveTo>
                <a:lnTo>
                  <a:pt x="4530604" y="0"/>
                </a:lnTo>
                <a:lnTo>
                  <a:pt x="4692567" y="78022"/>
                </a:lnTo>
                <a:cubicBezTo>
                  <a:pt x="5683175" y="616152"/>
                  <a:pt x="6355652" y="1665694"/>
                  <a:pt x="6355652" y="2872301"/>
                </a:cubicBezTo>
                <a:cubicBezTo>
                  <a:pt x="6355652" y="4627366"/>
                  <a:pt x="4932891" y="6050127"/>
                  <a:pt x="3177826" y="6050127"/>
                </a:cubicBezTo>
                <a:cubicBezTo>
                  <a:pt x="1422761" y="6050127"/>
                  <a:pt x="0" y="4627366"/>
                  <a:pt x="0" y="2872301"/>
                </a:cubicBezTo>
                <a:cubicBezTo>
                  <a:pt x="0" y="1665694"/>
                  <a:pt x="672477" y="616152"/>
                  <a:pt x="1663086" y="78022"/>
                </a:cubicBezTo>
                <a:close/>
              </a:path>
            </a:pathLst>
          </a:custGeom>
          <a:solidFill>
            <a:schemeClr val="accent6">
              <a:alpha val="30000"/>
            </a:schemeClr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1" name="Freeform: Shape 210">
            <a:extLst>
              <a:ext uri="{FF2B5EF4-FFF2-40B4-BE49-F238E27FC236}">
                <a16:creationId xmlns:a16="http://schemas.microsoft.com/office/drawing/2014/main" id="{5AFEC601-A132-47EE-B0C2-B38ACD9FCE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786886" y="-23905"/>
            <a:ext cx="6705251" cy="6215019"/>
          </a:xfrm>
          <a:custGeom>
            <a:avLst/>
            <a:gdLst>
              <a:gd name="connsiteX0" fmla="*/ 1529549 w 6355652"/>
              <a:gd name="connsiteY0" fmla="*/ 0 h 5890980"/>
              <a:gd name="connsiteX1" fmla="*/ 4826104 w 6355652"/>
              <a:gd name="connsiteY1" fmla="*/ 0 h 5890980"/>
              <a:gd name="connsiteX2" fmla="*/ 4954579 w 6355652"/>
              <a:gd name="connsiteY2" fmla="*/ 78051 h 5890980"/>
              <a:gd name="connsiteX3" fmla="*/ 6355652 w 6355652"/>
              <a:gd name="connsiteY3" fmla="*/ 2713154 h 5890980"/>
              <a:gd name="connsiteX4" fmla="*/ 3177826 w 6355652"/>
              <a:gd name="connsiteY4" fmla="*/ 5890980 h 5890980"/>
              <a:gd name="connsiteX5" fmla="*/ 0 w 6355652"/>
              <a:gd name="connsiteY5" fmla="*/ 2713154 h 5890980"/>
              <a:gd name="connsiteX6" fmla="*/ 1401073 w 6355652"/>
              <a:gd name="connsiteY6" fmla="*/ 78051 h 58909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355652" h="5890980">
                <a:moveTo>
                  <a:pt x="1529549" y="0"/>
                </a:moveTo>
                <a:lnTo>
                  <a:pt x="4826104" y="0"/>
                </a:lnTo>
                <a:lnTo>
                  <a:pt x="4954579" y="78051"/>
                </a:lnTo>
                <a:cubicBezTo>
                  <a:pt x="5799886" y="649129"/>
                  <a:pt x="6355652" y="1616239"/>
                  <a:pt x="6355652" y="2713154"/>
                </a:cubicBezTo>
                <a:cubicBezTo>
                  <a:pt x="6355652" y="4468219"/>
                  <a:pt x="4932891" y="5890980"/>
                  <a:pt x="3177826" y="5890980"/>
                </a:cubicBezTo>
                <a:cubicBezTo>
                  <a:pt x="1422761" y="5890980"/>
                  <a:pt x="0" y="4468219"/>
                  <a:pt x="0" y="2713154"/>
                </a:cubicBezTo>
                <a:cubicBezTo>
                  <a:pt x="0" y="1616239"/>
                  <a:pt x="555766" y="649129"/>
                  <a:pt x="1401073" y="78051"/>
                </a:cubicBezTo>
                <a:close/>
              </a:path>
            </a:pathLst>
          </a:custGeom>
          <a:solidFill>
            <a:schemeClr val="tx1"/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DA8A45B9-A967-3B9B-B99D-EFE31F3521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42409" y="895483"/>
            <a:ext cx="5786232" cy="3011190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 rtl="0">
              <a:spcBef>
                <a:spcPct val="0"/>
              </a:spcBef>
            </a:pPr>
            <a:r>
              <a:rPr lang="en-US" sz="5400" kern="1200" dirty="0" err="1">
                <a:solidFill>
                  <a:schemeClr val="bg1"/>
                </a:solidFill>
                <a:latin typeface="+mj-lt"/>
                <a:ea typeface="+mj-ea"/>
                <a:cs typeface="+mj-cs"/>
              </a:rPr>
              <a:t>Présentation</a:t>
            </a:r>
            <a:r>
              <a:rPr lang="en-US" sz="5400" kern="120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 de </a:t>
            </a:r>
            <a:r>
              <a:rPr lang="en-US" sz="5400" kern="1200" dirty="0" err="1">
                <a:solidFill>
                  <a:schemeClr val="bg1"/>
                </a:solidFill>
                <a:latin typeface="+mj-lt"/>
                <a:ea typeface="+mj-ea"/>
                <a:cs typeface="+mj-cs"/>
              </a:rPr>
              <a:t>mes</a:t>
            </a:r>
            <a:r>
              <a:rPr lang="en-US" sz="5400" kern="120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 travaux sur le </a:t>
            </a:r>
            <a:r>
              <a:rPr lang="en-US" sz="5400" kern="1200" dirty="0" err="1">
                <a:solidFill>
                  <a:schemeClr val="bg1"/>
                </a:solidFill>
                <a:latin typeface="+mj-lt"/>
                <a:ea typeface="+mj-ea"/>
                <a:cs typeface="+mj-cs"/>
              </a:rPr>
              <a:t>projet</a:t>
            </a:r>
            <a:r>
              <a:rPr lang="en-US" sz="5400" kern="120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 </a:t>
            </a:r>
          </a:p>
        </p:txBody>
      </p:sp>
      <p:sp>
        <p:nvSpPr>
          <p:cNvPr id="213" name="Graphic 212">
            <a:extLst>
              <a:ext uri="{FF2B5EF4-FFF2-40B4-BE49-F238E27FC236}">
                <a16:creationId xmlns:a16="http://schemas.microsoft.com/office/drawing/2014/main" id="{279CAF82-0ECF-42BE-8F37-F71941E5D41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534716" y="188494"/>
            <a:ext cx="1048371" cy="1048371"/>
          </a:xfrm>
          <a:custGeom>
            <a:avLst/>
            <a:gdLst>
              <a:gd name="connsiteX0" fmla="*/ 403574 w 807148"/>
              <a:gd name="connsiteY0" fmla="*/ 0 h 807148"/>
              <a:gd name="connsiteX1" fmla="*/ 0 w 807148"/>
              <a:gd name="connsiteY1" fmla="*/ 403574 h 807148"/>
              <a:gd name="connsiteX2" fmla="*/ 403574 w 807148"/>
              <a:gd name="connsiteY2" fmla="*/ 807149 h 807148"/>
              <a:gd name="connsiteX3" fmla="*/ 807149 w 807148"/>
              <a:gd name="connsiteY3" fmla="*/ 403574 h 807148"/>
              <a:gd name="connsiteX4" fmla="*/ 403574 w 807148"/>
              <a:gd name="connsiteY4" fmla="*/ 0 h 807148"/>
              <a:gd name="connsiteX5" fmla="*/ 403574 w 807148"/>
              <a:gd name="connsiteY5" fmla="*/ 667988 h 807148"/>
              <a:gd name="connsiteX6" fmla="*/ 139160 w 807148"/>
              <a:gd name="connsiteY6" fmla="*/ 403574 h 807148"/>
              <a:gd name="connsiteX7" fmla="*/ 403574 w 807148"/>
              <a:gd name="connsiteY7" fmla="*/ 139160 h 807148"/>
              <a:gd name="connsiteX8" fmla="*/ 667988 w 807148"/>
              <a:gd name="connsiteY8" fmla="*/ 403574 h 807148"/>
              <a:gd name="connsiteX9" fmla="*/ 403574 w 807148"/>
              <a:gd name="connsiteY9" fmla="*/ 667988 h 8071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807148" h="807148">
                <a:moveTo>
                  <a:pt x="403574" y="0"/>
                </a:moveTo>
                <a:cubicBezTo>
                  <a:pt x="180689" y="0"/>
                  <a:pt x="0" y="180689"/>
                  <a:pt x="0" y="403574"/>
                </a:cubicBezTo>
                <a:cubicBezTo>
                  <a:pt x="0" y="626459"/>
                  <a:pt x="180689" y="807149"/>
                  <a:pt x="403574" y="807149"/>
                </a:cubicBezTo>
                <a:cubicBezTo>
                  <a:pt x="626459" y="807149"/>
                  <a:pt x="807149" y="626459"/>
                  <a:pt x="807149" y="403574"/>
                </a:cubicBezTo>
                <a:cubicBezTo>
                  <a:pt x="807149" y="180689"/>
                  <a:pt x="626459" y="0"/>
                  <a:pt x="403574" y="0"/>
                </a:cubicBezTo>
                <a:close/>
                <a:moveTo>
                  <a:pt x="403574" y="667988"/>
                </a:moveTo>
                <a:cubicBezTo>
                  <a:pt x="257556" y="667988"/>
                  <a:pt x="139160" y="549593"/>
                  <a:pt x="139160" y="403574"/>
                </a:cubicBezTo>
                <a:cubicBezTo>
                  <a:pt x="139160" y="257556"/>
                  <a:pt x="257556" y="139160"/>
                  <a:pt x="403574" y="139160"/>
                </a:cubicBezTo>
                <a:cubicBezTo>
                  <a:pt x="549593" y="139160"/>
                  <a:pt x="667988" y="257556"/>
                  <a:pt x="667988" y="403574"/>
                </a:cubicBezTo>
                <a:cubicBezTo>
                  <a:pt x="667988" y="549593"/>
                  <a:pt x="549593" y="667988"/>
                  <a:pt x="403574" y="667988"/>
                </a:cubicBezTo>
                <a:close/>
              </a:path>
            </a:pathLst>
          </a:custGeom>
          <a:solidFill>
            <a:srgbClr val="FFFFFF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>
              <a:solidFill>
                <a:schemeClr val="lt1"/>
              </a:solidFill>
            </a:endParaRPr>
          </a:p>
        </p:txBody>
      </p:sp>
      <p:sp>
        <p:nvSpPr>
          <p:cNvPr id="215" name="Graphic 212">
            <a:extLst>
              <a:ext uri="{FF2B5EF4-FFF2-40B4-BE49-F238E27FC236}">
                <a16:creationId xmlns:a16="http://schemas.microsoft.com/office/drawing/2014/main" id="{218E095B-4870-4AD5-9C41-C16D5952350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534716" y="188494"/>
            <a:ext cx="1048371" cy="1048371"/>
          </a:xfrm>
          <a:custGeom>
            <a:avLst/>
            <a:gdLst>
              <a:gd name="connsiteX0" fmla="*/ 403574 w 807148"/>
              <a:gd name="connsiteY0" fmla="*/ 0 h 807148"/>
              <a:gd name="connsiteX1" fmla="*/ 0 w 807148"/>
              <a:gd name="connsiteY1" fmla="*/ 403574 h 807148"/>
              <a:gd name="connsiteX2" fmla="*/ 403574 w 807148"/>
              <a:gd name="connsiteY2" fmla="*/ 807149 h 807148"/>
              <a:gd name="connsiteX3" fmla="*/ 807149 w 807148"/>
              <a:gd name="connsiteY3" fmla="*/ 403574 h 807148"/>
              <a:gd name="connsiteX4" fmla="*/ 403574 w 807148"/>
              <a:gd name="connsiteY4" fmla="*/ 0 h 807148"/>
              <a:gd name="connsiteX5" fmla="*/ 403574 w 807148"/>
              <a:gd name="connsiteY5" fmla="*/ 667988 h 807148"/>
              <a:gd name="connsiteX6" fmla="*/ 139160 w 807148"/>
              <a:gd name="connsiteY6" fmla="*/ 403574 h 807148"/>
              <a:gd name="connsiteX7" fmla="*/ 403574 w 807148"/>
              <a:gd name="connsiteY7" fmla="*/ 139160 h 807148"/>
              <a:gd name="connsiteX8" fmla="*/ 667988 w 807148"/>
              <a:gd name="connsiteY8" fmla="*/ 403574 h 807148"/>
              <a:gd name="connsiteX9" fmla="*/ 403574 w 807148"/>
              <a:gd name="connsiteY9" fmla="*/ 667988 h 8071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807148" h="807148">
                <a:moveTo>
                  <a:pt x="403574" y="0"/>
                </a:moveTo>
                <a:cubicBezTo>
                  <a:pt x="180689" y="0"/>
                  <a:pt x="0" y="180689"/>
                  <a:pt x="0" y="403574"/>
                </a:cubicBezTo>
                <a:cubicBezTo>
                  <a:pt x="0" y="626459"/>
                  <a:pt x="180689" y="807149"/>
                  <a:pt x="403574" y="807149"/>
                </a:cubicBezTo>
                <a:cubicBezTo>
                  <a:pt x="626459" y="807149"/>
                  <a:pt x="807149" y="626459"/>
                  <a:pt x="807149" y="403574"/>
                </a:cubicBezTo>
                <a:cubicBezTo>
                  <a:pt x="807149" y="180689"/>
                  <a:pt x="626459" y="0"/>
                  <a:pt x="403574" y="0"/>
                </a:cubicBezTo>
                <a:close/>
                <a:moveTo>
                  <a:pt x="403574" y="667988"/>
                </a:moveTo>
                <a:cubicBezTo>
                  <a:pt x="257556" y="667988"/>
                  <a:pt x="139160" y="549593"/>
                  <a:pt x="139160" y="403574"/>
                </a:cubicBezTo>
                <a:cubicBezTo>
                  <a:pt x="139160" y="257556"/>
                  <a:pt x="257556" y="139160"/>
                  <a:pt x="403574" y="139160"/>
                </a:cubicBezTo>
                <a:cubicBezTo>
                  <a:pt x="549593" y="139160"/>
                  <a:pt x="667988" y="257556"/>
                  <a:pt x="667988" y="403574"/>
                </a:cubicBezTo>
                <a:cubicBezTo>
                  <a:pt x="667988" y="549593"/>
                  <a:pt x="549593" y="667988"/>
                  <a:pt x="403574" y="667988"/>
                </a:cubicBezTo>
                <a:close/>
              </a:path>
            </a:pathLst>
          </a:custGeom>
          <a:solidFill>
            <a:schemeClr val="accent2">
              <a:alpha val="30000"/>
            </a:schemeClr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>
              <a:solidFill>
                <a:schemeClr val="lt1"/>
              </a:solidFill>
            </a:endParaRPr>
          </a:p>
        </p:txBody>
      </p:sp>
      <p:grpSp>
        <p:nvGrpSpPr>
          <p:cNvPr id="217" name="Graphic 185">
            <a:extLst>
              <a:ext uri="{FF2B5EF4-FFF2-40B4-BE49-F238E27FC236}">
                <a16:creationId xmlns:a16="http://schemas.microsoft.com/office/drawing/2014/main" id="{FB9739EB-7F66-433D-841F-AB3CD18700B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9583101" y="3578317"/>
            <a:ext cx="1054466" cy="469689"/>
            <a:chOff x="9841624" y="4115729"/>
            <a:chExt cx="602169" cy="268223"/>
          </a:xfrm>
          <a:solidFill>
            <a:schemeClr val="bg1"/>
          </a:solidFill>
        </p:grpSpPr>
        <p:sp>
          <p:nvSpPr>
            <p:cNvPr id="218" name="Freeform: Shape 217">
              <a:extLst>
                <a:ext uri="{FF2B5EF4-FFF2-40B4-BE49-F238E27FC236}">
                  <a16:creationId xmlns:a16="http://schemas.microsoft.com/office/drawing/2014/main" id="{104F2BBD-A005-4DCB-9566-F2351050BEE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841624" y="4115729"/>
              <a:ext cx="202882" cy="268223"/>
            </a:xfrm>
            <a:custGeom>
              <a:avLst/>
              <a:gdLst>
                <a:gd name="connsiteX0" fmla="*/ 20765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765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9" name="Freeform: Shape 218">
              <a:extLst>
                <a:ext uri="{FF2B5EF4-FFF2-40B4-BE49-F238E27FC236}">
                  <a16:creationId xmlns:a16="http://schemas.microsoft.com/office/drawing/2014/main" id="{8B00DEC7-198B-49D1-98FD-018F3ECFCF4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941445" y="4115729"/>
              <a:ext cx="202882" cy="268223"/>
            </a:xfrm>
            <a:custGeom>
              <a:avLst/>
              <a:gdLst>
                <a:gd name="connsiteX0" fmla="*/ 20765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765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0" name="Freeform: Shape 219">
              <a:extLst>
                <a:ext uri="{FF2B5EF4-FFF2-40B4-BE49-F238E27FC236}">
                  <a16:creationId xmlns:a16="http://schemas.microsoft.com/office/drawing/2014/main" id="{F14DFC82-B3B3-468E-91B3-1302CFC6846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041267" y="4115729"/>
              <a:ext cx="202882" cy="268223"/>
            </a:xfrm>
            <a:custGeom>
              <a:avLst/>
              <a:gdLst>
                <a:gd name="connsiteX0" fmla="*/ 20669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669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1" name="Freeform: Shape 220">
              <a:extLst>
                <a:ext uri="{FF2B5EF4-FFF2-40B4-BE49-F238E27FC236}">
                  <a16:creationId xmlns:a16="http://schemas.microsoft.com/office/drawing/2014/main" id="{D3250EFE-214E-4B8E-AF96-036A514FFB2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141090" y="4115729"/>
              <a:ext cx="202882" cy="268223"/>
            </a:xfrm>
            <a:custGeom>
              <a:avLst/>
              <a:gdLst>
                <a:gd name="connsiteX0" fmla="*/ 20669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669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2" name="Freeform: Shape 221">
              <a:extLst>
                <a:ext uri="{FF2B5EF4-FFF2-40B4-BE49-F238E27FC236}">
                  <a16:creationId xmlns:a16="http://schemas.microsoft.com/office/drawing/2014/main" id="{AD058EBE-D4A5-4C43-B170-6A451F87A7B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240911" y="4115729"/>
              <a:ext cx="202882" cy="268223"/>
            </a:xfrm>
            <a:custGeom>
              <a:avLst/>
              <a:gdLst>
                <a:gd name="connsiteX0" fmla="*/ 20669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669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224" name="Oval 223">
            <a:extLst>
              <a:ext uri="{FF2B5EF4-FFF2-40B4-BE49-F238E27FC236}">
                <a16:creationId xmlns:a16="http://schemas.microsoft.com/office/drawing/2014/main" id="{033BC44A-0661-43B4-9C14-FD5963C226A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444525" y="4910353"/>
            <a:ext cx="468090" cy="468090"/>
          </a:xfrm>
          <a:prstGeom prst="ellipse">
            <a:avLst/>
          </a:prstGeom>
          <a:solidFill>
            <a:srgbClr val="FFFFFF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226" name="Oval 225">
            <a:extLst>
              <a:ext uri="{FF2B5EF4-FFF2-40B4-BE49-F238E27FC236}">
                <a16:creationId xmlns:a16="http://schemas.microsoft.com/office/drawing/2014/main" id="{BE8CB2F0-2F5A-4EBD-B214-E0309C31F57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444525" y="4910353"/>
            <a:ext cx="468090" cy="468090"/>
          </a:xfrm>
          <a:prstGeom prst="ellipse">
            <a:avLst/>
          </a:prstGeom>
          <a:solidFill>
            <a:schemeClr val="accent2">
              <a:alpha val="30000"/>
            </a:schemeClr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228" name="Freeform: Shape 227">
            <a:extLst>
              <a:ext uri="{FF2B5EF4-FFF2-40B4-BE49-F238E27FC236}">
                <a16:creationId xmlns:a16="http://schemas.microsoft.com/office/drawing/2014/main" id="{FFD3887D-244B-4EC4-9208-E304984C5D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422467" y="4200769"/>
            <a:ext cx="2769534" cy="2657232"/>
          </a:xfrm>
          <a:custGeom>
            <a:avLst/>
            <a:gdLst>
              <a:gd name="connsiteX0" fmla="*/ 2473947 w 3432581"/>
              <a:gd name="connsiteY0" fmla="*/ 0 h 3293393"/>
              <a:gd name="connsiteX1" fmla="*/ 3209623 w 3432581"/>
              <a:gd name="connsiteY1" fmla="*/ 111224 h 3293393"/>
              <a:gd name="connsiteX2" fmla="*/ 3432581 w 3432581"/>
              <a:gd name="connsiteY2" fmla="*/ 192828 h 3293393"/>
              <a:gd name="connsiteX3" fmla="*/ 3432581 w 3432581"/>
              <a:gd name="connsiteY3" fmla="*/ 3293393 h 3293393"/>
              <a:gd name="connsiteX4" fmla="*/ 141884 w 3432581"/>
              <a:gd name="connsiteY4" fmla="*/ 3293393 h 3293393"/>
              <a:gd name="connsiteX5" fmla="*/ 111224 w 3432581"/>
              <a:gd name="connsiteY5" fmla="*/ 3209623 h 3293393"/>
              <a:gd name="connsiteX6" fmla="*/ 0 w 3432581"/>
              <a:gd name="connsiteY6" fmla="*/ 2473947 h 3293393"/>
              <a:gd name="connsiteX7" fmla="*/ 2473947 w 3432581"/>
              <a:gd name="connsiteY7" fmla="*/ 0 h 32933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3432581" h="3293393">
                <a:moveTo>
                  <a:pt x="2473947" y="0"/>
                </a:moveTo>
                <a:cubicBezTo>
                  <a:pt x="2730133" y="0"/>
                  <a:pt x="2977223" y="38940"/>
                  <a:pt x="3209623" y="111224"/>
                </a:cubicBezTo>
                <a:lnTo>
                  <a:pt x="3432581" y="192828"/>
                </a:lnTo>
                <a:lnTo>
                  <a:pt x="3432581" y="3293393"/>
                </a:lnTo>
                <a:lnTo>
                  <a:pt x="141884" y="3293393"/>
                </a:lnTo>
                <a:lnTo>
                  <a:pt x="111224" y="3209623"/>
                </a:lnTo>
                <a:cubicBezTo>
                  <a:pt x="38940" y="2977224"/>
                  <a:pt x="0" y="2730133"/>
                  <a:pt x="0" y="2473947"/>
                </a:cubicBezTo>
                <a:cubicBezTo>
                  <a:pt x="0" y="1107624"/>
                  <a:pt x="1107624" y="0"/>
                  <a:pt x="2473947" y="0"/>
                </a:cubicBezTo>
                <a:close/>
              </a:path>
            </a:pathLst>
          </a:custGeom>
          <a:solidFill>
            <a:srgbClr val="FFFFFF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30" name="Freeform: Shape 229">
            <a:extLst>
              <a:ext uri="{FF2B5EF4-FFF2-40B4-BE49-F238E27FC236}">
                <a16:creationId xmlns:a16="http://schemas.microsoft.com/office/drawing/2014/main" id="{97224C31-855E-4593-8A58-5B2B0CC4F5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422467" y="4200769"/>
            <a:ext cx="2769534" cy="2657232"/>
          </a:xfrm>
          <a:custGeom>
            <a:avLst/>
            <a:gdLst>
              <a:gd name="connsiteX0" fmla="*/ 2473947 w 3432581"/>
              <a:gd name="connsiteY0" fmla="*/ 0 h 3293393"/>
              <a:gd name="connsiteX1" fmla="*/ 3209623 w 3432581"/>
              <a:gd name="connsiteY1" fmla="*/ 111224 h 3293393"/>
              <a:gd name="connsiteX2" fmla="*/ 3432581 w 3432581"/>
              <a:gd name="connsiteY2" fmla="*/ 192828 h 3293393"/>
              <a:gd name="connsiteX3" fmla="*/ 3432581 w 3432581"/>
              <a:gd name="connsiteY3" fmla="*/ 3293393 h 3293393"/>
              <a:gd name="connsiteX4" fmla="*/ 141884 w 3432581"/>
              <a:gd name="connsiteY4" fmla="*/ 3293393 h 3293393"/>
              <a:gd name="connsiteX5" fmla="*/ 111224 w 3432581"/>
              <a:gd name="connsiteY5" fmla="*/ 3209623 h 3293393"/>
              <a:gd name="connsiteX6" fmla="*/ 0 w 3432581"/>
              <a:gd name="connsiteY6" fmla="*/ 2473947 h 3293393"/>
              <a:gd name="connsiteX7" fmla="*/ 2473947 w 3432581"/>
              <a:gd name="connsiteY7" fmla="*/ 0 h 32933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3432581" h="3293393">
                <a:moveTo>
                  <a:pt x="2473947" y="0"/>
                </a:moveTo>
                <a:cubicBezTo>
                  <a:pt x="2730133" y="0"/>
                  <a:pt x="2977223" y="38940"/>
                  <a:pt x="3209623" y="111224"/>
                </a:cubicBezTo>
                <a:lnTo>
                  <a:pt x="3432581" y="192828"/>
                </a:lnTo>
                <a:lnTo>
                  <a:pt x="3432581" y="3293393"/>
                </a:lnTo>
                <a:lnTo>
                  <a:pt x="141884" y="3293393"/>
                </a:lnTo>
                <a:lnTo>
                  <a:pt x="111224" y="3209623"/>
                </a:lnTo>
                <a:cubicBezTo>
                  <a:pt x="38940" y="2977224"/>
                  <a:pt x="0" y="2730133"/>
                  <a:pt x="0" y="2473947"/>
                </a:cubicBezTo>
                <a:cubicBezTo>
                  <a:pt x="0" y="1107624"/>
                  <a:pt x="1107624" y="0"/>
                  <a:pt x="2473947" y="0"/>
                </a:cubicBezTo>
                <a:close/>
              </a:path>
            </a:pathLst>
          </a:custGeom>
          <a:solidFill>
            <a:schemeClr val="accent2">
              <a:alpha val="30000"/>
            </a:scheme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/>
          </a:p>
        </p:txBody>
      </p:sp>
      <p:pic>
        <p:nvPicPr>
          <p:cNvPr id="4" name="Image 3">
            <a:extLst>
              <a:ext uri="{FF2B5EF4-FFF2-40B4-BE49-F238E27FC236}">
                <a16:creationId xmlns:a16="http://schemas.microsoft.com/office/drawing/2014/main" id="{A9BF2027-C9CA-9AFB-4173-CA54955A035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/>
        </p:blipFill>
        <p:spPr bwMode="auto">
          <a:xfrm>
            <a:off x="11228927" y="58020"/>
            <a:ext cx="963073" cy="963073"/>
          </a:xfrm>
          <a:prstGeom prst="rect">
            <a:avLst/>
          </a:prstGeom>
        </p:spPr>
      </p:pic>
      <p:sp>
        <p:nvSpPr>
          <p:cNvPr id="12" name="ZoneTexte 11">
            <a:extLst>
              <a:ext uri="{FF2B5EF4-FFF2-40B4-BE49-F238E27FC236}">
                <a16:creationId xmlns:a16="http://schemas.microsoft.com/office/drawing/2014/main" id="{6E8C1648-E7B3-4F0D-14F5-2B8FE64DE84F}"/>
              </a:ext>
            </a:extLst>
          </p:cNvPr>
          <p:cNvSpPr txBox="1"/>
          <p:nvPr/>
        </p:nvSpPr>
        <p:spPr bwMode="auto">
          <a:xfrm>
            <a:off x="11399874" y="6153741"/>
            <a:ext cx="1056029" cy="82332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compatLnSpc="0">
            <a:spAutoFit/>
          </a:bodyPr>
          <a:lstStyle/>
          <a:p>
            <a:pPr>
              <a:defRPr/>
            </a:pPr>
            <a:r>
              <a:rPr sz="4800" b="1" dirty="0"/>
              <a:t>1</a:t>
            </a:r>
            <a:r>
              <a:rPr lang="fr-FR" sz="4800" b="1" dirty="0"/>
              <a:t>3</a:t>
            </a:r>
            <a:endParaRPr sz="8000" dirty="0"/>
          </a:p>
        </p:txBody>
      </p:sp>
    </p:spTree>
    <p:extLst>
      <p:ext uri="{BB962C8B-B14F-4D97-AF65-F5344CB8AC3E}">
        <p14:creationId xmlns:p14="http://schemas.microsoft.com/office/powerpoint/2010/main" val="7422692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B237E6F-BF40-0ABA-6B56-B70116C9AC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fr-FR" dirty="0">
                <a:solidFill>
                  <a:schemeClr val="bg1"/>
                </a:solidFill>
              </a:rPr>
              <a:t>Sommaire</a:t>
            </a:r>
          </a:p>
        </p:txBody>
      </p:sp>
      <p:graphicFrame>
        <p:nvGraphicFramePr>
          <p:cNvPr id="5" name="Espace réservé du contenu 2">
            <a:extLst>
              <a:ext uri="{FF2B5EF4-FFF2-40B4-BE49-F238E27FC236}">
                <a16:creationId xmlns:a16="http://schemas.microsoft.com/office/drawing/2014/main" id="{28172393-2E02-2B5E-4CC9-E0A59DBBB3A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85429978"/>
              </p:ext>
            </p:extLst>
          </p:nvPr>
        </p:nvGraphicFramePr>
        <p:xfrm>
          <a:off x="838200" y="1825625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3" name="ZoneTexte 2">
            <a:extLst>
              <a:ext uri="{FF2B5EF4-FFF2-40B4-BE49-F238E27FC236}">
                <a16:creationId xmlns:a16="http://schemas.microsoft.com/office/drawing/2014/main" id="{1B9B21B6-79F1-1E98-1BD0-A234E1064327}"/>
              </a:ext>
            </a:extLst>
          </p:cNvPr>
          <p:cNvSpPr txBox="1"/>
          <p:nvPr/>
        </p:nvSpPr>
        <p:spPr bwMode="auto">
          <a:xfrm>
            <a:off x="11399874" y="6153741"/>
            <a:ext cx="1056029" cy="82332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compatLnSpc="0">
            <a:spAutoFit/>
          </a:bodyPr>
          <a:lstStyle/>
          <a:p>
            <a:pPr>
              <a:defRPr/>
            </a:pPr>
            <a:r>
              <a:rPr sz="4800" b="1" dirty="0">
                <a:solidFill>
                  <a:schemeClr val="bg1"/>
                </a:solidFill>
              </a:rPr>
              <a:t>1</a:t>
            </a:r>
            <a:r>
              <a:rPr lang="fr-FR" sz="4800" b="1" dirty="0">
                <a:solidFill>
                  <a:schemeClr val="bg1"/>
                </a:solidFill>
              </a:rPr>
              <a:t>4</a:t>
            </a:r>
            <a:endParaRPr sz="80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2826328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1" name="Rectangle 1080">
            <a:extLst>
              <a:ext uri="{FF2B5EF4-FFF2-40B4-BE49-F238E27FC236}">
                <a16:creationId xmlns:a16="http://schemas.microsoft.com/office/drawing/2014/main" id="{D7CFE75F-6390-4A13-A32B-2AA295CCA27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BCFF8DAD-A879-24C6-7522-4E83CFB2BC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86042" y="314754"/>
            <a:ext cx="3862558" cy="1840865"/>
          </a:xfrm>
        </p:spPr>
        <p:txBody>
          <a:bodyPr vert="horz" lIns="91440" tIns="45720" rIns="91440" bIns="45720" rtlCol="0" anchor="b">
            <a:normAutofit fontScale="90000"/>
          </a:bodyPr>
          <a:lstStyle/>
          <a:p>
            <a:pPr algn="ctr" rtl="0">
              <a:spcBef>
                <a:spcPct val="0"/>
              </a:spcBef>
            </a:pPr>
            <a:r>
              <a:rPr lang="en-US" sz="4300" kern="1200" dirty="0">
                <a:solidFill>
                  <a:schemeClr val="bg1"/>
                </a:solidFill>
              </a:rPr>
              <a:t>          Configuration d’un </a:t>
            </a:r>
            <a:br>
              <a:rPr lang="en-US" sz="4300" kern="1200" dirty="0">
                <a:solidFill>
                  <a:schemeClr val="bg1"/>
                </a:solidFill>
              </a:rPr>
            </a:br>
            <a:r>
              <a:rPr lang="en-US" sz="4300" kern="1200" dirty="0">
                <a:solidFill>
                  <a:schemeClr val="bg1"/>
                </a:solidFill>
              </a:rPr>
              <a:t>Dual Boot </a:t>
            </a:r>
          </a:p>
        </p:txBody>
      </p:sp>
      <p:grpSp>
        <p:nvGrpSpPr>
          <p:cNvPr id="1083" name="Group 1082">
            <a:extLst>
              <a:ext uri="{FF2B5EF4-FFF2-40B4-BE49-F238E27FC236}">
                <a16:creationId xmlns:a16="http://schemas.microsoft.com/office/drawing/2014/main" id="{B7BAEF06-AB74-442C-8C30-B88233FD836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" y="0"/>
            <a:ext cx="4087640" cy="6858000"/>
            <a:chOff x="1" y="0"/>
            <a:chExt cx="4087640" cy="6858000"/>
          </a:xfrm>
          <a:effectLst>
            <a:outerShdw blurRad="381000" dist="152400" algn="ctr" rotWithShape="0">
              <a:srgbClr val="000000">
                <a:alpha val="10000"/>
              </a:srgbClr>
            </a:outerShdw>
          </a:effectLst>
        </p:grpSpPr>
        <p:grpSp>
          <p:nvGrpSpPr>
            <p:cNvPr id="1084" name="Group 1083">
              <a:extLst>
                <a:ext uri="{FF2B5EF4-FFF2-40B4-BE49-F238E27FC236}">
                  <a16:creationId xmlns:a16="http://schemas.microsoft.com/office/drawing/2014/main" id="{BDFD9AA5-A6A4-499F-BB09-5CD7F814589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>
              <a:off x="1" y="0"/>
              <a:ext cx="3986041" cy="6858000"/>
              <a:chOff x="1" y="0"/>
              <a:chExt cx="3986041" cy="6858000"/>
            </a:xfrm>
          </p:grpSpPr>
          <p:sp>
            <p:nvSpPr>
              <p:cNvPr id="1088" name="Freeform: Shape 1087">
                <a:extLst>
                  <a:ext uri="{FF2B5EF4-FFF2-40B4-BE49-F238E27FC236}">
                    <a16:creationId xmlns:a16="http://schemas.microsoft.com/office/drawing/2014/main" id="{5F499571-4EEA-4442-B71C-2972335B3545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1" y="0"/>
                <a:ext cx="3986041" cy="6858000"/>
              </a:xfrm>
              <a:custGeom>
                <a:avLst/>
                <a:gdLst>
                  <a:gd name="connsiteX0" fmla="*/ 0 w 3986041"/>
                  <a:gd name="connsiteY0" fmla="*/ 0 h 6858000"/>
                  <a:gd name="connsiteX1" fmla="*/ 3066495 w 3986041"/>
                  <a:gd name="connsiteY1" fmla="*/ 0 h 6858000"/>
                  <a:gd name="connsiteX2" fmla="*/ 3427241 w 3986041"/>
                  <a:gd name="connsiteY2" fmla="*/ 1211943 h 6858000"/>
                  <a:gd name="connsiteX3" fmla="*/ 3986041 w 3986041"/>
                  <a:gd name="connsiteY3" fmla="*/ 4122057 h 6858000"/>
                  <a:gd name="connsiteX4" fmla="*/ 3751724 w 3986041"/>
                  <a:gd name="connsiteY4" fmla="*/ 6858000 h 6858000"/>
                  <a:gd name="connsiteX5" fmla="*/ 0 w 3986041"/>
                  <a:gd name="connsiteY5" fmla="*/ 6858000 h 68580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3986041" h="6858000">
                    <a:moveTo>
                      <a:pt x="0" y="0"/>
                    </a:moveTo>
                    <a:lnTo>
                      <a:pt x="3066495" y="0"/>
                    </a:lnTo>
                    <a:lnTo>
                      <a:pt x="3427241" y="1211943"/>
                    </a:lnTo>
                    <a:lnTo>
                      <a:pt x="3986041" y="4122057"/>
                    </a:lnTo>
                    <a:lnTo>
                      <a:pt x="3751724" y="6858000"/>
                    </a:lnTo>
                    <a:lnTo>
                      <a:pt x="0" y="6858000"/>
                    </a:lnTo>
                    <a:close/>
                  </a:path>
                </a:pathLst>
              </a:custGeom>
              <a:solidFill>
                <a:schemeClr val="tx1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089" name="Freeform: Shape 1088">
                <a:extLst>
                  <a:ext uri="{FF2B5EF4-FFF2-40B4-BE49-F238E27FC236}">
                    <a16:creationId xmlns:a16="http://schemas.microsoft.com/office/drawing/2014/main" id="{9FFC7284-7A71-4F33-AB06-E0D1EB1CAFF5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1" y="0"/>
                <a:ext cx="3986041" cy="6858000"/>
              </a:xfrm>
              <a:custGeom>
                <a:avLst/>
                <a:gdLst>
                  <a:gd name="connsiteX0" fmla="*/ 0 w 3986041"/>
                  <a:gd name="connsiteY0" fmla="*/ 0 h 6858000"/>
                  <a:gd name="connsiteX1" fmla="*/ 3066495 w 3986041"/>
                  <a:gd name="connsiteY1" fmla="*/ 0 h 6858000"/>
                  <a:gd name="connsiteX2" fmla="*/ 3427241 w 3986041"/>
                  <a:gd name="connsiteY2" fmla="*/ 1211943 h 6858000"/>
                  <a:gd name="connsiteX3" fmla="*/ 3986041 w 3986041"/>
                  <a:gd name="connsiteY3" fmla="*/ 4122057 h 6858000"/>
                  <a:gd name="connsiteX4" fmla="*/ 3751724 w 3986041"/>
                  <a:gd name="connsiteY4" fmla="*/ 6858000 h 6858000"/>
                  <a:gd name="connsiteX5" fmla="*/ 0 w 3986041"/>
                  <a:gd name="connsiteY5" fmla="*/ 6858000 h 68580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3986041" h="6858000">
                    <a:moveTo>
                      <a:pt x="0" y="0"/>
                    </a:moveTo>
                    <a:lnTo>
                      <a:pt x="3066495" y="0"/>
                    </a:lnTo>
                    <a:lnTo>
                      <a:pt x="3427241" y="1211943"/>
                    </a:lnTo>
                    <a:lnTo>
                      <a:pt x="3986041" y="4122057"/>
                    </a:lnTo>
                    <a:lnTo>
                      <a:pt x="3751724" y="6858000"/>
                    </a:lnTo>
                    <a:lnTo>
                      <a:pt x="0" y="6858000"/>
                    </a:lnTo>
                    <a:close/>
                  </a:path>
                </a:pathLst>
              </a:custGeom>
              <a:solidFill>
                <a:schemeClr val="bg1">
                  <a:alpha val="14000"/>
                </a:schemeClr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1085" name="Group 1084">
              <a:extLst>
                <a:ext uri="{FF2B5EF4-FFF2-40B4-BE49-F238E27FC236}">
                  <a16:creationId xmlns:a16="http://schemas.microsoft.com/office/drawing/2014/main" id="{C27F758D-B23C-459E-AD21-6621782C726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>
              <a:off x="2748588" y="0"/>
              <a:ext cx="1339053" cy="6858000"/>
              <a:chOff x="2748588" y="0"/>
              <a:chExt cx="1339053" cy="6858000"/>
            </a:xfrm>
          </p:grpSpPr>
          <p:sp>
            <p:nvSpPr>
              <p:cNvPr id="1086" name="Freeform: Shape 1085">
                <a:extLst>
                  <a:ext uri="{FF2B5EF4-FFF2-40B4-BE49-F238E27FC236}">
                    <a16:creationId xmlns:a16="http://schemas.microsoft.com/office/drawing/2014/main" id="{08DD5D69-A882-48D7-ACFB-68E2DC6B0456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2748588" y="0"/>
                <a:ext cx="1339053" cy="6858000"/>
              </a:xfrm>
              <a:custGeom>
                <a:avLst/>
                <a:gdLst>
                  <a:gd name="connsiteX0" fmla="*/ 850532 w 1339053"/>
                  <a:gd name="connsiteY0" fmla="*/ 3481838 h 6858000"/>
                  <a:gd name="connsiteX1" fmla="*/ 877027 w 1339053"/>
                  <a:gd name="connsiteY1" fmla="*/ 3490955 h 6858000"/>
                  <a:gd name="connsiteX2" fmla="*/ 922718 w 1339053"/>
                  <a:gd name="connsiteY2" fmla="*/ 3516472 h 6858000"/>
                  <a:gd name="connsiteX3" fmla="*/ 1094179 w 1339053"/>
                  <a:gd name="connsiteY3" fmla="*/ 3567567 h 6858000"/>
                  <a:gd name="connsiteX4" fmla="*/ 1118891 w 1339053"/>
                  <a:gd name="connsiteY4" fmla="*/ 3568331 h 6858000"/>
                  <a:gd name="connsiteX5" fmla="*/ 1295961 w 1339053"/>
                  <a:gd name="connsiteY5" fmla="*/ 3584709 h 6858000"/>
                  <a:gd name="connsiteX6" fmla="*/ 1308070 w 1339053"/>
                  <a:gd name="connsiteY6" fmla="*/ 3585183 h 6858000"/>
                  <a:gd name="connsiteX7" fmla="*/ 1325263 w 1339053"/>
                  <a:gd name="connsiteY7" fmla="*/ 3705453 h 6858000"/>
                  <a:gd name="connsiteX8" fmla="*/ 1334107 w 1339053"/>
                  <a:gd name="connsiteY8" fmla="*/ 3772268 h 6858000"/>
                  <a:gd name="connsiteX9" fmla="*/ 1338203 w 1339053"/>
                  <a:gd name="connsiteY9" fmla="*/ 3831076 h 6858000"/>
                  <a:gd name="connsiteX10" fmla="*/ 1338805 w 1339053"/>
                  <a:gd name="connsiteY10" fmla="*/ 3839709 h 6858000"/>
                  <a:gd name="connsiteX11" fmla="*/ 1335635 w 1339053"/>
                  <a:gd name="connsiteY11" fmla="*/ 4118635 h 6858000"/>
                  <a:gd name="connsiteX12" fmla="*/ 1337171 w 1339053"/>
                  <a:gd name="connsiteY12" fmla="*/ 4209403 h 6858000"/>
                  <a:gd name="connsiteX13" fmla="*/ 1325840 w 1339053"/>
                  <a:gd name="connsiteY13" fmla="*/ 4309174 h 6858000"/>
                  <a:gd name="connsiteX14" fmla="*/ 1321122 w 1339053"/>
                  <a:gd name="connsiteY14" fmla="*/ 4473630 h 6858000"/>
                  <a:gd name="connsiteX15" fmla="*/ 1302196 w 1339053"/>
                  <a:gd name="connsiteY15" fmla="*/ 4791709 h 6858000"/>
                  <a:gd name="connsiteX16" fmla="*/ 1293239 w 1339053"/>
                  <a:gd name="connsiteY16" fmla="*/ 4860048 h 6858000"/>
                  <a:gd name="connsiteX17" fmla="*/ 1288829 w 1339053"/>
                  <a:gd name="connsiteY17" fmla="*/ 5039837 h 6858000"/>
                  <a:gd name="connsiteX18" fmla="*/ 1289584 w 1339053"/>
                  <a:gd name="connsiteY18" fmla="*/ 5148703 h 6858000"/>
                  <a:gd name="connsiteX19" fmla="*/ 1282205 w 1339053"/>
                  <a:gd name="connsiteY19" fmla="*/ 5236435 h 6858000"/>
                  <a:gd name="connsiteX20" fmla="*/ 1268145 w 1339053"/>
                  <a:gd name="connsiteY20" fmla="*/ 5311662 h 6858000"/>
                  <a:gd name="connsiteX21" fmla="*/ 1250547 w 1339053"/>
                  <a:gd name="connsiteY21" fmla="*/ 5515595 h 6858000"/>
                  <a:gd name="connsiteX22" fmla="*/ 1243323 w 1339053"/>
                  <a:gd name="connsiteY22" fmla="*/ 5596885 h 6858000"/>
                  <a:gd name="connsiteX23" fmla="*/ 1238303 w 1339053"/>
                  <a:gd name="connsiteY23" fmla="*/ 5812036 h 6858000"/>
                  <a:gd name="connsiteX24" fmla="*/ 1223551 w 1339053"/>
                  <a:gd name="connsiteY24" fmla="*/ 5991171 h 6858000"/>
                  <a:gd name="connsiteX25" fmla="*/ 1219699 w 1339053"/>
                  <a:gd name="connsiteY25" fmla="*/ 6066726 h 6858000"/>
                  <a:gd name="connsiteX26" fmla="*/ 1199935 w 1339053"/>
                  <a:gd name="connsiteY26" fmla="*/ 6236130 h 6858000"/>
                  <a:gd name="connsiteX27" fmla="*/ 1192857 w 1339053"/>
                  <a:gd name="connsiteY27" fmla="*/ 6333267 h 6858000"/>
                  <a:gd name="connsiteX28" fmla="*/ 1148174 w 1339053"/>
                  <a:gd name="connsiteY28" fmla="*/ 6561849 h 6858000"/>
                  <a:gd name="connsiteX29" fmla="*/ 1100424 w 1339053"/>
                  <a:gd name="connsiteY29" fmla="*/ 6797385 h 6858000"/>
                  <a:gd name="connsiteX30" fmla="*/ 1085621 w 1339053"/>
                  <a:gd name="connsiteY30" fmla="*/ 6858000 h 6858000"/>
                  <a:gd name="connsiteX31" fmla="*/ 932341 w 1339053"/>
                  <a:gd name="connsiteY31" fmla="*/ 6858000 h 6858000"/>
                  <a:gd name="connsiteX32" fmla="*/ 944496 w 1339053"/>
                  <a:gd name="connsiteY32" fmla="*/ 6829656 h 6858000"/>
                  <a:gd name="connsiteX33" fmla="*/ 913239 w 1339053"/>
                  <a:gd name="connsiteY33" fmla="*/ 6720119 h 6858000"/>
                  <a:gd name="connsiteX34" fmla="*/ 870682 w 1339053"/>
                  <a:gd name="connsiteY34" fmla="*/ 6655346 h 6858000"/>
                  <a:gd name="connsiteX35" fmla="*/ 846442 w 1339053"/>
                  <a:gd name="connsiteY35" fmla="*/ 6498594 h 6858000"/>
                  <a:gd name="connsiteX36" fmla="*/ 881150 w 1339053"/>
                  <a:gd name="connsiteY36" fmla="*/ 6473756 h 6858000"/>
                  <a:gd name="connsiteX37" fmla="*/ 922470 w 1339053"/>
                  <a:gd name="connsiteY37" fmla="*/ 6377035 h 6858000"/>
                  <a:gd name="connsiteX38" fmla="*/ 955039 w 1339053"/>
                  <a:gd name="connsiteY38" fmla="*/ 6268585 h 6858000"/>
                  <a:gd name="connsiteX39" fmla="*/ 1024350 w 1339053"/>
                  <a:gd name="connsiteY39" fmla="*/ 6083443 h 6858000"/>
                  <a:gd name="connsiteX40" fmla="*/ 999696 w 1339053"/>
                  <a:gd name="connsiteY40" fmla="*/ 5938416 h 6858000"/>
                  <a:gd name="connsiteX41" fmla="*/ 988342 w 1339053"/>
                  <a:gd name="connsiteY41" fmla="*/ 5882426 h 6858000"/>
                  <a:gd name="connsiteX42" fmla="*/ 985444 w 1339053"/>
                  <a:gd name="connsiteY42" fmla="*/ 5832438 h 6858000"/>
                  <a:gd name="connsiteX43" fmla="*/ 992016 w 1339053"/>
                  <a:gd name="connsiteY43" fmla="*/ 5777751 h 6858000"/>
                  <a:gd name="connsiteX44" fmla="*/ 995028 w 1339053"/>
                  <a:gd name="connsiteY44" fmla="*/ 5641832 h 6858000"/>
                  <a:gd name="connsiteX45" fmla="*/ 981247 w 1339053"/>
                  <a:gd name="connsiteY45" fmla="*/ 5562522 h 6858000"/>
                  <a:gd name="connsiteX46" fmla="*/ 995131 w 1339053"/>
                  <a:gd name="connsiteY46" fmla="*/ 5398075 h 6858000"/>
                  <a:gd name="connsiteX47" fmla="*/ 997379 w 1339053"/>
                  <a:gd name="connsiteY47" fmla="*/ 5283928 h 6858000"/>
                  <a:gd name="connsiteX48" fmla="*/ 979617 w 1339053"/>
                  <a:gd name="connsiteY48" fmla="*/ 5157396 h 6858000"/>
                  <a:gd name="connsiteX49" fmla="*/ 976441 w 1339053"/>
                  <a:gd name="connsiteY49" fmla="*/ 5139485 h 6858000"/>
                  <a:gd name="connsiteX50" fmla="*/ 953793 w 1339053"/>
                  <a:gd name="connsiteY50" fmla="*/ 5091862 h 6858000"/>
                  <a:gd name="connsiteX51" fmla="*/ 853056 w 1339053"/>
                  <a:gd name="connsiteY51" fmla="*/ 5001787 h 6858000"/>
                  <a:gd name="connsiteX52" fmla="*/ 833979 w 1339053"/>
                  <a:gd name="connsiteY52" fmla="*/ 4978966 h 6858000"/>
                  <a:gd name="connsiteX53" fmla="*/ 796995 w 1339053"/>
                  <a:gd name="connsiteY53" fmla="*/ 4813768 h 6858000"/>
                  <a:gd name="connsiteX54" fmla="*/ 820590 w 1339053"/>
                  <a:gd name="connsiteY54" fmla="*/ 4764057 h 6858000"/>
                  <a:gd name="connsiteX55" fmla="*/ 864688 w 1339053"/>
                  <a:gd name="connsiteY55" fmla="*/ 4714752 h 6858000"/>
                  <a:gd name="connsiteX56" fmla="*/ 910485 w 1339053"/>
                  <a:gd name="connsiteY56" fmla="*/ 4590911 h 6858000"/>
                  <a:gd name="connsiteX57" fmla="*/ 911445 w 1339053"/>
                  <a:gd name="connsiteY57" fmla="*/ 4539571 h 6858000"/>
                  <a:gd name="connsiteX58" fmla="*/ 900285 w 1339053"/>
                  <a:gd name="connsiteY58" fmla="*/ 4445837 h 6858000"/>
                  <a:gd name="connsiteX59" fmla="*/ 863237 w 1339053"/>
                  <a:gd name="connsiteY59" fmla="*/ 4364703 h 6858000"/>
                  <a:gd name="connsiteX60" fmla="*/ 798070 w 1339053"/>
                  <a:gd name="connsiteY60" fmla="*/ 4243284 h 6858000"/>
                  <a:gd name="connsiteX61" fmla="*/ 817097 w 1339053"/>
                  <a:gd name="connsiteY61" fmla="*/ 4054750 h 6858000"/>
                  <a:gd name="connsiteX62" fmla="*/ 826251 w 1339053"/>
                  <a:gd name="connsiteY62" fmla="*/ 3982801 h 6858000"/>
                  <a:gd name="connsiteX63" fmla="*/ 836848 w 1339053"/>
                  <a:gd name="connsiteY63" fmla="*/ 3784939 h 6858000"/>
                  <a:gd name="connsiteX64" fmla="*/ 841285 w 1339053"/>
                  <a:gd name="connsiteY64" fmla="*/ 3766755 h 6858000"/>
                  <a:gd name="connsiteX65" fmla="*/ 841284 w 1339053"/>
                  <a:gd name="connsiteY65" fmla="*/ 3766755 h 6858000"/>
                  <a:gd name="connsiteX66" fmla="*/ 852925 w 1339053"/>
                  <a:gd name="connsiteY66" fmla="*/ 3719034 h 6858000"/>
                  <a:gd name="connsiteX67" fmla="*/ 857932 w 1339053"/>
                  <a:gd name="connsiteY67" fmla="*/ 3696880 h 6858000"/>
                  <a:gd name="connsiteX68" fmla="*/ 853534 w 1339053"/>
                  <a:gd name="connsiteY68" fmla="*/ 3507036 h 6858000"/>
                  <a:gd name="connsiteX69" fmla="*/ 850226 w 1339053"/>
                  <a:gd name="connsiteY69" fmla="*/ 3485839 h 6858000"/>
                  <a:gd name="connsiteX70" fmla="*/ 0 w 1339053"/>
                  <a:gd name="connsiteY70" fmla="*/ 0 h 6858000"/>
                  <a:gd name="connsiteX71" fmla="*/ 455609 w 1339053"/>
                  <a:gd name="connsiteY71" fmla="*/ 0 h 6858000"/>
                  <a:gd name="connsiteX72" fmla="*/ 459171 w 1339053"/>
                  <a:gd name="connsiteY72" fmla="*/ 72395 h 6858000"/>
                  <a:gd name="connsiteX73" fmla="*/ 460041 w 1339053"/>
                  <a:gd name="connsiteY73" fmla="*/ 131917 h 6858000"/>
                  <a:gd name="connsiteX74" fmla="*/ 504421 w 1339053"/>
                  <a:gd name="connsiteY74" fmla="*/ 389691 h 6858000"/>
                  <a:gd name="connsiteX75" fmla="*/ 582097 w 1339053"/>
                  <a:gd name="connsiteY75" fmla="*/ 634609 h 6858000"/>
                  <a:gd name="connsiteX76" fmla="*/ 702468 w 1339053"/>
                  <a:gd name="connsiteY76" fmla="*/ 834019 h 6858000"/>
                  <a:gd name="connsiteX77" fmla="*/ 729203 w 1339053"/>
                  <a:gd name="connsiteY77" fmla="*/ 887701 h 6858000"/>
                  <a:gd name="connsiteX78" fmla="*/ 743787 w 1339053"/>
                  <a:gd name="connsiteY78" fmla="*/ 1016355 h 6858000"/>
                  <a:gd name="connsiteX79" fmla="*/ 750083 w 1339053"/>
                  <a:gd name="connsiteY79" fmla="*/ 1128060 h 6858000"/>
                  <a:gd name="connsiteX80" fmla="*/ 768866 w 1339053"/>
                  <a:gd name="connsiteY80" fmla="*/ 1213431 h 6858000"/>
                  <a:gd name="connsiteX81" fmla="*/ 787802 w 1339053"/>
                  <a:gd name="connsiteY81" fmla="*/ 1286432 h 6858000"/>
                  <a:gd name="connsiteX82" fmla="*/ 842837 w 1339053"/>
                  <a:gd name="connsiteY82" fmla="*/ 1455511 h 6858000"/>
                  <a:gd name="connsiteX83" fmla="*/ 877988 w 1339053"/>
                  <a:gd name="connsiteY83" fmla="*/ 1634814 h 6858000"/>
                  <a:gd name="connsiteX84" fmla="*/ 941063 w 1339053"/>
                  <a:gd name="connsiteY84" fmla="*/ 1789731 h 6858000"/>
                  <a:gd name="connsiteX85" fmla="*/ 980124 w 1339053"/>
                  <a:gd name="connsiteY85" fmla="*/ 1857657 h 6858000"/>
                  <a:gd name="connsiteX86" fmla="*/ 984484 w 1339053"/>
                  <a:gd name="connsiteY86" fmla="*/ 1976384 h 6858000"/>
                  <a:gd name="connsiteX87" fmla="*/ 1007189 w 1339053"/>
                  <a:gd name="connsiteY87" fmla="*/ 2110650 h 6858000"/>
                  <a:gd name="connsiteX88" fmla="*/ 1039893 w 1339053"/>
                  <a:gd name="connsiteY88" fmla="*/ 2211041 h 6858000"/>
                  <a:gd name="connsiteX89" fmla="*/ 1059162 w 1339053"/>
                  <a:gd name="connsiteY89" fmla="*/ 2286682 h 6858000"/>
                  <a:gd name="connsiteX90" fmla="*/ 1070522 w 1339053"/>
                  <a:gd name="connsiteY90" fmla="*/ 2388667 h 6858000"/>
                  <a:gd name="connsiteX91" fmla="*/ 1093939 w 1339053"/>
                  <a:gd name="connsiteY91" fmla="*/ 2494653 h 6858000"/>
                  <a:gd name="connsiteX92" fmla="*/ 1112007 w 1339053"/>
                  <a:gd name="connsiteY92" fmla="*/ 2548197 h 6858000"/>
                  <a:gd name="connsiteX93" fmla="*/ 1138346 w 1339053"/>
                  <a:gd name="connsiteY93" fmla="*/ 2649163 h 6858000"/>
                  <a:gd name="connsiteX94" fmla="*/ 1160337 w 1339053"/>
                  <a:gd name="connsiteY94" fmla="*/ 2751608 h 6858000"/>
                  <a:gd name="connsiteX95" fmla="*/ 1165737 w 1339053"/>
                  <a:gd name="connsiteY95" fmla="*/ 2933012 h 6858000"/>
                  <a:gd name="connsiteX96" fmla="*/ 1202029 w 1339053"/>
                  <a:gd name="connsiteY96" fmla="*/ 3107873 h 6858000"/>
                  <a:gd name="connsiteX97" fmla="*/ 1225692 w 1339053"/>
                  <a:gd name="connsiteY97" fmla="*/ 3244974 h 6858000"/>
                  <a:gd name="connsiteX98" fmla="*/ 1243916 w 1339053"/>
                  <a:gd name="connsiteY98" fmla="*/ 3326221 h 6858000"/>
                  <a:gd name="connsiteX99" fmla="*/ 1293067 w 1339053"/>
                  <a:gd name="connsiteY99" fmla="*/ 3480219 h 6858000"/>
                  <a:gd name="connsiteX100" fmla="*/ 1308071 w 1339053"/>
                  <a:gd name="connsiteY100" fmla="*/ 3585182 h 6858000"/>
                  <a:gd name="connsiteX101" fmla="*/ 1295962 w 1339053"/>
                  <a:gd name="connsiteY101" fmla="*/ 3584708 h 6858000"/>
                  <a:gd name="connsiteX102" fmla="*/ 1118893 w 1339053"/>
                  <a:gd name="connsiteY102" fmla="*/ 3568330 h 6858000"/>
                  <a:gd name="connsiteX103" fmla="*/ 1094179 w 1339053"/>
                  <a:gd name="connsiteY103" fmla="*/ 3567566 h 6858000"/>
                  <a:gd name="connsiteX104" fmla="*/ 922719 w 1339053"/>
                  <a:gd name="connsiteY104" fmla="*/ 3516472 h 6858000"/>
                  <a:gd name="connsiteX105" fmla="*/ 877028 w 1339053"/>
                  <a:gd name="connsiteY105" fmla="*/ 3490955 h 6858000"/>
                  <a:gd name="connsiteX106" fmla="*/ 850533 w 1339053"/>
                  <a:gd name="connsiteY106" fmla="*/ 3481837 h 6858000"/>
                  <a:gd name="connsiteX107" fmla="*/ 852113 w 1339053"/>
                  <a:gd name="connsiteY107" fmla="*/ 3461170 h 6858000"/>
                  <a:gd name="connsiteX108" fmla="*/ 831383 w 1339053"/>
                  <a:gd name="connsiteY108" fmla="*/ 3399179 h 6858000"/>
                  <a:gd name="connsiteX109" fmla="*/ 743141 w 1339053"/>
                  <a:gd name="connsiteY109" fmla="*/ 3320580 h 6858000"/>
                  <a:gd name="connsiteX110" fmla="*/ 713221 w 1339053"/>
                  <a:gd name="connsiteY110" fmla="*/ 3251241 h 6858000"/>
                  <a:gd name="connsiteX111" fmla="*/ 697098 w 1339053"/>
                  <a:gd name="connsiteY111" fmla="*/ 3202528 h 6858000"/>
                  <a:gd name="connsiteX112" fmla="*/ 664820 w 1339053"/>
                  <a:gd name="connsiteY112" fmla="*/ 3154190 h 6858000"/>
                  <a:gd name="connsiteX113" fmla="*/ 572501 w 1339053"/>
                  <a:gd name="connsiteY113" fmla="*/ 3087312 h 6858000"/>
                  <a:gd name="connsiteX114" fmla="*/ 497703 w 1339053"/>
                  <a:gd name="connsiteY114" fmla="*/ 3005243 h 6858000"/>
                  <a:gd name="connsiteX115" fmla="*/ 476984 w 1339053"/>
                  <a:gd name="connsiteY115" fmla="*/ 2892751 h 6858000"/>
                  <a:gd name="connsiteX116" fmla="*/ 468947 w 1339053"/>
                  <a:gd name="connsiteY116" fmla="*/ 2824527 h 6858000"/>
                  <a:gd name="connsiteX117" fmla="*/ 569138 w 1339053"/>
                  <a:gd name="connsiteY117" fmla="*/ 2595026 h 6858000"/>
                  <a:gd name="connsiteX118" fmla="*/ 645397 w 1339053"/>
                  <a:gd name="connsiteY118" fmla="*/ 2440808 h 6858000"/>
                  <a:gd name="connsiteX119" fmla="*/ 651820 w 1339053"/>
                  <a:gd name="connsiteY119" fmla="*/ 2384384 h 6858000"/>
                  <a:gd name="connsiteX120" fmla="*/ 612994 w 1339053"/>
                  <a:gd name="connsiteY120" fmla="*/ 2207332 h 6858000"/>
                  <a:gd name="connsiteX121" fmla="*/ 620894 w 1339053"/>
                  <a:gd name="connsiteY121" fmla="*/ 2046679 h 6858000"/>
                  <a:gd name="connsiteX122" fmla="*/ 644614 w 1339053"/>
                  <a:gd name="connsiteY122" fmla="*/ 1931265 h 6858000"/>
                  <a:gd name="connsiteX123" fmla="*/ 665994 w 1339053"/>
                  <a:gd name="connsiteY123" fmla="*/ 1832337 h 6858000"/>
                  <a:gd name="connsiteX124" fmla="*/ 678276 w 1339053"/>
                  <a:gd name="connsiteY124" fmla="*/ 1709437 h 6858000"/>
                  <a:gd name="connsiteX125" fmla="*/ 672955 w 1339053"/>
                  <a:gd name="connsiteY125" fmla="*/ 1636123 h 6858000"/>
                  <a:gd name="connsiteX126" fmla="*/ 668480 w 1339053"/>
                  <a:gd name="connsiteY126" fmla="*/ 1520749 h 6858000"/>
                  <a:gd name="connsiteX127" fmla="*/ 653920 w 1339053"/>
                  <a:gd name="connsiteY127" fmla="*/ 1399437 h 6858000"/>
                  <a:gd name="connsiteX128" fmla="*/ 612686 w 1339053"/>
                  <a:gd name="connsiteY128" fmla="*/ 1296979 h 6858000"/>
                  <a:gd name="connsiteX129" fmla="*/ 570220 w 1339053"/>
                  <a:gd name="connsiteY129" fmla="*/ 1235618 h 6858000"/>
                  <a:gd name="connsiteX130" fmla="*/ 529736 w 1339053"/>
                  <a:gd name="connsiteY130" fmla="*/ 1081752 h 6858000"/>
                  <a:gd name="connsiteX131" fmla="*/ 414305 w 1339053"/>
                  <a:gd name="connsiteY131" fmla="*/ 918292 h 6858000"/>
                  <a:gd name="connsiteX132" fmla="*/ 373924 w 1339053"/>
                  <a:gd name="connsiteY132" fmla="*/ 825689 h 6858000"/>
                  <a:gd name="connsiteX133" fmla="*/ 368949 w 1339053"/>
                  <a:gd name="connsiteY133" fmla="*/ 778726 h 6858000"/>
                  <a:gd name="connsiteX134" fmla="*/ 347020 w 1339053"/>
                  <a:gd name="connsiteY134" fmla="*/ 694643 h 6858000"/>
                  <a:gd name="connsiteX135" fmla="*/ 327478 w 1339053"/>
                  <a:gd name="connsiteY135" fmla="*/ 642898 h 6858000"/>
                  <a:gd name="connsiteX136" fmla="*/ 243468 w 1339053"/>
                  <a:gd name="connsiteY136" fmla="*/ 491960 h 6858000"/>
                  <a:gd name="connsiteX137" fmla="*/ 218930 w 1339053"/>
                  <a:gd name="connsiteY137" fmla="*/ 446010 h 6858000"/>
                  <a:gd name="connsiteX138" fmla="*/ 180614 w 1339053"/>
                  <a:gd name="connsiteY138" fmla="*/ 354892 h 6858000"/>
                  <a:gd name="connsiteX139" fmla="*/ 171988 w 1339053"/>
                  <a:gd name="connsiteY139" fmla="*/ 317521 h 6858000"/>
                  <a:gd name="connsiteX140" fmla="*/ 139875 w 1339053"/>
                  <a:gd name="connsiteY140" fmla="*/ 246378 h 6858000"/>
                  <a:gd name="connsiteX141" fmla="*/ 51499 w 1339053"/>
                  <a:gd name="connsiteY141" fmla="*/ 73211 h 6858000"/>
                  <a:gd name="connsiteX142" fmla="*/ 19690 w 1339053"/>
                  <a:gd name="connsiteY142" fmla="*/ 36621 h 68580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  <a:cxn ang="0">
                    <a:pos x="connsiteX89" y="connsiteY89"/>
                  </a:cxn>
                  <a:cxn ang="0">
                    <a:pos x="connsiteX90" y="connsiteY90"/>
                  </a:cxn>
                  <a:cxn ang="0">
                    <a:pos x="connsiteX91" y="connsiteY91"/>
                  </a:cxn>
                  <a:cxn ang="0">
                    <a:pos x="connsiteX92" y="connsiteY92"/>
                  </a:cxn>
                  <a:cxn ang="0">
                    <a:pos x="connsiteX93" y="connsiteY93"/>
                  </a:cxn>
                  <a:cxn ang="0">
                    <a:pos x="connsiteX94" y="connsiteY94"/>
                  </a:cxn>
                  <a:cxn ang="0">
                    <a:pos x="connsiteX95" y="connsiteY95"/>
                  </a:cxn>
                  <a:cxn ang="0">
                    <a:pos x="connsiteX96" y="connsiteY96"/>
                  </a:cxn>
                  <a:cxn ang="0">
                    <a:pos x="connsiteX97" y="connsiteY97"/>
                  </a:cxn>
                  <a:cxn ang="0">
                    <a:pos x="connsiteX98" y="connsiteY98"/>
                  </a:cxn>
                  <a:cxn ang="0">
                    <a:pos x="connsiteX99" y="connsiteY99"/>
                  </a:cxn>
                  <a:cxn ang="0">
                    <a:pos x="connsiteX100" y="connsiteY100"/>
                  </a:cxn>
                  <a:cxn ang="0">
                    <a:pos x="connsiteX101" y="connsiteY101"/>
                  </a:cxn>
                  <a:cxn ang="0">
                    <a:pos x="connsiteX102" y="connsiteY102"/>
                  </a:cxn>
                  <a:cxn ang="0">
                    <a:pos x="connsiteX103" y="connsiteY103"/>
                  </a:cxn>
                  <a:cxn ang="0">
                    <a:pos x="connsiteX104" y="connsiteY104"/>
                  </a:cxn>
                  <a:cxn ang="0">
                    <a:pos x="connsiteX105" y="connsiteY105"/>
                  </a:cxn>
                  <a:cxn ang="0">
                    <a:pos x="connsiteX106" y="connsiteY106"/>
                  </a:cxn>
                  <a:cxn ang="0">
                    <a:pos x="connsiteX107" y="connsiteY107"/>
                  </a:cxn>
                  <a:cxn ang="0">
                    <a:pos x="connsiteX108" y="connsiteY108"/>
                  </a:cxn>
                  <a:cxn ang="0">
                    <a:pos x="connsiteX109" y="connsiteY109"/>
                  </a:cxn>
                  <a:cxn ang="0">
                    <a:pos x="connsiteX110" y="connsiteY110"/>
                  </a:cxn>
                  <a:cxn ang="0">
                    <a:pos x="connsiteX111" y="connsiteY111"/>
                  </a:cxn>
                  <a:cxn ang="0">
                    <a:pos x="connsiteX112" y="connsiteY112"/>
                  </a:cxn>
                  <a:cxn ang="0">
                    <a:pos x="connsiteX113" y="connsiteY113"/>
                  </a:cxn>
                  <a:cxn ang="0">
                    <a:pos x="connsiteX114" y="connsiteY114"/>
                  </a:cxn>
                  <a:cxn ang="0">
                    <a:pos x="connsiteX115" y="connsiteY115"/>
                  </a:cxn>
                  <a:cxn ang="0">
                    <a:pos x="connsiteX116" y="connsiteY116"/>
                  </a:cxn>
                  <a:cxn ang="0">
                    <a:pos x="connsiteX117" y="connsiteY117"/>
                  </a:cxn>
                  <a:cxn ang="0">
                    <a:pos x="connsiteX118" y="connsiteY118"/>
                  </a:cxn>
                  <a:cxn ang="0">
                    <a:pos x="connsiteX119" y="connsiteY119"/>
                  </a:cxn>
                  <a:cxn ang="0">
                    <a:pos x="connsiteX120" y="connsiteY120"/>
                  </a:cxn>
                  <a:cxn ang="0">
                    <a:pos x="connsiteX121" y="connsiteY121"/>
                  </a:cxn>
                  <a:cxn ang="0">
                    <a:pos x="connsiteX122" y="connsiteY122"/>
                  </a:cxn>
                  <a:cxn ang="0">
                    <a:pos x="connsiteX123" y="connsiteY123"/>
                  </a:cxn>
                  <a:cxn ang="0">
                    <a:pos x="connsiteX124" y="connsiteY124"/>
                  </a:cxn>
                  <a:cxn ang="0">
                    <a:pos x="connsiteX125" y="connsiteY125"/>
                  </a:cxn>
                  <a:cxn ang="0">
                    <a:pos x="connsiteX126" y="connsiteY126"/>
                  </a:cxn>
                  <a:cxn ang="0">
                    <a:pos x="connsiteX127" y="connsiteY127"/>
                  </a:cxn>
                  <a:cxn ang="0">
                    <a:pos x="connsiteX128" y="connsiteY128"/>
                  </a:cxn>
                  <a:cxn ang="0">
                    <a:pos x="connsiteX129" y="connsiteY129"/>
                  </a:cxn>
                  <a:cxn ang="0">
                    <a:pos x="connsiteX130" y="connsiteY130"/>
                  </a:cxn>
                  <a:cxn ang="0">
                    <a:pos x="connsiteX131" y="connsiteY131"/>
                  </a:cxn>
                  <a:cxn ang="0">
                    <a:pos x="connsiteX132" y="connsiteY132"/>
                  </a:cxn>
                  <a:cxn ang="0">
                    <a:pos x="connsiteX133" y="connsiteY133"/>
                  </a:cxn>
                  <a:cxn ang="0">
                    <a:pos x="connsiteX134" y="connsiteY134"/>
                  </a:cxn>
                  <a:cxn ang="0">
                    <a:pos x="connsiteX135" y="connsiteY135"/>
                  </a:cxn>
                  <a:cxn ang="0">
                    <a:pos x="connsiteX136" y="connsiteY136"/>
                  </a:cxn>
                  <a:cxn ang="0">
                    <a:pos x="connsiteX137" y="connsiteY137"/>
                  </a:cxn>
                  <a:cxn ang="0">
                    <a:pos x="connsiteX138" y="connsiteY138"/>
                  </a:cxn>
                  <a:cxn ang="0">
                    <a:pos x="connsiteX139" y="connsiteY139"/>
                  </a:cxn>
                  <a:cxn ang="0">
                    <a:pos x="connsiteX140" y="connsiteY140"/>
                  </a:cxn>
                  <a:cxn ang="0">
                    <a:pos x="connsiteX141" y="connsiteY141"/>
                  </a:cxn>
                  <a:cxn ang="0">
                    <a:pos x="connsiteX142" y="connsiteY142"/>
                  </a:cxn>
                </a:cxnLst>
                <a:rect l="l" t="t" r="r" b="b"/>
                <a:pathLst>
                  <a:path w="1339053" h="6858000">
                    <a:moveTo>
                      <a:pt x="850532" y="3481838"/>
                    </a:moveTo>
                    <a:lnTo>
                      <a:pt x="877027" y="3490955"/>
                    </a:lnTo>
                    <a:cubicBezTo>
                      <a:pt x="892941" y="3497986"/>
                      <a:pt x="908176" y="3506416"/>
                      <a:pt x="922718" y="3516472"/>
                    </a:cubicBezTo>
                    <a:cubicBezTo>
                      <a:pt x="967062" y="3547282"/>
                      <a:pt x="1027547" y="3564030"/>
                      <a:pt x="1094179" y="3567567"/>
                    </a:cubicBezTo>
                    <a:cubicBezTo>
                      <a:pt x="1102515" y="3567965"/>
                      <a:pt x="1113434" y="3565936"/>
                      <a:pt x="1118891" y="3568331"/>
                    </a:cubicBezTo>
                    <a:cubicBezTo>
                      <a:pt x="1180628" y="3594888"/>
                      <a:pt x="1237753" y="3586304"/>
                      <a:pt x="1295961" y="3584709"/>
                    </a:cubicBezTo>
                    <a:lnTo>
                      <a:pt x="1308070" y="3585183"/>
                    </a:lnTo>
                    <a:lnTo>
                      <a:pt x="1325263" y="3705453"/>
                    </a:lnTo>
                    <a:cubicBezTo>
                      <a:pt x="1328254" y="3727679"/>
                      <a:pt x="1331526" y="3749922"/>
                      <a:pt x="1334107" y="3772268"/>
                    </a:cubicBezTo>
                    <a:lnTo>
                      <a:pt x="1338203" y="3831076"/>
                    </a:lnTo>
                    <a:lnTo>
                      <a:pt x="1338805" y="3839709"/>
                    </a:lnTo>
                    <a:cubicBezTo>
                      <a:pt x="1339996" y="3932341"/>
                      <a:pt x="1336568" y="4025809"/>
                      <a:pt x="1335635" y="4118635"/>
                    </a:cubicBezTo>
                    <a:cubicBezTo>
                      <a:pt x="1335202" y="4148976"/>
                      <a:pt x="1338805" y="4178868"/>
                      <a:pt x="1337171" y="4209403"/>
                    </a:cubicBezTo>
                    <a:cubicBezTo>
                      <a:pt x="1335445" y="4242449"/>
                      <a:pt x="1327565" y="4276129"/>
                      <a:pt x="1325840" y="4309174"/>
                    </a:cubicBezTo>
                    <a:cubicBezTo>
                      <a:pt x="1322853" y="4364122"/>
                      <a:pt x="1323899" y="4418621"/>
                      <a:pt x="1321122" y="4473630"/>
                    </a:cubicBezTo>
                    <a:cubicBezTo>
                      <a:pt x="1315632" y="4579723"/>
                      <a:pt x="1309019" y="4685750"/>
                      <a:pt x="1302196" y="4791709"/>
                    </a:cubicBezTo>
                    <a:cubicBezTo>
                      <a:pt x="1300696" y="4814383"/>
                      <a:pt x="1294244" y="4837504"/>
                      <a:pt x="1293239" y="4860048"/>
                    </a:cubicBezTo>
                    <a:cubicBezTo>
                      <a:pt x="1290785" y="4919957"/>
                      <a:pt x="1289660" y="4979994"/>
                      <a:pt x="1288829" y="5039837"/>
                    </a:cubicBezTo>
                    <a:cubicBezTo>
                      <a:pt x="1288401" y="5076103"/>
                      <a:pt x="1290512" y="5112310"/>
                      <a:pt x="1289584" y="5148703"/>
                    </a:cubicBezTo>
                    <a:cubicBezTo>
                      <a:pt x="1288845" y="5177820"/>
                      <a:pt x="1286193" y="5207193"/>
                      <a:pt x="1282205" y="5236435"/>
                    </a:cubicBezTo>
                    <a:cubicBezTo>
                      <a:pt x="1278784" y="5261619"/>
                      <a:pt x="1270649" y="5286477"/>
                      <a:pt x="1268145" y="5311662"/>
                    </a:cubicBezTo>
                    <a:cubicBezTo>
                      <a:pt x="1261308" y="5379812"/>
                      <a:pt x="1256387" y="5447703"/>
                      <a:pt x="1250547" y="5515595"/>
                    </a:cubicBezTo>
                    <a:cubicBezTo>
                      <a:pt x="1248113" y="5542776"/>
                      <a:pt x="1244054" y="5570023"/>
                      <a:pt x="1243323" y="5596885"/>
                    </a:cubicBezTo>
                    <a:cubicBezTo>
                      <a:pt x="1241082" y="5668709"/>
                      <a:pt x="1241668" y="5740276"/>
                      <a:pt x="1238303" y="5812036"/>
                    </a:cubicBezTo>
                    <a:cubicBezTo>
                      <a:pt x="1235508" y="5871554"/>
                      <a:pt x="1228259" y="5931392"/>
                      <a:pt x="1223551" y="5991171"/>
                    </a:cubicBezTo>
                    <a:cubicBezTo>
                      <a:pt x="1221675" y="6016549"/>
                      <a:pt x="1222415" y="6041609"/>
                      <a:pt x="1219699" y="6066726"/>
                    </a:cubicBezTo>
                    <a:cubicBezTo>
                      <a:pt x="1213776" y="6123024"/>
                      <a:pt x="1205938" y="6179576"/>
                      <a:pt x="1199935" y="6236130"/>
                    </a:cubicBezTo>
                    <a:cubicBezTo>
                      <a:pt x="1196614" y="6268403"/>
                      <a:pt x="1198425" y="6301127"/>
                      <a:pt x="1192857" y="6333267"/>
                    </a:cubicBezTo>
                    <a:cubicBezTo>
                      <a:pt x="1179603" y="6409590"/>
                      <a:pt x="1163470" y="6485591"/>
                      <a:pt x="1148174" y="6561849"/>
                    </a:cubicBezTo>
                    <a:cubicBezTo>
                      <a:pt x="1132370" y="6640486"/>
                      <a:pt x="1117066" y="6719000"/>
                      <a:pt x="1100424" y="6797385"/>
                    </a:cubicBezTo>
                    <a:lnTo>
                      <a:pt x="1085621" y="6858000"/>
                    </a:lnTo>
                    <a:lnTo>
                      <a:pt x="932341" y="6858000"/>
                    </a:lnTo>
                    <a:lnTo>
                      <a:pt x="944496" y="6829656"/>
                    </a:lnTo>
                    <a:cubicBezTo>
                      <a:pt x="964836" y="6776399"/>
                      <a:pt x="953622" y="6744439"/>
                      <a:pt x="913239" y="6720119"/>
                    </a:cubicBezTo>
                    <a:cubicBezTo>
                      <a:pt x="890880" y="6706443"/>
                      <a:pt x="866986" y="6690318"/>
                      <a:pt x="870682" y="6655346"/>
                    </a:cubicBezTo>
                    <a:cubicBezTo>
                      <a:pt x="876846" y="6598274"/>
                      <a:pt x="889503" y="6540954"/>
                      <a:pt x="846442" y="6498594"/>
                    </a:cubicBezTo>
                    <a:cubicBezTo>
                      <a:pt x="862273" y="6487399"/>
                      <a:pt x="871751" y="6480449"/>
                      <a:pt x="881150" y="6473756"/>
                    </a:cubicBezTo>
                    <a:cubicBezTo>
                      <a:pt x="907245" y="6455292"/>
                      <a:pt x="930705" y="6407516"/>
                      <a:pt x="922470" y="6377035"/>
                    </a:cubicBezTo>
                    <a:cubicBezTo>
                      <a:pt x="910652" y="6332192"/>
                      <a:pt x="925705" y="6299028"/>
                      <a:pt x="955039" y="6268585"/>
                    </a:cubicBezTo>
                    <a:cubicBezTo>
                      <a:pt x="1003777" y="6217606"/>
                      <a:pt x="1017630" y="6148240"/>
                      <a:pt x="1024350" y="6083443"/>
                    </a:cubicBezTo>
                    <a:cubicBezTo>
                      <a:pt x="1029590" y="6034553"/>
                      <a:pt x="1028255" y="5980246"/>
                      <a:pt x="999696" y="5938416"/>
                    </a:cubicBezTo>
                    <a:cubicBezTo>
                      <a:pt x="990505" y="5925141"/>
                      <a:pt x="991039" y="5901884"/>
                      <a:pt x="988342" y="5882426"/>
                    </a:cubicBezTo>
                    <a:cubicBezTo>
                      <a:pt x="986229" y="5866254"/>
                      <a:pt x="984774" y="5849442"/>
                      <a:pt x="985444" y="5832438"/>
                    </a:cubicBezTo>
                    <a:cubicBezTo>
                      <a:pt x="986010" y="5814273"/>
                      <a:pt x="985042" y="5793656"/>
                      <a:pt x="992016" y="5777751"/>
                    </a:cubicBezTo>
                    <a:cubicBezTo>
                      <a:pt x="1012886" y="5729456"/>
                      <a:pt x="1014467" y="5686488"/>
                      <a:pt x="995028" y="5641832"/>
                    </a:cubicBezTo>
                    <a:cubicBezTo>
                      <a:pt x="984984" y="5618696"/>
                      <a:pt x="974301" y="5585771"/>
                      <a:pt x="981247" y="5562522"/>
                    </a:cubicBezTo>
                    <a:cubicBezTo>
                      <a:pt x="998041" y="5505913"/>
                      <a:pt x="997454" y="5454379"/>
                      <a:pt x="995131" y="5398075"/>
                    </a:cubicBezTo>
                    <a:cubicBezTo>
                      <a:pt x="993724" y="5361807"/>
                      <a:pt x="997229" y="5322258"/>
                      <a:pt x="997379" y="5283928"/>
                    </a:cubicBezTo>
                    <a:cubicBezTo>
                      <a:pt x="997473" y="5239095"/>
                      <a:pt x="1006631" y="5193105"/>
                      <a:pt x="979617" y="5157396"/>
                    </a:cubicBezTo>
                    <a:cubicBezTo>
                      <a:pt x="976728" y="5153402"/>
                      <a:pt x="978724" y="5144705"/>
                      <a:pt x="976441" y="5139485"/>
                    </a:cubicBezTo>
                    <a:cubicBezTo>
                      <a:pt x="969619" y="5122991"/>
                      <a:pt x="964828" y="5102888"/>
                      <a:pt x="953793" y="5091862"/>
                    </a:cubicBezTo>
                    <a:cubicBezTo>
                      <a:pt x="921506" y="5059884"/>
                      <a:pt x="886609" y="5031900"/>
                      <a:pt x="853056" y="5001787"/>
                    </a:cubicBezTo>
                    <a:cubicBezTo>
                      <a:pt x="845882" y="4995337"/>
                      <a:pt x="836325" y="4988437"/>
                      <a:pt x="833979" y="4978966"/>
                    </a:cubicBezTo>
                    <a:cubicBezTo>
                      <a:pt x="820602" y="4924328"/>
                      <a:pt x="808509" y="4869239"/>
                      <a:pt x="796995" y="4813768"/>
                    </a:cubicBezTo>
                    <a:cubicBezTo>
                      <a:pt x="792418" y="4791474"/>
                      <a:pt x="803209" y="4777314"/>
                      <a:pt x="820590" y="4764057"/>
                    </a:cubicBezTo>
                    <a:cubicBezTo>
                      <a:pt x="837188" y="4751123"/>
                      <a:pt x="855398" y="4734452"/>
                      <a:pt x="864688" y="4714752"/>
                    </a:cubicBezTo>
                    <a:cubicBezTo>
                      <a:pt x="883062" y="4675275"/>
                      <a:pt x="897521" y="4632902"/>
                      <a:pt x="910485" y="4590911"/>
                    </a:cubicBezTo>
                    <a:cubicBezTo>
                      <a:pt x="915338" y="4575199"/>
                      <a:pt x="912978" y="4556131"/>
                      <a:pt x="911445" y="4539571"/>
                    </a:cubicBezTo>
                    <a:cubicBezTo>
                      <a:pt x="908527" y="4508200"/>
                      <a:pt x="900999" y="4477659"/>
                      <a:pt x="900285" y="4445837"/>
                    </a:cubicBezTo>
                    <a:cubicBezTo>
                      <a:pt x="899539" y="4408923"/>
                      <a:pt x="887958" y="4383340"/>
                      <a:pt x="863237" y="4364703"/>
                    </a:cubicBezTo>
                    <a:cubicBezTo>
                      <a:pt x="826431" y="4336971"/>
                      <a:pt x="808536" y="4292507"/>
                      <a:pt x="798070" y="4243284"/>
                    </a:cubicBezTo>
                    <a:cubicBezTo>
                      <a:pt x="784617" y="4180721"/>
                      <a:pt x="805728" y="4117545"/>
                      <a:pt x="817097" y="4054750"/>
                    </a:cubicBezTo>
                    <a:cubicBezTo>
                      <a:pt x="821537" y="4030724"/>
                      <a:pt x="826632" y="4006057"/>
                      <a:pt x="826251" y="3982801"/>
                    </a:cubicBezTo>
                    <a:cubicBezTo>
                      <a:pt x="825347" y="3916709"/>
                      <a:pt x="825150" y="3850833"/>
                      <a:pt x="836848" y="3784939"/>
                    </a:cubicBezTo>
                    <a:lnTo>
                      <a:pt x="841285" y="3766755"/>
                    </a:lnTo>
                    <a:lnTo>
                      <a:pt x="841284" y="3766755"/>
                    </a:lnTo>
                    <a:lnTo>
                      <a:pt x="852925" y="3719034"/>
                    </a:lnTo>
                    <a:cubicBezTo>
                      <a:pt x="855152" y="3711822"/>
                      <a:pt x="856753" y="3704413"/>
                      <a:pt x="857932" y="3696880"/>
                    </a:cubicBezTo>
                    <a:cubicBezTo>
                      <a:pt x="868683" y="3631632"/>
                      <a:pt x="885300" y="3565939"/>
                      <a:pt x="853534" y="3507036"/>
                    </a:cubicBezTo>
                    <a:cubicBezTo>
                      <a:pt x="850623" y="3501622"/>
                      <a:pt x="849992" y="3494020"/>
                      <a:pt x="850226" y="3485839"/>
                    </a:cubicBezTo>
                    <a:close/>
                    <a:moveTo>
                      <a:pt x="0" y="0"/>
                    </a:moveTo>
                    <a:lnTo>
                      <a:pt x="455609" y="0"/>
                    </a:lnTo>
                    <a:lnTo>
                      <a:pt x="459171" y="72395"/>
                    </a:lnTo>
                    <a:cubicBezTo>
                      <a:pt x="459671" y="92301"/>
                      <a:pt x="456894" y="113171"/>
                      <a:pt x="460041" y="131917"/>
                    </a:cubicBezTo>
                    <a:cubicBezTo>
                      <a:pt x="474213" y="218122"/>
                      <a:pt x="492031" y="302910"/>
                      <a:pt x="504421" y="389691"/>
                    </a:cubicBezTo>
                    <a:cubicBezTo>
                      <a:pt x="517349" y="479177"/>
                      <a:pt x="539516" y="562489"/>
                      <a:pt x="582097" y="634609"/>
                    </a:cubicBezTo>
                    <a:cubicBezTo>
                      <a:pt x="621686" y="701573"/>
                      <a:pt x="662589" y="767248"/>
                      <a:pt x="702468" y="834019"/>
                    </a:cubicBezTo>
                    <a:cubicBezTo>
                      <a:pt x="712587" y="850968"/>
                      <a:pt x="725536" y="867665"/>
                      <a:pt x="729203" y="887701"/>
                    </a:cubicBezTo>
                    <a:cubicBezTo>
                      <a:pt x="736973" y="929321"/>
                      <a:pt x="740155" y="973193"/>
                      <a:pt x="743787" y="1016355"/>
                    </a:cubicBezTo>
                    <a:cubicBezTo>
                      <a:pt x="746786" y="1053398"/>
                      <a:pt x="745800" y="1091467"/>
                      <a:pt x="750083" y="1128060"/>
                    </a:cubicBezTo>
                    <a:cubicBezTo>
                      <a:pt x="753428" y="1157309"/>
                      <a:pt x="762038" y="1185083"/>
                      <a:pt x="768866" y="1213431"/>
                    </a:cubicBezTo>
                    <a:cubicBezTo>
                      <a:pt x="774767" y="1238107"/>
                      <a:pt x="778357" y="1264327"/>
                      <a:pt x="787802" y="1286432"/>
                    </a:cubicBezTo>
                    <a:cubicBezTo>
                      <a:pt x="810582" y="1340304"/>
                      <a:pt x="832653" y="1394242"/>
                      <a:pt x="842837" y="1455511"/>
                    </a:cubicBezTo>
                    <a:cubicBezTo>
                      <a:pt x="853049" y="1515944"/>
                      <a:pt x="867276" y="1574511"/>
                      <a:pt x="877988" y="1634814"/>
                    </a:cubicBezTo>
                    <a:cubicBezTo>
                      <a:pt x="888390" y="1693895"/>
                      <a:pt x="902813" y="1748857"/>
                      <a:pt x="941063" y="1789731"/>
                    </a:cubicBezTo>
                    <a:cubicBezTo>
                      <a:pt x="957906" y="1807908"/>
                      <a:pt x="975122" y="1831564"/>
                      <a:pt x="980124" y="1857657"/>
                    </a:cubicBezTo>
                    <a:cubicBezTo>
                      <a:pt x="987207" y="1894833"/>
                      <a:pt x="980788" y="1937150"/>
                      <a:pt x="984484" y="1976384"/>
                    </a:cubicBezTo>
                    <a:cubicBezTo>
                      <a:pt x="988781" y="2022576"/>
                      <a:pt x="988793" y="2074493"/>
                      <a:pt x="1007189" y="2110650"/>
                    </a:cubicBezTo>
                    <a:cubicBezTo>
                      <a:pt x="1023612" y="2142809"/>
                      <a:pt x="1034723" y="2173610"/>
                      <a:pt x="1039893" y="2211041"/>
                    </a:cubicBezTo>
                    <a:cubicBezTo>
                      <a:pt x="1043484" y="2237261"/>
                      <a:pt x="1057690" y="2260269"/>
                      <a:pt x="1059162" y="2286682"/>
                    </a:cubicBezTo>
                    <a:cubicBezTo>
                      <a:pt x="1061252" y="2321469"/>
                      <a:pt x="1060754" y="2355740"/>
                      <a:pt x="1070522" y="2388667"/>
                    </a:cubicBezTo>
                    <a:cubicBezTo>
                      <a:pt x="1080600" y="2422815"/>
                      <a:pt x="1085513" y="2459602"/>
                      <a:pt x="1093939" y="2494653"/>
                    </a:cubicBezTo>
                    <a:cubicBezTo>
                      <a:pt x="1098500" y="2513273"/>
                      <a:pt x="1106866" y="2529964"/>
                      <a:pt x="1112007" y="2548197"/>
                    </a:cubicBezTo>
                    <a:cubicBezTo>
                      <a:pt x="1121409" y="2581573"/>
                      <a:pt x="1130232" y="2615336"/>
                      <a:pt x="1138346" y="2649163"/>
                    </a:cubicBezTo>
                    <a:cubicBezTo>
                      <a:pt x="1146465" y="2682988"/>
                      <a:pt x="1157699" y="2716368"/>
                      <a:pt x="1160337" y="2751608"/>
                    </a:cubicBezTo>
                    <a:cubicBezTo>
                      <a:pt x="1164714" y="2811646"/>
                      <a:pt x="1159211" y="2873999"/>
                      <a:pt x="1165737" y="2933012"/>
                    </a:cubicBezTo>
                    <a:cubicBezTo>
                      <a:pt x="1172445" y="2992925"/>
                      <a:pt x="1185964" y="3051556"/>
                      <a:pt x="1202029" y="3107873"/>
                    </a:cubicBezTo>
                    <a:cubicBezTo>
                      <a:pt x="1214635" y="3152396"/>
                      <a:pt x="1227749" y="3194534"/>
                      <a:pt x="1225692" y="3244974"/>
                    </a:cubicBezTo>
                    <a:cubicBezTo>
                      <a:pt x="1224565" y="3273123"/>
                      <a:pt x="1231196" y="3305079"/>
                      <a:pt x="1243916" y="3326221"/>
                    </a:cubicBezTo>
                    <a:cubicBezTo>
                      <a:pt x="1271701" y="3372044"/>
                      <a:pt x="1285247" y="3423911"/>
                      <a:pt x="1293067" y="3480219"/>
                    </a:cubicBezTo>
                    <a:lnTo>
                      <a:pt x="1308071" y="3585182"/>
                    </a:lnTo>
                    <a:lnTo>
                      <a:pt x="1295962" y="3584708"/>
                    </a:lnTo>
                    <a:cubicBezTo>
                      <a:pt x="1237754" y="3586303"/>
                      <a:pt x="1180629" y="3594888"/>
                      <a:pt x="1118893" y="3568330"/>
                    </a:cubicBezTo>
                    <a:cubicBezTo>
                      <a:pt x="1113435" y="3565936"/>
                      <a:pt x="1102517" y="3567964"/>
                      <a:pt x="1094179" y="3567566"/>
                    </a:cubicBezTo>
                    <a:cubicBezTo>
                      <a:pt x="1027548" y="3564029"/>
                      <a:pt x="967064" y="3547281"/>
                      <a:pt x="922719" y="3516472"/>
                    </a:cubicBezTo>
                    <a:cubicBezTo>
                      <a:pt x="908178" y="3506414"/>
                      <a:pt x="892942" y="3497984"/>
                      <a:pt x="877028" y="3490955"/>
                    </a:cubicBezTo>
                    <a:lnTo>
                      <a:pt x="850533" y="3481837"/>
                    </a:lnTo>
                    <a:lnTo>
                      <a:pt x="852113" y="3461170"/>
                    </a:lnTo>
                    <a:cubicBezTo>
                      <a:pt x="854391" y="3434500"/>
                      <a:pt x="848474" y="3414331"/>
                      <a:pt x="831383" y="3399179"/>
                    </a:cubicBezTo>
                    <a:cubicBezTo>
                      <a:pt x="801767" y="3373388"/>
                      <a:pt x="773654" y="3344957"/>
                      <a:pt x="743141" y="3320580"/>
                    </a:cubicBezTo>
                    <a:cubicBezTo>
                      <a:pt x="722236" y="3303685"/>
                      <a:pt x="714543" y="3281842"/>
                      <a:pt x="713221" y="3251241"/>
                    </a:cubicBezTo>
                    <a:cubicBezTo>
                      <a:pt x="712555" y="3234106"/>
                      <a:pt x="704768" y="3217029"/>
                      <a:pt x="697098" y="3202528"/>
                    </a:cubicBezTo>
                    <a:cubicBezTo>
                      <a:pt x="687845" y="3184997"/>
                      <a:pt x="672212" y="3172554"/>
                      <a:pt x="664820" y="3154190"/>
                    </a:cubicBezTo>
                    <a:cubicBezTo>
                      <a:pt x="646169" y="3109209"/>
                      <a:pt x="616744" y="3087991"/>
                      <a:pt x="572501" y="3087312"/>
                    </a:cubicBezTo>
                    <a:cubicBezTo>
                      <a:pt x="533259" y="3086763"/>
                      <a:pt x="493731" y="3044085"/>
                      <a:pt x="497703" y="3005243"/>
                    </a:cubicBezTo>
                    <a:cubicBezTo>
                      <a:pt x="502030" y="2962279"/>
                      <a:pt x="490540" y="2928257"/>
                      <a:pt x="476984" y="2892751"/>
                    </a:cubicBezTo>
                    <a:cubicBezTo>
                      <a:pt x="469363" y="2872905"/>
                      <a:pt x="465404" y="2847135"/>
                      <a:pt x="468947" y="2824527"/>
                    </a:cubicBezTo>
                    <a:cubicBezTo>
                      <a:pt x="482188" y="2738605"/>
                      <a:pt x="520979" y="2665650"/>
                      <a:pt x="569138" y="2595026"/>
                    </a:cubicBezTo>
                    <a:cubicBezTo>
                      <a:pt x="600577" y="2548865"/>
                      <a:pt x="622260" y="2493483"/>
                      <a:pt x="645397" y="2440808"/>
                    </a:cubicBezTo>
                    <a:cubicBezTo>
                      <a:pt x="652529" y="2424387"/>
                      <a:pt x="655029" y="2401457"/>
                      <a:pt x="651820" y="2384384"/>
                    </a:cubicBezTo>
                    <a:cubicBezTo>
                      <a:pt x="640949" y="2324596"/>
                      <a:pt x="629163" y="2264805"/>
                      <a:pt x="612994" y="2207332"/>
                    </a:cubicBezTo>
                    <a:cubicBezTo>
                      <a:pt x="597678" y="2153787"/>
                      <a:pt x="601053" y="2099808"/>
                      <a:pt x="620894" y="2046679"/>
                    </a:cubicBezTo>
                    <a:cubicBezTo>
                      <a:pt x="635367" y="2007977"/>
                      <a:pt x="641110" y="1970814"/>
                      <a:pt x="644614" y="1931265"/>
                    </a:cubicBezTo>
                    <a:cubicBezTo>
                      <a:pt x="647465" y="1898285"/>
                      <a:pt x="653360" y="1862859"/>
                      <a:pt x="665994" y="1832337"/>
                    </a:cubicBezTo>
                    <a:cubicBezTo>
                      <a:pt x="683779" y="1789578"/>
                      <a:pt x="688928" y="1751381"/>
                      <a:pt x="678276" y="1709437"/>
                    </a:cubicBezTo>
                    <a:cubicBezTo>
                      <a:pt x="672576" y="1687079"/>
                      <a:pt x="673987" y="1660990"/>
                      <a:pt x="672955" y="1636123"/>
                    </a:cubicBezTo>
                    <a:cubicBezTo>
                      <a:pt x="671272" y="1597795"/>
                      <a:pt x="671867" y="1558758"/>
                      <a:pt x="668480" y="1520749"/>
                    </a:cubicBezTo>
                    <a:cubicBezTo>
                      <a:pt x="665050" y="1479903"/>
                      <a:pt x="655019" y="1440408"/>
                      <a:pt x="653920" y="1399437"/>
                    </a:cubicBezTo>
                    <a:cubicBezTo>
                      <a:pt x="652652" y="1355309"/>
                      <a:pt x="639893" y="1323154"/>
                      <a:pt x="612686" y="1296979"/>
                    </a:cubicBezTo>
                    <a:cubicBezTo>
                      <a:pt x="595576" y="1280408"/>
                      <a:pt x="578401" y="1259588"/>
                      <a:pt x="570220" y="1235618"/>
                    </a:cubicBezTo>
                    <a:cubicBezTo>
                      <a:pt x="553631" y="1186194"/>
                      <a:pt x="545669" y="1131821"/>
                      <a:pt x="529736" y="1081752"/>
                    </a:cubicBezTo>
                    <a:cubicBezTo>
                      <a:pt x="507466" y="1011390"/>
                      <a:pt x="481332" y="944631"/>
                      <a:pt x="414305" y="918292"/>
                    </a:cubicBezTo>
                    <a:cubicBezTo>
                      <a:pt x="377314" y="903769"/>
                      <a:pt x="368843" y="874065"/>
                      <a:pt x="373924" y="825689"/>
                    </a:cubicBezTo>
                    <a:cubicBezTo>
                      <a:pt x="375689" y="809590"/>
                      <a:pt x="376722" y="786203"/>
                      <a:pt x="368949" y="778726"/>
                    </a:cubicBezTo>
                    <a:cubicBezTo>
                      <a:pt x="345838" y="756354"/>
                      <a:pt x="349308" y="725824"/>
                      <a:pt x="347020" y="694643"/>
                    </a:cubicBezTo>
                    <a:cubicBezTo>
                      <a:pt x="345704" y="675894"/>
                      <a:pt x="339306" y="651346"/>
                      <a:pt x="327478" y="642898"/>
                    </a:cubicBezTo>
                    <a:cubicBezTo>
                      <a:pt x="279698" y="608395"/>
                      <a:pt x="263590" y="549247"/>
                      <a:pt x="243468" y="491960"/>
                    </a:cubicBezTo>
                    <a:cubicBezTo>
                      <a:pt x="237433" y="475142"/>
                      <a:pt x="230250" y="456843"/>
                      <a:pt x="218930" y="446010"/>
                    </a:cubicBezTo>
                    <a:cubicBezTo>
                      <a:pt x="194433" y="422927"/>
                      <a:pt x="180036" y="395344"/>
                      <a:pt x="180614" y="354892"/>
                    </a:cubicBezTo>
                    <a:cubicBezTo>
                      <a:pt x="180923" y="342010"/>
                      <a:pt x="176523" y="328798"/>
                      <a:pt x="171988" y="317521"/>
                    </a:cubicBezTo>
                    <a:cubicBezTo>
                      <a:pt x="162052" y="293291"/>
                      <a:pt x="148442" y="271315"/>
                      <a:pt x="139875" y="246378"/>
                    </a:cubicBezTo>
                    <a:cubicBezTo>
                      <a:pt x="117577" y="182780"/>
                      <a:pt x="95749" y="119890"/>
                      <a:pt x="51499" y="73211"/>
                    </a:cubicBezTo>
                    <a:cubicBezTo>
                      <a:pt x="40691" y="61834"/>
                      <a:pt x="29467" y="49763"/>
                      <a:pt x="19690" y="3662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/>
              </a:p>
            </p:txBody>
          </p:sp>
          <p:sp>
            <p:nvSpPr>
              <p:cNvPr id="1087" name="Freeform: Shape 1086">
                <a:extLst>
                  <a:ext uri="{FF2B5EF4-FFF2-40B4-BE49-F238E27FC236}">
                    <a16:creationId xmlns:a16="http://schemas.microsoft.com/office/drawing/2014/main" id="{A2432BD6-3DCC-4397-BD7F-3FE84F321009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2748588" y="0"/>
                <a:ext cx="1339053" cy="6858000"/>
              </a:xfrm>
              <a:custGeom>
                <a:avLst/>
                <a:gdLst>
                  <a:gd name="connsiteX0" fmla="*/ 850532 w 1339053"/>
                  <a:gd name="connsiteY0" fmla="*/ 3481838 h 6858000"/>
                  <a:gd name="connsiteX1" fmla="*/ 877027 w 1339053"/>
                  <a:gd name="connsiteY1" fmla="*/ 3490955 h 6858000"/>
                  <a:gd name="connsiteX2" fmla="*/ 922718 w 1339053"/>
                  <a:gd name="connsiteY2" fmla="*/ 3516472 h 6858000"/>
                  <a:gd name="connsiteX3" fmla="*/ 1094179 w 1339053"/>
                  <a:gd name="connsiteY3" fmla="*/ 3567567 h 6858000"/>
                  <a:gd name="connsiteX4" fmla="*/ 1118891 w 1339053"/>
                  <a:gd name="connsiteY4" fmla="*/ 3568331 h 6858000"/>
                  <a:gd name="connsiteX5" fmla="*/ 1295961 w 1339053"/>
                  <a:gd name="connsiteY5" fmla="*/ 3584709 h 6858000"/>
                  <a:gd name="connsiteX6" fmla="*/ 1308070 w 1339053"/>
                  <a:gd name="connsiteY6" fmla="*/ 3585183 h 6858000"/>
                  <a:gd name="connsiteX7" fmla="*/ 1325263 w 1339053"/>
                  <a:gd name="connsiteY7" fmla="*/ 3705453 h 6858000"/>
                  <a:gd name="connsiteX8" fmla="*/ 1334107 w 1339053"/>
                  <a:gd name="connsiteY8" fmla="*/ 3772268 h 6858000"/>
                  <a:gd name="connsiteX9" fmla="*/ 1338203 w 1339053"/>
                  <a:gd name="connsiteY9" fmla="*/ 3831076 h 6858000"/>
                  <a:gd name="connsiteX10" fmla="*/ 1338805 w 1339053"/>
                  <a:gd name="connsiteY10" fmla="*/ 3839709 h 6858000"/>
                  <a:gd name="connsiteX11" fmla="*/ 1335635 w 1339053"/>
                  <a:gd name="connsiteY11" fmla="*/ 4118635 h 6858000"/>
                  <a:gd name="connsiteX12" fmla="*/ 1337171 w 1339053"/>
                  <a:gd name="connsiteY12" fmla="*/ 4209403 h 6858000"/>
                  <a:gd name="connsiteX13" fmla="*/ 1325840 w 1339053"/>
                  <a:gd name="connsiteY13" fmla="*/ 4309174 h 6858000"/>
                  <a:gd name="connsiteX14" fmla="*/ 1321122 w 1339053"/>
                  <a:gd name="connsiteY14" fmla="*/ 4473630 h 6858000"/>
                  <a:gd name="connsiteX15" fmla="*/ 1302196 w 1339053"/>
                  <a:gd name="connsiteY15" fmla="*/ 4791709 h 6858000"/>
                  <a:gd name="connsiteX16" fmla="*/ 1293239 w 1339053"/>
                  <a:gd name="connsiteY16" fmla="*/ 4860048 h 6858000"/>
                  <a:gd name="connsiteX17" fmla="*/ 1288829 w 1339053"/>
                  <a:gd name="connsiteY17" fmla="*/ 5039837 h 6858000"/>
                  <a:gd name="connsiteX18" fmla="*/ 1289584 w 1339053"/>
                  <a:gd name="connsiteY18" fmla="*/ 5148703 h 6858000"/>
                  <a:gd name="connsiteX19" fmla="*/ 1282205 w 1339053"/>
                  <a:gd name="connsiteY19" fmla="*/ 5236435 h 6858000"/>
                  <a:gd name="connsiteX20" fmla="*/ 1268145 w 1339053"/>
                  <a:gd name="connsiteY20" fmla="*/ 5311662 h 6858000"/>
                  <a:gd name="connsiteX21" fmla="*/ 1250547 w 1339053"/>
                  <a:gd name="connsiteY21" fmla="*/ 5515595 h 6858000"/>
                  <a:gd name="connsiteX22" fmla="*/ 1243323 w 1339053"/>
                  <a:gd name="connsiteY22" fmla="*/ 5596885 h 6858000"/>
                  <a:gd name="connsiteX23" fmla="*/ 1238303 w 1339053"/>
                  <a:gd name="connsiteY23" fmla="*/ 5812036 h 6858000"/>
                  <a:gd name="connsiteX24" fmla="*/ 1223551 w 1339053"/>
                  <a:gd name="connsiteY24" fmla="*/ 5991171 h 6858000"/>
                  <a:gd name="connsiteX25" fmla="*/ 1219699 w 1339053"/>
                  <a:gd name="connsiteY25" fmla="*/ 6066726 h 6858000"/>
                  <a:gd name="connsiteX26" fmla="*/ 1199935 w 1339053"/>
                  <a:gd name="connsiteY26" fmla="*/ 6236130 h 6858000"/>
                  <a:gd name="connsiteX27" fmla="*/ 1192857 w 1339053"/>
                  <a:gd name="connsiteY27" fmla="*/ 6333267 h 6858000"/>
                  <a:gd name="connsiteX28" fmla="*/ 1148174 w 1339053"/>
                  <a:gd name="connsiteY28" fmla="*/ 6561849 h 6858000"/>
                  <a:gd name="connsiteX29" fmla="*/ 1100424 w 1339053"/>
                  <a:gd name="connsiteY29" fmla="*/ 6797385 h 6858000"/>
                  <a:gd name="connsiteX30" fmla="*/ 1085621 w 1339053"/>
                  <a:gd name="connsiteY30" fmla="*/ 6858000 h 6858000"/>
                  <a:gd name="connsiteX31" fmla="*/ 932341 w 1339053"/>
                  <a:gd name="connsiteY31" fmla="*/ 6858000 h 6858000"/>
                  <a:gd name="connsiteX32" fmla="*/ 944496 w 1339053"/>
                  <a:gd name="connsiteY32" fmla="*/ 6829656 h 6858000"/>
                  <a:gd name="connsiteX33" fmla="*/ 913239 w 1339053"/>
                  <a:gd name="connsiteY33" fmla="*/ 6720119 h 6858000"/>
                  <a:gd name="connsiteX34" fmla="*/ 870682 w 1339053"/>
                  <a:gd name="connsiteY34" fmla="*/ 6655346 h 6858000"/>
                  <a:gd name="connsiteX35" fmla="*/ 846442 w 1339053"/>
                  <a:gd name="connsiteY35" fmla="*/ 6498594 h 6858000"/>
                  <a:gd name="connsiteX36" fmla="*/ 881150 w 1339053"/>
                  <a:gd name="connsiteY36" fmla="*/ 6473756 h 6858000"/>
                  <a:gd name="connsiteX37" fmla="*/ 922470 w 1339053"/>
                  <a:gd name="connsiteY37" fmla="*/ 6377035 h 6858000"/>
                  <a:gd name="connsiteX38" fmla="*/ 955039 w 1339053"/>
                  <a:gd name="connsiteY38" fmla="*/ 6268585 h 6858000"/>
                  <a:gd name="connsiteX39" fmla="*/ 1024350 w 1339053"/>
                  <a:gd name="connsiteY39" fmla="*/ 6083443 h 6858000"/>
                  <a:gd name="connsiteX40" fmla="*/ 999696 w 1339053"/>
                  <a:gd name="connsiteY40" fmla="*/ 5938416 h 6858000"/>
                  <a:gd name="connsiteX41" fmla="*/ 988342 w 1339053"/>
                  <a:gd name="connsiteY41" fmla="*/ 5882426 h 6858000"/>
                  <a:gd name="connsiteX42" fmla="*/ 985444 w 1339053"/>
                  <a:gd name="connsiteY42" fmla="*/ 5832438 h 6858000"/>
                  <a:gd name="connsiteX43" fmla="*/ 992016 w 1339053"/>
                  <a:gd name="connsiteY43" fmla="*/ 5777751 h 6858000"/>
                  <a:gd name="connsiteX44" fmla="*/ 995028 w 1339053"/>
                  <a:gd name="connsiteY44" fmla="*/ 5641832 h 6858000"/>
                  <a:gd name="connsiteX45" fmla="*/ 981247 w 1339053"/>
                  <a:gd name="connsiteY45" fmla="*/ 5562522 h 6858000"/>
                  <a:gd name="connsiteX46" fmla="*/ 995131 w 1339053"/>
                  <a:gd name="connsiteY46" fmla="*/ 5398075 h 6858000"/>
                  <a:gd name="connsiteX47" fmla="*/ 997379 w 1339053"/>
                  <a:gd name="connsiteY47" fmla="*/ 5283928 h 6858000"/>
                  <a:gd name="connsiteX48" fmla="*/ 979617 w 1339053"/>
                  <a:gd name="connsiteY48" fmla="*/ 5157396 h 6858000"/>
                  <a:gd name="connsiteX49" fmla="*/ 976441 w 1339053"/>
                  <a:gd name="connsiteY49" fmla="*/ 5139485 h 6858000"/>
                  <a:gd name="connsiteX50" fmla="*/ 953793 w 1339053"/>
                  <a:gd name="connsiteY50" fmla="*/ 5091862 h 6858000"/>
                  <a:gd name="connsiteX51" fmla="*/ 853056 w 1339053"/>
                  <a:gd name="connsiteY51" fmla="*/ 5001787 h 6858000"/>
                  <a:gd name="connsiteX52" fmla="*/ 833979 w 1339053"/>
                  <a:gd name="connsiteY52" fmla="*/ 4978966 h 6858000"/>
                  <a:gd name="connsiteX53" fmla="*/ 796995 w 1339053"/>
                  <a:gd name="connsiteY53" fmla="*/ 4813768 h 6858000"/>
                  <a:gd name="connsiteX54" fmla="*/ 820590 w 1339053"/>
                  <a:gd name="connsiteY54" fmla="*/ 4764057 h 6858000"/>
                  <a:gd name="connsiteX55" fmla="*/ 864688 w 1339053"/>
                  <a:gd name="connsiteY55" fmla="*/ 4714752 h 6858000"/>
                  <a:gd name="connsiteX56" fmla="*/ 910485 w 1339053"/>
                  <a:gd name="connsiteY56" fmla="*/ 4590911 h 6858000"/>
                  <a:gd name="connsiteX57" fmla="*/ 911445 w 1339053"/>
                  <a:gd name="connsiteY57" fmla="*/ 4539571 h 6858000"/>
                  <a:gd name="connsiteX58" fmla="*/ 900285 w 1339053"/>
                  <a:gd name="connsiteY58" fmla="*/ 4445837 h 6858000"/>
                  <a:gd name="connsiteX59" fmla="*/ 863237 w 1339053"/>
                  <a:gd name="connsiteY59" fmla="*/ 4364703 h 6858000"/>
                  <a:gd name="connsiteX60" fmla="*/ 798070 w 1339053"/>
                  <a:gd name="connsiteY60" fmla="*/ 4243284 h 6858000"/>
                  <a:gd name="connsiteX61" fmla="*/ 817097 w 1339053"/>
                  <a:gd name="connsiteY61" fmla="*/ 4054750 h 6858000"/>
                  <a:gd name="connsiteX62" fmla="*/ 826251 w 1339053"/>
                  <a:gd name="connsiteY62" fmla="*/ 3982801 h 6858000"/>
                  <a:gd name="connsiteX63" fmla="*/ 836848 w 1339053"/>
                  <a:gd name="connsiteY63" fmla="*/ 3784939 h 6858000"/>
                  <a:gd name="connsiteX64" fmla="*/ 841285 w 1339053"/>
                  <a:gd name="connsiteY64" fmla="*/ 3766755 h 6858000"/>
                  <a:gd name="connsiteX65" fmla="*/ 841284 w 1339053"/>
                  <a:gd name="connsiteY65" fmla="*/ 3766755 h 6858000"/>
                  <a:gd name="connsiteX66" fmla="*/ 852925 w 1339053"/>
                  <a:gd name="connsiteY66" fmla="*/ 3719034 h 6858000"/>
                  <a:gd name="connsiteX67" fmla="*/ 857932 w 1339053"/>
                  <a:gd name="connsiteY67" fmla="*/ 3696880 h 6858000"/>
                  <a:gd name="connsiteX68" fmla="*/ 853534 w 1339053"/>
                  <a:gd name="connsiteY68" fmla="*/ 3507036 h 6858000"/>
                  <a:gd name="connsiteX69" fmla="*/ 850226 w 1339053"/>
                  <a:gd name="connsiteY69" fmla="*/ 3485839 h 6858000"/>
                  <a:gd name="connsiteX70" fmla="*/ 0 w 1339053"/>
                  <a:gd name="connsiteY70" fmla="*/ 0 h 6858000"/>
                  <a:gd name="connsiteX71" fmla="*/ 455609 w 1339053"/>
                  <a:gd name="connsiteY71" fmla="*/ 0 h 6858000"/>
                  <a:gd name="connsiteX72" fmla="*/ 459171 w 1339053"/>
                  <a:gd name="connsiteY72" fmla="*/ 72395 h 6858000"/>
                  <a:gd name="connsiteX73" fmla="*/ 460041 w 1339053"/>
                  <a:gd name="connsiteY73" fmla="*/ 131917 h 6858000"/>
                  <a:gd name="connsiteX74" fmla="*/ 504421 w 1339053"/>
                  <a:gd name="connsiteY74" fmla="*/ 389691 h 6858000"/>
                  <a:gd name="connsiteX75" fmla="*/ 582097 w 1339053"/>
                  <a:gd name="connsiteY75" fmla="*/ 634609 h 6858000"/>
                  <a:gd name="connsiteX76" fmla="*/ 702468 w 1339053"/>
                  <a:gd name="connsiteY76" fmla="*/ 834019 h 6858000"/>
                  <a:gd name="connsiteX77" fmla="*/ 729203 w 1339053"/>
                  <a:gd name="connsiteY77" fmla="*/ 887701 h 6858000"/>
                  <a:gd name="connsiteX78" fmla="*/ 743787 w 1339053"/>
                  <a:gd name="connsiteY78" fmla="*/ 1016355 h 6858000"/>
                  <a:gd name="connsiteX79" fmla="*/ 750083 w 1339053"/>
                  <a:gd name="connsiteY79" fmla="*/ 1128060 h 6858000"/>
                  <a:gd name="connsiteX80" fmla="*/ 768866 w 1339053"/>
                  <a:gd name="connsiteY80" fmla="*/ 1213431 h 6858000"/>
                  <a:gd name="connsiteX81" fmla="*/ 787802 w 1339053"/>
                  <a:gd name="connsiteY81" fmla="*/ 1286432 h 6858000"/>
                  <a:gd name="connsiteX82" fmla="*/ 842837 w 1339053"/>
                  <a:gd name="connsiteY82" fmla="*/ 1455511 h 6858000"/>
                  <a:gd name="connsiteX83" fmla="*/ 877988 w 1339053"/>
                  <a:gd name="connsiteY83" fmla="*/ 1634814 h 6858000"/>
                  <a:gd name="connsiteX84" fmla="*/ 941063 w 1339053"/>
                  <a:gd name="connsiteY84" fmla="*/ 1789731 h 6858000"/>
                  <a:gd name="connsiteX85" fmla="*/ 980124 w 1339053"/>
                  <a:gd name="connsiteY85" fmla="*/ 1857657 h 6858000"/>
                  <a:gd name="connsiteX86" fmla="*/ 984484 w 1339053"/>
                  <a:gd name="connsiteY86" fmla="*/ 1976384 h 6858000"/>
                  <a:gd name="connsiteX87" fmla="*/ 1007189 w 1339053"/>
                  <a:gd name="connsiteY87" fmla="*/ 2110650 h 6858000"/>
                  <a:gd name="connsiteX88" fmla="*/ 1039893 w 1339053"/>
                  <a:gd name="connsiteY88" fmla="*/ 2211041 h 6858000"/>
                  <a:gd name="connsiteX89" fmla="*/ 1059162 w 1339053"/>
                  <a:gd name="connsiteY89" fmla="*/ 2286682 h 6858000"/>
                  <a:gd name="connsiteX90" fmla="*/ 1070522 w 1339053"/>
                  <a:gd name="connsiteY90" fmla="*/ 2388667 h 6858000"/>
                  <a:gd name="connsiteX91" fmla="*/ 1093939 w 1339053"/>
                  <a:gd name="connsiteY91" fmla="*/ 2494653 h 6858000"/>
                  <a:gd name="connsiteX92" fmla="*/ 1112007 w 1339053"/>
                  <a:gd name="connsiteY92" fmla="*/ 2548197 h 6858000"/>
                  <a:gd name="connsiteX93" fmla="*/ 1138346 w 1339053"/>
                  <a:gd name="connsiteY93" fmla="*/ 2649163 h 6858000"/>
                  <a:gd name="connsiteX94" fmla="*/ 1160337 w 1339053"/>
                  <a:gd name="connsiteY94" fmla="*/ 2751608 h 6858000"/>
                  <a:gd name="connsiteX95" fmla="*/ 1165737 w 1339053"/>
                  <a:gd name="connsiteY95" fmla="*/ 2933012 h 6858000"/>
                  <a:gd name="connsiteX96" fmla="*/ 1202029 w 1339053"/>
                  <a:gd name="connsiteY96" fmla="*/ 3107873 h 6858000"/>
                  <a:gd name="connsiteX97" fmla="*/ 1225692 w 1339053"/>
                  <a:gd name="connsiteY97" fmla="*/ 3244974 h 6858000"/>
                  <a:gd name="connsiteX98" fmla="*/ 1243916 w 1339053"/>
                  <a:gd name="connsiteY98" fmla="*/ 3326221 h 6858000"/>
                  <a:gd name="connsiteX99" fmla="*/ 1293067 w 1339053"/>
                  <a:gd name="connsiteY99" fmla="*/ 3480219 h 6858000"/>
                  <a:gd name="connsiteX100" fmla="*/ 1308071 w 1339053"/>
                  <a:gd name="connsiteY100" fmla="*/ 3585182 h 6858000"/>
                  <a:gd name="connsiteX101" fmla="*/ 1295962 w 1339053"/>
                  <a:gd name="connsiteY101" fmla="*/ 3584708 h 6858000"/>
                  <a:gd name="connsiteX102" fmla="*/ 1118893 w 1339053"/>
                  <a:gd name="connsiteY102" fmla="*/ 3568330 h 6858000"/>
                  <a:gd name="connsiteX103" fmla="*/ 1094179 w 1339053"/>
                  <a:gd name="connsiteY103" fmla="*/ 3567566 h 6858000"/>
                  <a:gd name="connsiteX104" fmla="*/ 922719 w 1339053"/>
                  <a:gd name="connsiteY104" fmla="*/ 3516472 h 6858000"/>
                  <a:gd name="connsiteX105" fmla="*/ 877028 w 1339053"/>
                  <a:gd name="connsiteY105" fmla="*/ 3490955 h 6858000"/>
                  <a:gd name="connsiteX106" fmla="*/ 850533 w 1339053"/>
                  <a:gd name="connsiteY106" fmla="*/ 3481837 h 6858000"/>
                  <a:gd name="connsiteX107" fmla="*/ 852113 w 1339053"/>
                  <a:gd name="connsiteY107" fmla="*/ 3461170 h 6858000"/>
                  <a:gd name="connsiteX108" fmla="*/ 831383 w 1339053"/>
                  <a:gd name="connsiteY108" fmla="*/ 3399179 h 6858000"/>
                  <a:gd name="connsiteX109" fmla="*/ 743141 w 1339053"/>
                  <a:gd name="connsiteY109" fmla="*/ 3320580 h 6858000"/>
                  <a:gd name="connsiteX110" fmla="*/ 713221 w 1339053"/>
                  <a:gd name="connsiteY110" fmla="*/ 3251241 h 6858000"/>
                  <a:gd name="connsiteX111" fmla="*/ 697098 w 1339053"/>
                  <a:gd name="connsiteY111" fmla="*/ 3202528 h 6858000"/>
                  <a:gd name="connsiteX112" fmla="*/ 664820 w 1339053"/>
                  <a:gd name="connsiteY112" fmla="*/ 3154190 h 6858000"/>
                  <a:gd name="connsiteX113" fmla="*/ 572501 w 1339053"/>
                  <a:gd name="connsiteY113" fmla="*/ 3087312 h 6858000"/>
                  <a:gd name="connsiteX114" fmla="*/ 497703 w 1339053"/>
                  <a:gd name="connsiteY114" fmla="*/ 3005243 h 6858000"/>
                  <a:gd name="connsiteX115" fmla="*/ 476984 w 1339053"/>
                  <a:gd name="connsiteY115" fmla="*/ 2892751 h 6858000"/>
                  <a:gd name="connsiteX116" fmla="*/ 468947 w 1339053"/>
                  <a:gd name="connsiteY116" fmla="*/ 2824527 h 6858000"/>
                  <a:gd name="connsiteX117" fmla="*/ 569138 w 1339053"/>
                  <a:gd name="connsiteY117" fmla="*/ 2595026 h 6858000"/>
                  <a:gd name="connsiteX118" fmla="*/ 645397 w 1339053"/>
                  <a:gd name="connsiteY118" fmla="*/ 2440808 h 6858000"/>
                  <a:gd name="connsiteX119" fmla="*/ 651820 w 1339053"/>
                  <a:gd name="connsiteY119" fmla="*/ 2384384 h 6858000"/>
                  <a:gd name="connsiteX120" fmla="*/ 612994 w 1339053"/>
                  <a:gd name="connsiteY120" fmla="*/ 2207332 h 6858000"/>
                  <a:gd name="connsiteX121" fmla="*/ 620894 w 1339053"/>
                  <a:gd name="connsiteY121" fmla="*/ 2046679 h 6858000"/>
                  <a:gd name="connsiteX122" fmla="*/ 644614 w 1339053"/>
                  <a:gd name="connsiteY122" fmla="*/ 1931265 h 6858000"/>
                  <a:gd name="connsiteX123" fmla="*/ 665994 w 1339053"/>
                  <a:gd name="connsiteY123" fmla="*/ 1832337 h 6858000"/>
                  <a:gd name="connsiteX124" fmla="*/ 678276 w 1339053"/>
                  <a:gd name="connsiteY124" fmla="*/ 1709437 h 6858000"/>
                  <a:gd name="connsiteX125" fmla="*/ 672955 w 1339053"/>
                  <a:gd name="connsiteY125" fmla="*/ 1636123 h 6858000"/>
                  <a:gd name="connsiteX126" fmla="*/ 668480 w 1339053"/>
                  <a:gd name="connsiteY126" fmla="*/ 1520749 h 6858000"/>
                  <a:gd name="connsiteX127" fmla="*/ 653920 w 1339053"/>
                  <a:gd name="connsiteY127" fmla="*/ 1399437 h 6858000"/>
                  <a:gd name="connsiteX128" fmla="*/ 612686 w 1339053"/>
                  <a:gd name="connsiteY128" fmla="*/ 1296979 h 6858000"/>
                  <a:gd name="connsiteX129" fmla="*/ 570220 w 1339053"/>
                  <a:gd name="connsiteY129" fmla="*/ 1235618 h 6858000"/>
                  <a:gd name="connsiteX130" fmla="*/ 529736 w 1339053"/>
                  <a:gd name="connsiteY130" fmla="*/ 1081752 h 6858000"/>
                  <a:gd name="connsiteX131" fmla="*/ 414305 w 1339053"/>
                  <a:gd name="connsiteY131" fmla="*/ 918292 h 6858000"/>
                  <a:gd name="connsiteX132" fmla="*/ 373924 w 1339053"/>
                  <a:gd name="connsiteY132" fmla="*/ 825689 h 6858000"/>
                  <a:gd name="connsiteX133" fmla="*/ 368949 w 1339053"/>
                  <a:gd name="connsiteY133" fmla="*/ 778726 h 6858000"/>
                  <a:gd name="connsiteX134" fmla="*/ 347020 w 1339053"/>
                  <a:gd name="connsiteY134" fmla="*/ 694643 h 6858000"/>
                  <a:gd name="connsiteX135" fmla="*/ 327478 w 1339053"/>
                  <a:gd name="connsiteY135" fmla="*/ 642898 h 6858000"/>
                  <a:gd name="connsiteX136" fmla="*/ 243468 w 1339053"/>
                  <a:gd name="connsiteY136" fmla="*/ 491960 h 6858000"/>
                  <a:gd name="connsiteX137" fmla="*/ 218930 w 1339053"/>
                  <a:gd name="connsiteY137" fmla="*/ 446010 h 6858000"/>
                  <a:gd name="connsiteX138" fmla="*/ 180614 w 1339053"/>
                  <a:gd name="connsiteY138" fmla="*/ 354892 h 6858000"/>
                  <a:gd name="connsiteX139" fmla="*/ 171988 w 1339053"/>
                  <a:gd name="connsiteY139" fmla="*/ 317521 h 6858000"/>
                  <a:gd name="connsiteX140" fmla="*/ 139875 w 1339053"/>
                  <a:gd name="connsiteY140" fmla="*/ 246378 h 6858000"/>
                  <a:gd name="connsiteX141" fmla="*/ 51499 w 1339053"/>
                  <a:gd name="connsiteY141" fmla="*/ 73211 h 6858000"/>
                  <a:gd name="connsiteX142" fmla="*/ 19690 w 1339053"/>
                  <a:gd name="connsiteY142" fmla="*/ 36621 h 68580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  <a:cxn ang="0">
                    <a:pos x="connsiteX89" y="connsiteY89"/>
                  </a:cxn>
                  <a:cxn ang="0">
                    <a:pos x="connsiteX90" y="connsiteY90"/>
                  </a:cxn>
                  <a:cxn ang="0">
                    <a:pos x="connsiteX91" y="connsiteY91"/>
                  </a:cxn>
                  <a:cxn ang="0">
                    <a:pos x="connsiteX92" y="connsiteY92"/>
                  </a:cxn>
                  <a:cxn ang="0">
                    <a:pos x="connsiteX93" y="connsiteY93"/>
                  </a:cxn>
                  <a:cxn ang="0">
                    <a:pos x="connsiteX94" y="connsiteY94"/>
                  </a:cxn>
                  <a:cxn ang="0">
                    <a:pos x="connsiteX95" y="connsiteY95"/>
                  </a:cxn>
                  <a:cxn ang="0">
                    <a:pos x="connsiteX96" y="connsiteY96"/>
                  </a:cxn>
                  <a:cxn ang="0">
                    <a:pos x="connsiteX97" y="connsiteY97"/>
                  </a:cxn>
                  <a:cxn ang="0">
                    <a:pos x="connsiteX98" y="connsiteY98"/>
                  </a:cxn>
                  <a:cxn ang="0">
                    <a:pos x="connsiteX99" y="connsiteY99"/>
                  </a:cxn>
                  <a:cxn ang="0">
                    <a:pos x="connsiteX100" y="connsiteY100"/>
                  </a:cxn>
                  <a:cxn ang="0">
                    <a:pos x="connsiteX101" y="connsiteY101"/>
                  </a:cxn>
                  <a:cxn ang="0">
                    <a:pos x="connsiteX102" y="connsiteY102"/>
                  </a:cxn>
                  <a:cxn ang="0">
                    <a:pos x="connsiteX103" y="connsiteY103"/>
                  </a:cxn>
                  <a:cxn ang="0">
                    <a:pos x="connsiteX104" y="connsiteY104"/>
                  </a:cxn>
                  <a:cxn ang="0">
                    <a:pos x="connsiteX105" y="connsiteY105"/>
                  </a:cxn>
                  <a:cxn ang="0">
                    <a:pos x="connsiteX106" y="connsiteY106"/>
                  </a:cxn>
                  <a:cxn ang="0">
                    <a:pos x="connsiteX107" y="connsiteY107"/>
                  </a:cxn>
                  <a:cxn ang="0">
                    <a:pos x="connsiteX108" y="connsiteY108"/>
                  </a:cxn>
                  <a:cxn ang="0">
                    <a:pos x="connsiteX109" y="connsiteY109"/>
                  </a:cxn>
                  <a:cxn ang="0">
                    <a:pos x="connsiteX110" y="connsiteY110"/>
                  </a:cxn>
                  <a:cxn ang="0">
                    <a:pos x="connsiteX111" y="connsiteY111"/>
                  </a:cxn>
                  <a:cxn ang="0">
                    <a:pos x="connsiteX112" y="connsiteY112"/>
                  </a:cxn>
                  <a:cxn ang="0">
                    <a:pos x="connsiteX113" y="connsiteY113"/>
                  </a:cxn>
                  <a:cxn ang="0">
                    <a:pos x="connsiteX114" y="connsiteY114"/>
                  </a:cxn>
                  <a:cxn ang="0">
                    <a:pos x="connsiteX115" y="connsiteY115"/>
                  </a:cxn>
                  <a:cxn ang="0">
                    <a:pos x="connsiteX116" y="connsiteY116"/>
                  </a:cxn>
                  <a:cxn ang="0">
                    <a:pos x="connsiteX117" y="connsiteY117"/>
                  </a:cxn>
                  <a:cxn ang="0">
                    <a:pos x="connsiteX118" y="connsiteY118"/>
                  </a:cxn>
                  <a:cxn ang="0">
                    <a:pos x="connsiteX119" y="connsiteY119"/>
                  </a:cxn>
                  <a:cxn ang="0">
                    <a:pos x="connsiteX120" y="connsiteY120"/>
                  </a:cxn>
                  <a:cxn ang="0">
                    <a:pos x="connsiteX121" y="connsiteY121"/>
                  </a:cxn>
                  <a:cxn ang="0">
                    <a:pos x="connsiteX122" y="connsiteY122"/>
                  </a:cxn>
                  <a:cxn ang="0">
                    <a:pos x="connsiteX123" y="connsiteY123"/>
                  </a:cxn>
                  <a:cxn ang="0">
                    <a:pos x="connsiteX124" y="connsiteY124"/>
                  </a:cxn>
                  <a:cxn ang="0">
                    <a:pos x="connsiteX125" y="connsiteY125"/>
                  </a:cxn>
                  <a:cxn ang="0">
                    <a:pos x="connsiteX126" y="connsiteY126"/>
                  </a:cxn>
                  <a:cxn ang="0">
                    <a:pos x="connsiteX127" y="connsiteY127"/>
                  </a:cxn>
                  <a:cxn ang="0">
                    <a:pos x="connsiteX128" y="connsiteY128"/>
                  </a:cxn>
                  <a:cxn ang="0">
                    <a:pos x="connsiteX129" y="connsiteY129"/>
                  </a:cxn>
                  <a:cxn ang="0">
                    <a:pos x="connsiteX130" y="connsiteY130"/>
                  </a:cxn>
                  <a:cxn ang="0">
                    <a:pos x="connsiteX131" y="connsiteY131"/>
                  </a:cxn>
                  <a:cxn ang="0">
                    <a:pos x="connsiteX132" y="connsiteY132"/>
                  </a:cxn>
                  <a:cxn ang="0">
                    <a:pos x="connsiteX133" y="connsiteY133"/>
                  </a:cxn>
                  <a:cxn ang="0">
                    <a:pos x="connsiteX134" y="connsiteY134"/>
                  </a:cxn>
                  <a:cxn ang="0">
                    <a:pos x="connsiteX135" y="connsiteY135"/>
                  </a:cxn>
                  <a:cxn ang="0">
                    <a:pos x="connsiteX136" y="connsiteY136"/>
                  </a:cxn>
                  <a:cxn ang="0">
                    <a:pos x="connsiteX137" y="connsiteY137"/>
                  </a:cxn>
                  <a:cxn ang="0">
                    <a:pos x="connsiteX138" y="connsiteY138"/>
                  </a:cxn>
                  <a:cxn ang="0">
                    <a:pos x="connsiteX139" y="connsiteY139"/>
                  </a:cxn>
                  <a:cxn ang="0">
                    <a:pos x="connsiteX140" y="connsiteY140"/>
                  </a:cxn>
                  <a:cxn ang="0">
                    <a:pos x="connsiteX141" y="connsiteY141"/>
                  </a:cxn>
                  <a:cxn ang="0">
                    <a:pos x="connsiteX142" y="connsiteY142"/>
                  </a:cxn>
                </a:cxnLst>
                <a:rect l="l" t="t" r="r" b="b"/>
                <a:pathLst>
                  <a:path w="1339053" h="6858000">
                    <a:moveTo>
                      <a:pt x="850532" y="3481838"/>
                    </a:moveTo>
                    <a:lnTo>
                      <a:pt x="877027" y="3490955"/>
                    </a:lnTo>
                    <a:cubicBezTo>
                      <a:pt x="892941" y="3497986"/>
                      <a:pt x="908176" y="3506416"/>
                      <a:pt x="922718" y="3516472"/>
                    </a:cubicBezTo>
                    <a:cubicBezTo>
                      <a:pt x="967062" y="3547282"/>
                      <a:pt x="1027547" y="3564030"/>
                      <a:pt x="1094179" y="3567567"/>
                    </a:cubicBezTo>
                    <a:cubicBezTo>
                      <a:pt x="1102515" y="3567965"/>
                      <a:pt x="1113434" y="3565936"/>
                      <a:pt x="1118891" y="3568331"/>
                    </a:cubicBezTo>
                    <a:cubicBezTo>
                      <a:pt x="1180628" y="3594888"/>
                      <a:pt x="1237753" y="3586304"/>
                      <a:pt x="1295961" y="3584709"/>
                    </a:cubicBezTo>
                    <a:lnTo>
                      <a:pt x="1308070" y="3585183"/>
                    </a:lnTo>
                    <a:lnTo>
                      <a:pt x="1325263" y="3705453"/>
                    </a:lnTo>
                    <a:cubicBezTo>
                      <a:pt x="1328254" y="3727679"/>
                      <a:pt x="1331526" y="3749922"/>
                      <a:pt x="1334107" y="3772268"/>
                    </a:cubicBezTo>
                    <a:lnTo>
                      <a:pt x="1338203" y="3831076"/>
                    </a:lnTo>
                    <a:lnTo>
                      <a:pt x="1338805" y="3839709"/>
                    </a:lnTo>
                    <a:cubicBezTo>
                      <a:pt x="1339996" y="3932341"/>
                      <a:pt x="1336568" y="4025809"/>
                      <a:pt x="1335635" y="4118635"/>
                    </a:cubicBezTo>
                    <a:cubicBezTo>
                      <a:pt x="1335202" y="4148976"/>
                      <a:pt x="1338805" y="4178868"/>
                      <a:pt x="1337171" y="4209403"/>
                    </a:cubicBezTo>
                    <a:cubicBezTo>
                      <a:pt x="1335445" y="4242449"/>
                      <a:pt x="1327565" y="4276129"/>
                      <a:pt x="1325840" y="4309174"/>
                    </a:cubicBezTo>
                    <a:cubicBezTo>
                      <a:pt x="1322853" y="4364122"/>
                      <a:pt x="1323899" y="4418621"/>
                      <a:pt x="1321122" y="4473630"/>
                    </a:cubicBezTo>
                    <a:cubicBezTo>
                      <a:pt x="1315632" y="4579723"/>
                      <a:pt x="1309019" y="4685750"/>
                      <a:pt x="1302196" y="4791709"/>
                    </a:cubicBezTo>
                    <a:cubicBezTo>
                      <a:pt x="1300696" y="4814383"/>
                      <a:pt x="1294244" y="4837504"/>
                      <a:pt x="1293239" y="4860048"/>
                    </a:cubicBezTo>
                    <a:cubicBezTo>
                      <a:pt x="1290785" y="4919957"/>
                      <a:pt x="1289660" y="4979994"/>
                      <a:pt x="1288829" y="5039837"/>
                    </a:cubicBezTo>
                    <a:cubicBezTo>
                      <a:pt x="1288401" y="5076103"/>
                      <a:pt x="1290512" y="5112310"/>
                      <a:pt x="1289584" y="5148703"/>
                    </a:cubicBezTo>
                    <a:cubicBezTo>
                      <a:pt x="1288845" y="5177820"/>
                      <a:pt x="1286193" y="5207193"/>
                      <a:pt x="1282205" y="5236435"/>
                    </a:cubicBezTo>
                    <a:cubicBezTo>
                      <a:pt x="1278784" y="5261619"/>
                      <a:pt x="1270649" y="5286477"/>
                      <a:pt x="1268145" y="5311662"/>
                    </a:cubicBezTo>
                    <a:cubicBezTo>
                      <a:pt x="1261308" y="5379812"/>
                      <a:pt x="1256387" y="5447703"/>
                      <a:pt x="1250547" y="5515595"/>
                    </a:cubicBezTo>
                    <a:cubicBezTo>
                      <a:pt x="1248113" y="5542776"/>
                      <a:pt x="1244054" y="5570023"/>
                      <a:pt x="1243323" y="5596885"/>
                    </a:cubicBezTo>
                    <a:cubicBezTo>
                      <a:pt x="1241082" y="5668709"/>
                      <a:pt x="1241668" y="5740276"/>
                      <a:pt x="1238303" y="5812036"/>
                    </a:cubicBezTo>
                    <a:cubicBezTo>
                      <a:pt x="1235508" y="5871554"/>
                      <a:pt x="1228259" y="5931392"/>
                      <a:pt x="1223551" y="5991171"/>
                    </a:cubicBezTo>
                    <a:cubicBezTo>
                      <a:pt x="1221675" y="6016549"/>
                      <a:pt x="1222415" y="6041609"/>
                      <a:pt x="1219699" y="6066726"/>
                    </a:cubicBezTo>
                    <a:cubicBezTo>
                      <a:pt x="1213776" y="6123024"/>
                      <a:pt x="1205938" y="6179576"/>
                      <a:pt x="1199935" y="6236130"/>
                    </a:cubicBezTo>
                    <a:cubicBezTo>
                      <a:pt x="1196614" y="6268403"/>
                      <a:pt x="1198425" y="6301127"/>
                      <a:pt x="1192857" y="6333267"/>
                    </a:cubicBezTo>
                    <a:cubicBezTo>
                      <a:pt x="1179603" y="6409590"/>
                      <a:pt x="1163470" y="6485591"/>
                      <a:pt x="1148174" y="6561849"/>
                    </a:cubicBezTo>
                    <a:cubicBezTo>
                      <a:pt x="1132370" y="6640486"/>
                      <a:pt x="1117066" y="6719000"/>
                      <a:pt x="1100424" y="6797385"/>
                    </a:cubicBezTo>
                    <a:lnTo>
                      <a:pt x="1085621" y="6858000"/>
                    </a:lnTo>
                    <a:lnTo>
                      <a:pt x="932341" y="6858000"/>
                    </a:lnTo>
                    <a:lnTo>
                      <a:pt x="944496" y="6829656"/>
                    </a:lnTo>
                    <a:cubicBezTo>
                      <a:pt x="964836" y="6776399"/>
                      <a:pt x="953622" y="6744439"/>
                      <a:pt x="913239" y="6720119"/>
                    </a:cubicBezTo>
                    <a:cubicBezTo>
                      <a:pt x="890880" y="6706443"/>
                      <a:pt x="866986" y="6690318"/>
                      <a:pt x="870682" y="6655346"/>
                    </a:cubicBezTo>
                    <a:cubicBezTo>
                      <a:pt x="876846" y="6598274"/>
                      <a:pt x="889503" y="6540954"/>
                      <a:pt x="846442" y="6498594"/>
                    </a:cubicBezTo>
                    <a:cubicBezTo>
                      <a:pt x="862273" y="6487399"/>
                      <a:pt x="871751" y="6480449"/>
                      <a:pt x="881150" y="6473756"/>
                    </a:cubicBezTo>
                    <a:cubicBezTo>
                      <a:pt x="907245" y="6455292"/>
                      <a:pt x="930705" y="6407516"/>
                      <a:pt x="922470" y="6377035"/>
                    </a:cubicBezTo>
                    <a:cubicBezTo>
                      <a:pt x="910652" y="6332192"/>
                      <a:pt x="925705" y="6299028"/>
                      <a:pt x="955039" y="6268585"/>
                    </a:cubicBezTo>
                    <a:cubicBezTo>
                      <a:pt x="1003777" y="6217606"/>
                      <a:pt x="1017630" y="6148240"/>
                      <a:pt x="1024350" y="6083443"/>
                    </a:cubicBezTo>
                    <a:cubicBezTo>
                      <a:pt x="1029590" y="6034553"/>
                      <a:pt x="1028255" y="5980246"/>
                      <a:pt x="999696" y="5938416"/>
                    </a:cubicBezTo>
                    <a:cubicBezTo>
                      <a:pt x="990505" y="5925141"/>
                      <a:pt x="991039" y="5901884"/>
                      <a:pt x="988342" y="5882426"/>
                    </a:cubicBezTo>
                    <a:cubicBezTo>
                      <a:pt x="986229" y="5866254"/>
                      <a:pt x="984774" y="5849442"/>
                      <a:pt x="985444" y="5832438"/>
                    </a:cubicBezTo>
                    <a:cubicBezTo>
                      <a:pt x="986010" y="5814273"/>
                      <a:pt x="985042" y="5793656"/>
                      <a:pt x="992016" y="5777751"/>
                    </a:cubicBezTo>
                    <a:cubicBezTo>
                      <a:pt x="1012886" y="5729456"/>
                      <a:pt x="1014467" y="5686488"/>
                      <a:pt x="995028" y="5641832"/>
                    </a:cubicBezTo>
                    <a:cubicBezTo>
                      <a:pt x="984984" y="5618696"/>
                      <a:pt x="974301" y="5585771"/>
                      <a:pt x="981247" y="5562522"/>
                    </a:cubicBezTo>
                    <a:cubicBezTo>
                      <a:pt x="998041" y="5505913"/>
                      <a:pt x="997454" y="5454379"/>
                      <a:pt x="995131" y="5398075"/>
                    </a:cubicBezTo>
                    <a:cubicBezTo>
                      <a:pt x="993724" y="5361807"/>
                      <a:pt x="997229" y="5322258"/>
                      <a:pt x="997379" y="5283928"/>
                    </a:cubicBezTo>
                    <a:cubicBezTo>
                      <a:pt x="997473" y="5239095"/>
                      <a:pt x="1006631" y="5193105"/>
                      <a:pt x="979617" y="5157396"/>
                    </a:cubicBezTo>
                    <a:cubicBezTo>
                      <a:pt x="976728" y="5153402"/>
                      <a:pt x="978724" y="5144705"/>
                      <a:pt x="976441" y="5139485"/>
                    </a:cubicBezTo>
                    <a:cubicBezTo>
                      <a:pt x="969619" y="5122991"/>
                      <a:pt x="964828" y="5102888"/>
                      <a:pt x="953793" y="5091862"/>
                    </a:cubicBezTo>
                    <a:cubicBezTo>
                      <a:pt x="921506" y="5059884"/>
                      <a:pt x="886609" y="5031900"/>
                      <a:pt x="853056" y="5001787"/>
                    </a:cubicBezTo>
                    <a:cubicBezTo>
                      <a:pt x="845882" y="4995337"/>
                      <a:pt x="836325" y="4988437"/>
                      <a:pt x="833979" y="4978966"/>
                    </a:cubicBezTo>
                    <a:cubicBezTo>
                      <a:pt x="820602" y="4924328"/>
                      <a:pt x="808509" y="4869239"/>
                      <a:pt x="796995" y="4813768"/>
                    </a:cubicBezTo>
                    <a:cubicBezTo>
                      <a:pt x="792418" y="4791474"/>
                      <a:pt x="803209" y="4777314"/>
                      <a:pt x="820590" y="4764057"/>
                    </a:cubicBezTo>
                    <a:cubicBezTo>
                      <a:pt x="837188" y="4751123"/>
                      <a:pt x="855398" y="4734452"/>
                      <a:pt x="864688" y="4714752"/>
                    </a:cubicBezTo>
                    <a:cubicBezTo>
                      <a:pt x="883062" y="4675275"/>
                      <a:pt x="897521" y="4632902"/>
                      <a:pt x="910485" y="4590911"/>
                    </a:cubicBezTo>
                    <a:cubicBezTo>
                      <a:pt x="915338" y="4575199"/>
                      <a:pt x="912978" y="4556131"/>
                      <a:pt x="911445" y="4539571"/>
                    </a:cubicBezTo>
                    <a:cubicBezTo>
                      <a:pt x="908527" y="4508200"/>
                      <a:pt x="900999" y="4477659"/>
                      <a:pt x="900285" y="4445837"/>
                    </a:cubicBezTo>
                    <a:cubicBezTo>
                      <a:pt x="899539" y="4408923"/>
                      <a:pt x="887958" y="4383340"/>
                      <a:pt x="863237" y="4364703"/>
                    </a:cubicBezTo>
                    <a:cubicBezTo>
                      <a:pt x="826431" y="4336971"/>
                      <a:pt x="808536" y="4292507"/>
                      <a:pt x="798070" y="4243284"/>
                    </a:cubicBezTo>
                    <a:cubicBezTo>
                      <a:pt x="784617" y="4180721"/>
                      <a:pt x="805728" y="4117545"/>
                      <a:pt x="817097" y="4054750"/>
                    </a:cubicBezTo>
                    <a:cubicBezTo>
                      <a:pt x="821537" y="4030724"/>
                      <a:pt x="826632" y="4006057"/>
                      <a:pt x="826251" y="3982801"/>
                    </a:cubicBezTo>
                    <a:cubicBezTo>
                      <a:pt x="825347" y="3916709"/>
                      <a:pt x="825150" y="3850833"/>
                      <a:pt x="836848" y="3784939"/>
                    </a:cubicBezTo>
                    <a:lnTo>
                      <a:pt x="841285" y="3766755"/>
                    </a:lnTo>
                    <a:lnTo>
                      <a:pt x="841284" y="3766755"/>
                    </a:lnTo>
                    <a:lnTo>
                      <a:pt x="852925" y="3719034"/>
                    </a:lnTo>
                    <a:cubicBezTo>
                      <a:pt x="855152" y="3711822"/>
                      <a:pt x="856753" y="3704413"/>
                      <a:pt x="857932" y="3696880"/>
                    </a:cubicBezTo>
                    <a:cubicBezTo>
                      <a:pt x="868683" y="3631632"/>
                      <a:pt x="885300" y="3565939"/>
                      <a:pt x="853534" y="3507036"/>
                    </a:cubicBezTo>
                    <a:cubicBezTo>
                      <a:pt x="850623" y="3501622"/>
                      <a:pt x="849992" y="3494020"/>
                      <a:pt x="850226" y="3485839"/>
                    </a:cubicBezTo>
                    <a:close/>
                    <a:moveTo>
                      <a:pt x="0" y="0"/>
                    </a:moveTo>
                    <a:lnTo>
                      <a:pt x="455609" y="0"/>
                    </a:lnTo>
                    <a:lnTo>
                      <a:pt x="459171" y="72395"/>
                    </a:lnTo>
                    <a:cubicBezTo>
                      <a:pt x="459671" y="92301"/>
                      <a:pt x="456894" y="113171"/>
                      <a:pt x="460041" y="131917"/>
                    </a:cubicBezTo>
                    <a:cubicBezTo>
                      <a:pt x="474213" y="218122"/>
                      <a:pt x="492031" y="302910"/>
                      <a:pt x="504421" y="389691"/>
                    </a:cubicBezTo>
                    <a:cubicBezTo>
                      <a:pt x="517349" y="479177"/>
                      <a:pt x="539516" y="562489"/>
                      <a:pt x="582097" y="634609"/>
                    </a:cubicBezTo>
                    <a:cubicBezTo>
                      <a:pt x="621686" y="701573"/>
                      <a:pt x="662589" y="767248"/>
                      <a:pt x="702468" y="834019"/>
                    </a:cubicBezTo>
                    <a:cubicBezTo>
                      <a:pt x="712587" y="850968"/>
                      <a:pt x="725536" y="867665"/>
                      <a:pt x="729203" y="887701"/>
                    </a:cubicBezTo>
                    <a:cubicBezTo>
                      <a:pt x="736973" y="929321"/>
                      <a:pt x="740155" y="973193"/>
                      <a:pt x="743787" y="1016355"/>
                    </a:cubicBezTo>
                    <a:cubicBezTo>
                      <a:pt x="746786" y="1053398"/>
                      <a:pt x="745800" y="1091467"/>
                      <a:pt x="750083" y="1128060"/>
                    </a:cubicBezTo>
                    <a:cubicBezTo>
                      <a:pt x="753428" y="1157309"/>
                      <a:pt x="762038" y="1185083"/>
                      <a:pt x="768866" y="1213431"/>
                    </a:cubicBezTo>
                    <a:cubicBezTo>
                      <a:pt x="774767" y="1238107"/>
                      <a:pt x="778357" y="1264327"/>
                      <a:pt x="787802" y="1286432"/>
                    </a:cubicBezTo>
                    <a:cubicBezTo>
                      <a:pt x="810582" y="1340304"/>
                      <a:pt x="832653" y="1394242"/>
                      <a:pt x="842837" y="1455511"/>
                    </a:cubicBezTo>
                    <a:cubicBezTo>
                      <a:pt x="853049" y="1515944"/>
                      <a:pt x="867276" y="1574511"/>
                      <a:pt x="877988" y="1634814"/>
                    </a:cubicBezTo>
                    <a:cubicBezTo>
                      <a:pt x="888390" y="1693895"/>
                      <a:pt x="902813" y="1748857"/>
                      <a:pt x="941063" y="1789731"/>
                    </a:cubicBezTo>
                    <a:cubicBezTo>
                      <a:pt x="957906" y="1807908"/>
                      <a:pt x="975122" y="1831564"/>
                      <a:pt x="980124" y="1857657"/>
                    </a:cubicBezTo>
                    <a:cubicBezTo>
                      <a:pt x="987207" y="1894833"/>
                      <a:pt x="980788" y="1937150"/>
                      <a:pt x="984484" y="1976384"/>
                    </a:cubicBezTo>
                    <a:cubicBezTo>
                      <a:pt x="988781" y="2022576"/>
                      <a:pt x="988793" y="2074493"/>
                      <a:pt x="1007189" y="2110650"/>
                    </a:cubicBezTo>
                    <a:cubicBezTo>
                      <a:pt x="1023612" y="2142809"/>
                      <a:pt x="1034723" y="2173610"/>
                      <a:pt x="1039893" y="2211041"/>
                    </a:cubicBezTo>
                    <a:cubicBezTo>
                      <a:pt x="1043484" y="2237261"/>
                      <a:pt x="1057690" y="2260269"/>
                      <a:pt x="1059162" y="2286682"/>
                    </a:cubicBezTo>
                    <a:cubicBezTo>
                      <a:pt x="1061252" y="2321469"/>
                      <a:pt x="1060754" y="2355740"/>
                      <a:pt x="1070522" y="2388667"/>
                    </a:cubicBezTo>
                    <a:cubicBezTo>
                      <a:pt x="1080600" y="2422815"/>
                      <a:pt x="1085513" y="2459602"/>
                      <a:pt x="1093939" y="2494653"/>
                    </a:cubicBezTo>
                    <a:cubicBezTo>
                      <a:pt x="1098500" y="2513273"/>
                      <a:pt x="1106866" y="2529964"/>
                      <a:pt x="1112007" y="2548197"/>
                    </a:cubicBezTo>
                    <a:cubicBezTo>
                      <a:pt x="1121409" y="2581573"/>
                      <a:pt x="1130232" y="2615336"/>
                      <a:pt x="1138346" y="2649163"/>
                    </a:cubicBezTo>
                    <a:cubicBezTo>
                      <a:pt x="1146465" y="2682988"/>
                      <a:pt x="1157699" y="2716368"/>
                      <a:pt x="1160337" y="2751608"/>
                    </a:cubicBezTo>
                    <a:cubicBezTo>
                      <a:pt x="1164714" y="2811646"/>
                      <a:pt x="1159211" y="2873999"/>
                      <a:pt x="1165737" y="2933012"/>
                    </a:cubicBezTo>
                    <a:cubicBezTo>
                      <a:pt x="1172445" y="2992925"/>
                      <a:pt x="1185964" y="3051556"/>
                      <a:pt x="1202029" y="3107873"/>
                    </a:cubicBezTo>
                    <a:cubicBezTo>
                      <a:pt x="1214635" y="3152396"/>
                      <a:pt x="1227749" y="3194534"/>
                      <a:pt x="1225692" y="3244974"/>
                    </a:cubicBezTo>
                    <a:cubicBezTo>
                      <a:pt x="1224565" y="3273123"/>
                      <a:pt x="1231196" y="3305079"/>
                      <a:pt x="1243916" y="3326221"/>
                    </a:cubicBezTo>
                    <a:cubicBezTo>
                      <a:pt x="1271701" y="3372044"/>
                      <a:pt x="1285247" y="3423911"/>
                      <a:pt x="1293067" y="3480219"/>
                    </a:cubicBezTo>
                    <a:lnTo>
                      <a:pt x="1308071" y="3585182"/>
                    </a:lnTo>
                    <a:lnTo>
                      <a:pt x="1295962" y="3584708"/>
                    </a:lnTo>
                    <a:cubicBezTo>
                      <a:pt x="1237754" y="3586303"/>
                      <a:pt x="1180629" y="3594888"/>
                      <a:pt x="1118893" y="3568330"/>
                    </a:cubicBezTo>
                    <a:cubicBezTo>
                      <a:pt x="1113435" y="3565936"/>
                      <a:pt x="1102517" y="3567964"/>
                      <a:pt x="1094179" y="3567566"/>
                    </a:cubicBezTo>
                    <a:cubicBezTo>
                      <a:pt x="1027548" y="3564029"/>
                      <a:pt x="967064" y="3547281"/>
                      <a:pt x="922719" y="3516472"/>
                    </a:cubicBezTo>
                    <a:cubicBezTo>
                      <a:pt x="908178" y="3506414"/>
                      <a:pt x="892942" y="3497984"/>
                      <a:pt x="877028" y="3490955"/>
                    </a:cubicBezTo>
                    <a:lnTo>
                      <a:pt x="850533" y="3481837"/>
                    </a:lnTo>
                    <a:lnTo>
                      <a:pt x="852113" y="3461170"/>
                    </a:lnTo>
                    <a:cubicBezTo>
                      <a:pt x="854391" y="3434500"/>
                      <a:pt x="848474" y="3414331"/>
                      <a:pt x="831383" y="3399179"/>
                    </a:cubicBezTo>
                    <a:cubicBezTo>
                      <a:pt x="801767" y="3373388"/>
                      <a:pt x="773654" y="3344957"/>
                      <a:pt x="743141" y="3320580"/>
                    </a:cubicBezTo>
                    <a:cubicBezTo>
                      <a:pt x="722236" y="3303685"/>
                      <a:pt x="714543" y="3281842"/>
                      <a:pt x="713221" y="3251241"/>
                    </a:cubicBezTo>
                    <a:cubicBezTo>
                      <a:pt x="712555" y="3234106"/>
                      <a:pt x="704768" y="3217029"/>
                      <a:pt x="697098" y="3202528"/>
                    </a:cubicBezTo>
                    <a:cubicBezTo>
                      <a:pt x="687845" y="3184997"/>
                      <a:pt x="672212" y="3172554"/>
                      <a:pt x="664820" y="3154190"/>
                    </a:cubicBezTo>
                    <a:cubicBezTo>
                      <a:pt x="646169" y="3109209"/>
                      <a:pt x="616744" y="3087991"/>
                      <a:pt x="572501" y="3087312"/>
                    </a:cubicBezTo>
                    <a:cubicBezTo>
                      <a:pt x="533259" y="3086763"/>
                      <a:pt x="493731" y="3044085"/>
                      <a:pt x="497703" y="3005243"/>
                    </a:cubicBezTo>
                    <a:cubicBezTo>
                      <a:pt x="502030" y="2962279"/>
                      <a:pt x="490540" y="2928257"/>
                      <a:pt x="476984" y="2892751"/>
                    </a:cubicBezTo>
                    <a:cubicBezTo>
                      <a:pt x="469363" y="2872905"/>
                      <a:pt x="465404" y="2847135"/>
                      <a:pt x="468947" y="2824527"/>
                    </a:cubicBezTo>
                    <a:cubicBezTo>
                      <a:pt x="482188" y="2738605"/>
                      <a:pt x="520979" y="2665650"/>
                      <a:pt x="569138" y="2595026"/>
                    </a:cubicBezTo>
                    <a:cubicBezTo>
                      <a:pt x="600577" y="2548865"/>
                      <a:pt x="622260" y="2493483"/>
                      <a:pt x="645397" y="2440808"/>
                    </a:cubicBezTo>
                    <a:cubicBezTo>
                      <a:pt x="652529" y="2424387"/>
                      <a:pt x="655029" y="2401457"/>
                      <a:pt x="651820" y="2384384"/>
                    </a:cubicBezTo>
                    <a:cubicBezTo>
                      <a:pt x="640949" y="2324596"/>
                      <a:pt x="629163" y="2264805"/>
                      <a:pt x="612994" y="2207332"/>
                    </a:cubicBezTo>
                    <a:cubicBezTo>
                      <a:pt x="597678" y="2153787"/>
                      <a:pt x="601053" y="2099808"/>
                      <a:pt x="620894" y="2046679"/>
                    </a:cubicBezTo>
                    <a:cubicBezTo>
                      <a:pt x="635367" y="2007977"/>
                      <a:pt x="641110" y="1970814"/>
                      <a:pt x="644614" y="1931265"/>
                    </a:cubicBezTo>
                    <a:cubicBezTo>
                      <a:pt x="647465" y="1898285"/>
                      <a:pt x="653360" y="1862859"/>
                      <a:pt x="665994" y="1832337"/>
                    </a:cubicBezTo>
                    <a:cubicBezTo>
                      <a:pt x="683779" y="1789578"/>
                      <a:pt x="688928" y="1751381"/>
                      <a:pt x="678276" y="1709437"/>
                    </a:cubicBezTo>
                    <a:cubicBezTo>
                      <a:pt x="672576" y="1687079"/>
                      <a:pt x="673987" y="1660990"/>
                      <a:pt x="672955" y="1636123"/>
                    </a:cubicBezTo>
                    <a:cubicBezTo>
                      <a:pt x="671272" y="1597795"/>
                      <a:pt x="671867" y="1558758"/>
                      <a:pt x="668480" y="1520749"/>
                    </a:cubicBezTo>
                    <a:cubicBezTo>
                      <a:pt x="665050" y="1479903"/>
                      <a:pt x="655019" y="1440408"/>
                      <a:pt x="653920" y="1399437"/>
                    </a:cubicBezTo>
                    <a:cubicBezTo>
                      <a:pt x="652652" y="1355309"/>
                      <a:pt x="639893" y="1323154"/>
                      <a:pt x="612686" y="1296979"/>
                    </a:cubicBezTo>
                    <a:cubicBezTo>
                      <a:pt x="595576" y="1280408"/>
                      <a:pt x="578401" y="1259588"/>
                      <a:pt x="570220" y="1235618"/>
                    </a:cubicBezTo>
                    <a:cubicBezTo>
                      <a:pt x="553631" y="1186194"/>
                      <a:pt x="545669" y="1131821"/>
                      <a:pt x="529736" y="1081752"/>
                    </a:cubicBezTo>
                    <a:cubicBezTo>
                      <a:pt x="507466" y="1011390"/>
                      <a:pt x="481332" y="944631"/>
                      <a:pt x="414305" y="918292"/>
                    </a:cubicBezTo>
                    <a:cubicBezTo>
                      <a:pt x="377314" y="903769"/>
                      <a:pt x="368843" y="874065"/>
                      <a:pt x="373924" y="825689"/>
                    </a:cubicBezTo>
                    <a:cubicBezTo>
                      <a:pt x="375689" y="809590"/>
                      <a:pt x="376722" y="786203"/>
                      <a:pt x="368949" y="778726"/>
                    </a:cubicBezTo>
                    <a:cubicBezTo>
                      <a:pt x="345838" y="756354"/>
                      <a:pt x="349308" y="725824"/>
                      <a:pt x="347020" y="694643"/>
                    </a:cubicBezTo>
                    <a:cubicBezTo>
                      <a:pt x="345704" y="675894"/>
                      <a:pt x="339306" y="651346"/>
                      <a:pt x="327478" y="642898"/>
                    </a:cubicBezTo>
                    <a:cubicBezTo>
                      <a:pt x="279698" y="608395"/>
                      <a:pt x="263590" y="549247"/>
                      <a:pt x="243468" y="491960"/>
                    </a:cubicBezTo>
                    <a:cubicBezTo>
                      <a:pt x="237433" y="475142"/>
                      <a:pt x="230250" y="456843"/>
                      <a:pt x="218930" y="446010"/>
                    </a:cubicBezTo>
                    <a:cubicBezTo>
                      <a:pt x="194433" y="422927"/>
                      <a:pt x="180036" y="395344"/>
                      <a:pt x="180614" y="354892"/>
                    </a:cubicBezTo>
                    <a:cubicBezTo>
                      <a:pt x="180923" y="342010"/>
                      <a:pt x="176523" y="328798"/>
                      <a:pt x="171988" y="317521"/>
                    </a:cubicBezTo>
                    <a:cubicBezTo>
                      <a:pt x="162052" y="293291"/>
                      <a:pt x="148442" y="271315"/>
                      <a:pt x="139875" y="246378"/>
                    </a:cubicBezTo>
                    <a:cubicBezTo>
                      <a:pt x="117577" y="182780"/>
                      <a:pt x="95749" y="119890"/>
                      <a:pt x="51499" y="73211"/>
                    </a:cubicBezTo>
                    <a:cubicBezTo>
                      <a:pt x="40691" y="61834"/>
                      <a:pt x="29467" y="49763"/>
                      <a:pt x="19690" y="36621"/>
                    </a:cubicBezTo>
                    <a:close/>
                  </a:path>
                </a:pathLst>
              </a:custGeom>
              <a:blipFill dpi="0" rotWithShape="1">
                <a:blip r:embed="rId2">
                  <a:alphaModFix amt="57000"/>
                </a:blip>
                <a:srcRect/>
                <a:tile tx="0" ty="0" sx="100000" sy="100000" flip="none" algn="tl"/>
              </a:blipFill>
              <a:ln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/>
              </a:p>
            </p:txBody>
          </p:sp>
        </p:grpSp>
      </p:grpSp>
      <p:grpSp>
        <p:nvGrpSpPr>
          <p:cNvPr id="1091" name="Group 1090">
            <a:extLst>
              <a:ext uri="{FF2B5EF4-FFF2-40B4-BE49-F238E27FC236}">
                <a16:creationId xmlns:a16="http://schemas.microsoft.com/office/drawing/2014/main" id="{C9829185-6353-4E3C-B082-AA7F519391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10800000">
            <a:off x="8104360" y="0"/>
            <a:ext cx="4087640" cy="6858000"/>
            <a:chOff x="1" y="0"/>
            <a:chExt cx="4087640" cy="6858000"/>
          </a:xfrm>
          <a:effectLst>
            <a:outerShdw blurRad="381000" dist="152400" algn="ctr" rotWithShape="0">
              <a:srgbClr val="000000">
                <a:alpha val="10000"/>
              </a:srgbClr>
            </a:outerShdw>
          </a:effectLst>
        </p:grpSpPr>
        <p:grpSp>
          <p:nvGrpSpPr>
            <p:cNvPr id="1092" name="Group 1091">
              <a:extLst>
                <a:ext uri="{FF2B5EF4-FFF2-40B4-BE49-F238E27FC236}">
                  <a16:creationId xmlns:a16="http://schemas.microsoft.com/office/drawing/2014/main" id="{BB7BB359-8B77-484C-B9CD-6376139A3AB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>
              <a:off x="1" y="0"/>
              <a:ext cx="3986041" cy="6858000"/>
              <a:chOff x="1" y="0"/>
              <a:chExt cx="3986041" cy="6858000"/>
            </a:xfrm>
          </p:grpSpPr>
          <p:sp>
            <p:nvSpPr>
              <p:cNvPr id="1096" name="Freeform: Shape 1095">
                <a:extLst>
                  <a:ext uri="{FF2B5EF4-FFF2-40B4-BE49-F238E27FC236}">
                    <a16:creationId xmlns:a16="http://schemas.microsoft.com/office/drawing/2014/main" id="{AA96BE9D-5B3B-4CA9-8895-33FAA3804689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1" y="0"/>
                <a:ext cx="3986041" cy="6858000"/>
              </a:xfrm>
              <a:custGeom>
                <a:avLst/>
                <a:gdLst>
                  <a:gd name="connsiteX0" fmla="*/ 0 w 3986041"/>
                  <a:gd name="connsiteY0" fmla="*/ 0 h 6858000"/>
                  <a:gd name="connsiteX1" fmla="*/ 3066495 w 3986041"/>
                  <a:gd name="connsiteY1" fmla="*/ 0 h 6858000"/>
                  <a:gd name="connsiteX2" fmla="*/ 3427241 w 3986041"/>
                  <a:gd name="connsiteY2" fmla="*/ 1211943 h 6858000"/>
                  <a:gd name="connsiteX3" fmla="*/ 3986041 w 3986041"/>
                  <a:gd name="connsiteY3" fmla="*/ 4122057 h 6858000"/>
                  <a:gd name="connsiteX4" fmla="*/ 3751724 w 3986041"/>
                  <a:gd name="connsiteY4" fmla="*/ 6858000 h 6858000"/>
                  <a:gd name="connsiteX5" fmla="*/ 0 w 3986041"/>
                  <a:gd name="connsiteY5" fmla="*/ 6858000 h 68580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3986041" h="6858000">
                    <a:moveTo>
                      <a:pt x="0" y="0"/>
                    </a:moveTo>
                    <a:lnTo>
                      <a:pt x="3066495" y="0"/>
                    </a:lnTo>
                    <a:lnTo>
                      <a:pt x="3427241" y="1211943"/>
                    </a:lnTo>
                    <a:lnTo>
                      <a:pt x="3986041" y="4122057"/>
                    </a:lnTo>
                    <a:lnTo>
                      <a:pt x="3751724" y="6858000"/>
                    </a:lnTo>
                    <a:lnTo>
                      <a:pt x="0" y="6858000"/>
                    </a:lnTo>
                    <a:close/>
                  </a:path>
                </a:pathLst>
              </a:custGeom>
              <a:solidFill>
                <a:schemeClr val="tx1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097" name="Freeform: Shape 1096">
                <a:extLst>
                  <a:ext uri="{FF2B5EF4-FFF2-40B4-BE49-F238E27FC236}">
                    <a16:creationId xmlns:a16="http://schemas.microsoft.com/office/drawing/2014/main" id="{7840E2BF-E954-4173-BF70-2DAE9E19A09F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1" y="0"/>
                <a:ext cx="3986041" cy="6858000"/>
              </a:xfrm>
              <a:custGeom>
                <a:avLst/>
                <a:gdLst>
                  <a:gd name="connsiteX0" fmla="*/ 0 w 3986041"/>
                  <a:gd name="connsiteY0" fmla="*/ 0 h 6858000"/>
                  <a:gd name="connsiteX1" fmla="*/ 3066495 w 3986041"/>
                  <a:gd name="connsiteY1" fmla="*/ 0 h 6858000"/>
                  <a:gd name="connsiteX2" fmla="*/ 3427241 w 3986041"/>
                  <a:gd name="connsiteY2" fmla="*/ 1211943 h 6858000"/>
                  <a:gd name="connsiteX3" fmla="*/ 3986041 w 3986041"/>
                  <a:gd name="connsiteY3" fmla="*/ 4122057 h 6858000"/>
                  <a:gd name="connsiteX4" fmla="*/ 3751724 w 3986041"/>
                  <a:gd name="connsiteY4" fmla="*/ 6858000 h 6858000"/>
                  <a:gd name="connsiteX5" fmla="*/ 0 w 3986041"/>
                  <a:gd name="connsiteY5" fmla="*/ 6858000 h 68580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3986041" h="6858000">
                    <a:moveTo>
                      <a:pt x="0" y="0"/>
                    </a:moveTo>
                    <a:lnTo>
                      <a:pt x="3066495" y="0"/>
                    </a:lnTo>
                    <a:lnTo>
                      <a:pt x="3427241" y="1211943"/>
                    </a:lnTo>
                    <a:lnTo>
                      <a:pt x="3986041" y="4122057"/>
                    </a:lnTo>
                    <a:lnTo>
                      <a:pt x="3751724" y="6858000"/>
                    </a:lnTo>
                    <a:lnTo>
                      <a:pt x="0" y="6858000"/>
                    </a:lnTo>
                    <a:close/>
                  </a:path>
                </a:pathLst>
              </a:custGeom>
              <a:solidFill>
                <a:schemeClr val="bg1">
                  <a:alpha val="14000"/>
                </a:schemeClr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1093" name="Group 1092">
              <a:extLst>
                <a:ext uri="{FF2B5EF4-FFF2-40B4-BE49-F238E27FC236}">
                  <a16:creationId xmlns:a16="http://schemas.microsoft.com/office/drawing/2014/main" id="{3F125B5A-DFAC-4B6D-B14F-287F8C436AA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>
              <a:off x="2748588" y="0"/>
              <a:ext cx="1339053" cy="6858000"/>
              <a:chOff x="2748588" y="0"/>
              <a:chExt cx="1339053" cy="6858000"/>
            </a:xfrm>
          </p:grpSpPr>
          <p:sp>
            <p:nvSpPr>
              <p:cNvPr id="1094" name="Freeform: Shape 1093">
                <a:extLst>
                  <a:ext uri="{FF2B5EF4-FFF2-40B4-BE49-F238E27FC236}">
                    <a16:creationId xmlns:a16="http://schemas.microsoft.com/office/drawing/2014/main" id="{6AF4804F-69E5-479A-9F45-C0E46317159C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2748588" y="0"/>
                <a:ext cx="1339053" cy="6858000"/>
              </a:xfrm>
              <a:custGeom>
                <a:avLst/>
                <a:gdLst>
                  <a:gd name="connsiteX0" fmla="*/ 850532 w 1339053"/>
                  <a:gd name="connsiteY0" fmla="*/ 3481838 h 6858000"/>
                  <a:gd name="connsiteX1" fmla="*/ 877027 w 1339053"/>
                  <a:gd name="connsiteY1" fmla="*/ 3490955 h 6858000"/>
                  <a:gd name="connsiteX2" fmla="*/ 922718 w 1339053"/>
                  <a:gd name="connsiteY2" fmla="*/ 3516472 h 6858000"/>
                  <a:gd name="connsiteX3" fmla="*/ 1094179 w 1339053"/>
                  <a:gd name="connsiteY3" fmla="*/ 3567567 h 6858000"/>
                  <a:gd name="connsiteX4" fmla="*/ 1118891 w 1339053"/>
                  <a:gd name="connsiteY4" fmla="*/ 3568331 h 6858000"/>
                  <a:gd name="connsiteX5" fmla="*/ 1295961 w 1339053"/>
                  <a:gd name="connsiteY5" fmla="*/ 3584709 h 6858000"/>
                  <a:gd name="connsiteX6" fmla="*/ 1308070 w 1339053"/>
                  <a:gd name="connsiteY6" fmla="*/ 3585183 h 6858000"/>
                  <a:gd name="connsiteX7" fmla="*/ 1325263 w 1339053"/>
                  <a:gd name="connsiteY7" fmla="*/ 3705453 h 6858000"/>
                  <a:gd name="connsiteX8" fmla="*/ 1334107 w 1339053"/>
                  <a:gd name="connsiteY8" fmla="*/ 3772268 h 6858000"/>
                  <a:gd name="connsiteX9" fmla="*/ 1338203 w 1339053"/>
                  <a:gd name="connsiteY9" fmla="*/ 3831076 h 6858000"/>
                  <a:gd name="connsiteX10" fmla="*/ 1338805 w 1339053"/>
                  <a:gd name="connsiteY10" fmla="*/ 3839709 h 6858000"/>
                  <a:gd name="connsiteX11" fmla="*/ 1335635 w 1339053"/>
                  <a:gd name="connsiteY11" fmla="*/ 4118635 h 6858000"/>
                  <a:gd name="connsiteX12" fmla="*/ 1337171 w 1339053"/>
                  <a:gd name="connsiteY12" fmla="*/ 4209403 h 6858000"/>
                  <a:gd name="connsiteX13" fmla="*/ 1325840 w 1339053"/>
                  <a:gd name="connsiteY13" fmla="*/ 4309174 h 6858000"/>
                  <a:gd name="connsiteX14" fmla="*/ 1321122 w 1339053"/>
                  <a:gd name="connsiteY14" fmla="*/ 4473630 h 6858000"/>
                  <a:gd name="connsiteX15" fmla="*/ 1302196 w 1339053"/>
                  <a:gd name="connsiteY15" fmla="*/ 4791709 h 6858000"/>
                  <a:gd name="connsiteX16" fmla="*/ 1293239 w 1339053"/>
                  <a:gd name="connsiteY16" fmla="*/ 4860048 h 6858000"/>
                  <a:gd name="connsiteX17" fmla="*/ 1288829 w 1339053"/>
                  <a:gd name="connsiteY17" fmla="*/ 5039837 h 6858000"/>
                  <a:gd name="connsiteX18" fmla="*/ 1289584 w 1339053"/>
                  <a:gd name="connsiteY18" fmla="*/ 5148703 h 6858000"/>
                  <a:gd name="connsiteX19" fmla="*/ 1282205 w 1339053"/>
                  <a:gd name="connsiteY19" fmla="*/ 5236435 h 6858000"/>
                  <a:gd name="connsiteX20" fmla="*/ 1268145 w 1339053"/>
                  <a:gd name="connsiteY20" fmla="*/ 5311662 h 6858000"/>
                  <a:gd name="connsiteX21" fmla="*/ 1250547 w 1339053"/>
                  <a:gd name="connsiteY21" fmla="*/ 5515595 h 6858000"/>
                  <a:gd name="connsiteX22" fmla="*/ 1243323 w 1339053"/>
                  <a:gd name="connsiteY22" fmla="*/ 5596885 h 6858000"/>
                  <a:gd name="connsiteX23" fmla="*/ 1238303 w 1339053"/>
                  <a:gd name="connsiteY23" fmla="*/ 5812036 h 6858000"/>
                  <a:gd name="connsiteX24" fmla="*/ 1223551 w 1339053"/>
                  <a:gd name="connsiteY24" fmla="*/ 5991171 h 6858000"/>
                  <a:gd name="connsiteX25" fmla="*/ 1219699 w 1339053"/>
                  <a:gd name="connsiteY25" fmla="*/ 6066726 h 6858000"/>
                  <a:gd name="connsiteX26" fmla="*/ 1199935 w 1339053"/>
                  <a:gd name="connsiteY26" fmla="*/ 6236130 h 6858000"/>
                  <a:gd name="connsiteX27" fmla="*/ 1192857 w 1339053"/>
                  <a:gd name="connsiteY27" fmla="*/ 6333267 h 6858000"/>
                  <a:gd name="connsiteX28" fmla="*/ 1148174 w 1339053"/>
                  <a:gd name="connsiteY28" fmla="*/ 6561849 h 6858000"/>
                  <a:gd name="connsiteX29" fmla="*/ 1100424 w 1339053"/>
                  <a:gd name="connsiteY29" fmla="*/ 6797385 h 6858000"/>
                  <a:gd name="connsiteX30" fmla="*/ 1085621 w 1339053"/>
                  <a:gd name="connsiteY30" fmla="*/ 6858000 h 6858000"/>
                  <a:gd name="connsiteX31" fmla="*/ 932341 w 1339053"/>
                  <a:gd name="connsiteY31" fmla="*/ 6858000 h 6858000"/>
                  <a:gd name="connsiteX32" fmla="*/ 944496 w 1339053"/>
                  <a:gd name="connsiteY32" fmla="*/ 6829656 h 6858000"/>
                  <a:gd name="connsiteX33" fmla="*/ 913239 w 1339053"/>
                  <a:gd name="connsiteY33" fmla="*/ 6720119 h 6858000"/>
                  <a:gd name="connsiteX34" fmla="*/ 870682 w 1339053"/>
                  <a:gd name="connsiteY34" fmla="*/ 6655346 h 6858000"/>
                  <a:gd name="connsiteX35" fmla="*/ 846442 w 1339053"/>
                  <a:gd name="connsiteY35" fmla="*/ 6498594 h 6858000"/>
                  <a:gd name="connsiteX36" fmla="*/ 881150 w 1339053"/>
                  <a:gd name="connsiteY36" fmla="*/ 6473756 h 6858000"/>
                  <a:gd name="connsiteX37" fmla="*/ 922470 w 1339053"/>
                  <a:gd name="connsiteY37" fmla="*/ 6377035 h 6858000"/>
                  <a:gd name="connsiteX38" fmla="*/ 955039 w 1339053"/>
                  <a:gd name="connsiteY38" fmla="*/ 6268585 h 6858000"/>
                  <a:gd name="connsiteX39" fmla="*/ 1024350 w 1339053"/>
                  <a:gd name="connsiteY39" fmla="*/ 6083443 h 6858000"/>
                  <a:gd name="connsiteX40" fmla="*/ 999696 w 1339053"/>
                  <a:gd name="connsiteY40" fmla="*/ 5938416 h 6858000"/>
                  <a:gd name="connsiteX41" fmla="*/ 988342 w 1339053"/>
                  <a:gd name="connsiteY41" fmla="*/ 5882426 h 6858000"/>
                  <a:gd name="connsiteX42" fmla="*/ 985444 w 1339053"/>
                  <a:gd name="connsiteY42" fmla="*/ 5832438 h 6858000"/>
                  <a:gd name="connsiteX43" fmla="*/ 992016 w 1339053"/>
                  <a:gd name="connsiteY43" fmla="*/ 5777751 h 6858000"/>
                  <a:gd name="connsiteX44" fmla="*/ 995028 w 1339053"/>
                  <a:gd name="connsiteY44" fmla="*/ 5641832 h 6858000"/>
                  <a:gd name="connsiteX45" fmla="*/ 981247 w 1339053"/>
                  <a:gd name="connsiteY45" fmla="*/ 5562522 h 6858000"/>
                  <a:gd name="connsiteX46" fmla="*/ 995131 w 1339053"/>
                  <a:gd name="connsiteY46" fmla="*/ 5398075 h 6858000"/>
                  <a:gd name="connsiteX47" fmla="*/ 997379 w 1339053"/>
                  <a:gd name="connsiteY47" fmla="*/ 5283928 h 6858000"/>
                  <a:gd name="connsiteX48" fmla="*/ 979617 w 1339053"/>
                  <a:gd name="connsiteY48" fmla="*/ 5157396 h 6858000"/>
                  <a:gd name="connsiteX49" fmla="*/ 976441 w 1339053"/>
                  <a:gd name="connsiteY49" fmla="*/ 5139485 h 6858000"/>
                  <a:gd name="connsiteX50" fmla="*/ 953793 w 1339053"/>
                  <a:gd name="connsiteY50" fmla="*/ 5091862 h 6858000"/>
                  <a:gd name="connsiteX51" fmla="*/ 853056 w 1339053"/>
                  <a:gd name="connsiteY51" fmla="*/ 5001787 h 6858000"/>
                  <a:gd name="connsiteX52" fmla="*/ 833979 w 1339053"/>
                  <a:gd name="connsiteY52" fmla="*/ 4978966 h 6858000"/>
                  <a:gd name="connsiteX53" fmla="*/ 796995 w 1339053"/>
                  <a:gd name="connsiteY53" fmla="*/ 4813768 h 6858000"/>
                  <a:gd name="connsiteX54" fmla="*/ 820590 w 1339053"/>
                  <a:gd name="connsiteY54" fmla="*/ 4764057 h 6858000"/>
                  <a:gd name="connsiteX55" fmla="*/ 864688 w 1339053"/>
                  <a:gd name="connsiteY55" fmla="*/ 4714752 h 6858000"/>
                  <a:gd name="connsiteX56" fmla="*/ 910485 w 1339053"/>
                  <a:gd name="connsiteY56" fmla="*/ 4590911 h 6858000"/>
                  <a:gd name="connsiteX57" fmla="*/ 911445 w 1339053"/>
                  <a:gd name="connsiteY57" fmla="*/ 4539571 h 6858000"/>
                  <a:gd name="connsiteX58" fmla="*/ 900285 w 1339053"/>
                  <a:gd name="connsiteY58" fmla="*/ 4445837 h 6858000"/>
                  <a:gd name="connsiteX59" fmla="*/ 863237 w 1339053"/>
                  <a:gd name="connsiteY59" fmla="*/ 4364703 h 6858000"/>
                  <a:gd name="connsiteX60" fmla="*/ 798070 w 1339053"/>
                  <a:gd name="connsiteY60" fmla="*/ 4243284 h 6858000"/>
                  <a:gd name="connsiteX61" fmla="*/ 817097 w 1339053"/>
                  <a:gd name="connsiteY61" fmla="*/ 4054750 h 6858000"/>
                  <a:gd name="connsiteX62" fmla="*/ 826251 w 1339053"/>
                  <a:gd name="connsiteY62" fmla="*/ 3982801 h 6858000"/>
                  <a:gd name="connsiteX63" fmla="*/ 836848 w 1339053"/>
                  <a:gd name="connsiteY63" fmla="*/ 3784939 h 6858000"/>
                  <a:gd name="connsiteX64" fmla="*/ 841285 w 1339053"/>
                  <a:gd name="connsiteY64" fmla="*/ 3766755 h 6858000"/>
                  <a:gd name="connsiteX65" fmla="*/ 841284 w 1339053"/>
                  <a:gd name="connsiteY65" fmla="*/ 3766755 h 6858000"/>
                  <a:gd name="connsiteX66" fmla="*/ 852925 w 1339053"/>
                  <a:gd name="connsiteY66" fmla="*/ 3719034 h 6858000"/>
                  <a:gd name="connsiteX67" fmla="*/ 857932 w 1339053"/>
                  <a:gd name="connsiteY67" fmla="*/ 3696880 h 6858000"/>
                  <a:gd name="connsiteX68" fmla="*/ 853534 w 1339053"/>
                  <a:gd name="connsiteY68" fmla="*/ 3507036 h 6858000"/>
                  <a:gd name="connsiteX69" fmla="*/ 850226 w 1339053"/>
                  <a:gd name="connsiteY69" fmla="*/ 3485839 h 6858000"/>
                  <a:gd name="connsiteX70" fmla="*/ 0 w 1339053"/>
                  <a:gd name="connsiteY70" fmla="*/ 0 h 6858000"/>
                  <a:gd name="connsiteX71" fmla="*/ 455609 w 1339053"/>
                  <a:gd name="connsiteY71" fmla="*/ 0 h 6858000"/>
                  <a:gd name="connsiteX72" fmla="*/ 459171 w 1339053"/>
                  <a:gd name="connsiteY72" fmla="*/ 72395 h 6858000"/>
                  <a:gd name="connsiteX73" fmla="*/ 460041 w 1339053"/>
                  <a:gd name="connsiteY73" fmla="*/ 131917 h 6858000"/>
                  <a:gd name="connsiteX74" fmla="*/ 504421 w 1339053"/>
                  <a:gd name="connsiteY74" fmla="*/ 389691 h 6858000"/>
                  <a:gd name="connsiteX75" fmla="*/ 582097 w 1339053"/>
                  <a:gd name="connsiteY75" fmla="*/ 634609 h 6858000"/>
                  <a:gd name="connsiteX76" fmla="*/ 702468 w 1339053"/>
                  <a:gd name="connsiteY76" fmla="*/ 834019 h 6858000"/>
                  <a:gd name="connsiteX77" fmla="*/ 729203 w 1339053"/>
                  <a:gd name="connsiteY77" fmla="*/ 887701 h 6858000"/>
                  <a:gd name="connsiteX78" fmla="*/ 743787 w 1339053"/>
                  <a:gd name="connsiteY78" fmla="*/ 1016355 h 6858000"/>
                  <a:gd name="connsiteX79" fmla="*/ 750083 w 1339053"/>
                  <a:gd name="connsiteY79" fmla="*/ 1128060 h 6858000"/>
                  <a:gd name="connsiteX80" fmla="*/ 768866 w 1339053"/>
                  <a:gd name="connsiteY80" fmla="*/ 1213431 h 6858000"/>
                  <a:gd name="connsiteX81" fmla="*/ 787802 w 1339053"/>
                  <a:gd name="connsiteY81" fmla="*/ 1286432 h 6858000"/>
                  <a:gd name="connsiteX82" fmla="*/ 842837 w 1339053"/>
                  <a:gd name="connsiteY82" fmla="*/ 1455511 h 6858000"/>
                  <a:gd name="connsiteX83" fmla="*/ 877988 w 1339053"/>
                  <a:gd name="connsiteY83" fmla="*/ 1634814 h 6858000"/>
                  <a:gd name="connsiteX84" fmla="*/ 941063 w 1339053"/>
                  <a:gd name="connsiteY84" fmla="*/ 1789731 h 6858000"/>
                  <a:gd name="connsiteX85" fmla="*/ 980124 w 1339053"/>
                  <a:gd name="connsiteY85" fmla="*/ 1857657 h 6858000"/>
                  <a:gd name="connsiteX86" fmla="*/ 984484 w 1339053"/>
                  <a:gd name="connsiteY86" fmla="*/ 1976384 h 6858000"/>
                  <a:gd name="connsiteX87" fmla="*/ 1007189 w 1339053"/>
                  <a:gd name="connsiteY87" fmla="*/ 2110650 h 6858000"/>
                  <a:gd name="connsiteX88" fmla="*/ 1039893 w 1339053"/>
                  <a:gd name="connsiteY88" fmla="*/ 2211041 h 6858000"/>
                  <a:gd name="connsiteX89" fmla="*/ 1059162 w 1339053"/>
                  <a:gd name="connsiteY89" fmla="*/ 2286682 h 6858000"/>
                  <a:gd name="connsiteX90" fmla="*/ 1070522 w 1339053"/>
                  <a:gd name="connsiteY90" fmla="*/ 2388667 h 6858000"/>
                  <a:gd name="connsiteX91" fmla="*/ 1093939 w 1339053"/>
                  <a:gd name="connsiteY91" fmla="*/ 2494653 h 6858000"/>
                  <a:gd name="connsiteX92" fmla="*/ 1112007 w 1339053"/>
                  <a:gd name="connsiteY92" fmla="*/ 2548197 h 6858000"/>
                  <a:gd name="connsiteX93" fmla="*/ 1138346 w 1339053"/>
                  <a:gd name="connsiteY93" fmla="*/ 2649163 h 6858000"/>
                  <a:gd name="connsiteX94" fmla="*/ 1160337 w 1339053"/>
                  <a:gd name="connsiteY94" fmla="*/ 2751608 h 6858000"/>
                  <a:gd name="connsiteX95" fmla="*/ 1165737 w 1339053"/>
                  <a:gd name="connsiteY95" fmla="*/ 2933012 h 6858000"/>
                  <a:gd name="connsiteX96" fmla="*/ 1202029 w 1339053"/>
                  <a:gd name="connsiteY96" fmla="*/ 3107873 h 6858000"/>
                  <a:gd name="connsiteX97" fmla="*/ 1225692 w 1339053"/>
                  <a:gd name="connsiteY97" fmla="*/ 3244974 h 6858000"/>
                  <a:gd name="connsiteX98" fmla="*/ 1243916 w 1339053"/>
                  <a:gd name="connsiteY98" fmla="*/ 3326221 h 6858000"/>
                  <a:gd name="connsiteX99" fmla="*/ 1293067 w 1339053"/>
                  <a:gd name="connsiteY99" fmla="*/ 3480219 h 6858000"/>
                  <a:gd name="connsiteX100" fmla="*/ 1308071 w 1339053"/>
                  <a:gd name="connsiteY100" fmla="*/ 3585182 h 6858000"/>
                  <a:gd name="connsiteX101" fmla="*/ 1295962 w 1339053"/>
                  <a:gd name="connsiteY101" fmla="*/ 3584708 h 6858000"/>
                  <a:gd name="connsiteX102" fmla="*/ 1118893 w 1339053"/>
                  <a:gd name="connsiteY102" fmla="*/ 3568330 h 6858000"/>
                  <a:gd name="connsiteX103" fmla="*/ 1094179 w 1339053"/>
                  <a:gd name="connsiteY103" fmla="*/ 3567566 h 6858000"/>
                  <a:gd name="connsiteX104" fmla="*/ 922719 w 1339053"/>
                  <a:gd name="connsiteY104" fmla="*/ 3516472 h 6858000"/>
                  <a:gd name="connsiteX105" fmla="*/ 877028 w 1339053"/>
                  <a:gd name="connsiteY105" fmla="*/ 3490955 h 6858000"/>
                  <a:gd name="connsiteX106" fmla="*/ 850533 w 1339053"/>
                  <a:gd name="connsiteY106" fmla="*/ 3481837 h 6858000"/>
                  <a:gd name="connsiteX107" fmla="*/ 852113 w 1339053"/>
                  <a:gd name="connsiteY107" fmla="*/ 3461170 h 6858000"/>
                  <a:gd name="connsiteX108" fmla="*/ 831383 w 1339053"/>
                  <a:gd name="connsiteY108" fmla="*/ 3399179 h 6858000"/>
                  <a:gd name="connsiteX109" fmla="*/ 743141 w 1339053"/>
                  <a:gd name="connsiteY109" fmla="*/ 3320580 h 6858000"/>
                  <a:gd name="connsiteX110" fmla="*/ 713221 w 1339053"/>
                  <a:gd name="connsiteY110" fmla="*/ 3251241 h 6858000"/>
                  <a:gd name="connsiteX111" fmla="*/ 697098 w 1339053"/>
                  <a:gd name="connsiteY111" fmla="*/ 3202528 h 6858000"/>
                  <a:gd name="connsiteX112" fmla="*/ 664820 w 1339053"/>
                  <a:gd name="connsiteY112" fmla="*/ 3154190 h 6858000"/>
                  <a:gd name="connsiteX113" fmla="*/ 572501 w 1339053"/>
                  <a:gd name="connsiteY113" fmla="*/ 3087312 h 6858000"/>
                  <a:gd name="connsiteX114" fmla="*/ 497703 w 1339053"/>
                  <a:gd name="connsiteY114" fmla="*/ 3005243 h 6858000"/>
                  <a:gd name="connsiteX115" fmla="*/ 476984 w 1339053"/>
                  <a:gd name="connsiteY115" fmla="*/ 2892751 h 6858000"/>
                  <a:gd name="connsiteX116" fmla="*/ 468947 w 1339053"/>
                  <a:gd name="connsiteY116" fmla="*/ 2824527 h 6858000"/>
                  <a:gd name="connsiteX117" fmla="*/ 569138 w 1339053"/>
                  <a:gd name="connsiteY117" fmla="*/ 2595026 h 6858000"/>
                  <a:gd name="connsiteX118" fmla="*/ 645397 w 1339053"/>
                  <a:gd name="connsiteY118" fmla="*/ 2440808 h 6858000"/>
                  <a:gd name="connsiteX119" fmla="*/ 651820 w 1339053"/>
                  <a:gd name="connsiteY119" fmla="*/ 2384384 h 6858000"/>
                  <a:gd name="connsiteX120" fmla="*/ 612994 w 1339053"/>
                  <a:gd name="connsiteY120" fmla="*/ 2207332 h 6858000"/>
                  <a:gd name="connsiteX121" fmla="*/ 620894 w 1339053"/>
                  <a:gd name="connsiteY121" fmla="*/ 2046679 h 6858000"/>
                  <a:gd name="connsiteX122" fmla="*/ 644614 w 1339053"/>
                  <a:gd name="connsiteY122" fmla="*/ 1931265 h 6858000"/>
                  <a:gd name="connsiteX123" fmla="*/ 665994 w 1339053"/>
                  <a:gd name="connsiteY123" fmla="*/ 1832337 h 6858000"/>
                  <a:gd name="connsiteX124" fmla="*/ 678276 w 1339053"/>
                  <a:gd name="connsiteY124" fmla="*/ 1709437 h 6858000"/>
                  <a:gd name="connsiteX125" fmla="*/ 672955 w 1339053"/>
                  <a:gd name="connsiteY125" fmla="*/ 1636123 h 6858000"/>
                  <a:gd name="connsiteX126" fmla="*/ 668480 w 1339053"/>
                  <a:gd name="connsiteY126" fmla="*/ 1520749 h 6858000"/>
                  <a:gd name="connsiteX127" fmla="*/ 653920 w 1339053"/>
                  <a:gd name="connsiteY127" fmla="*/ 1399437 h 6858000"/>
                  <a:gd name="connsiteX128" fmla="*/ 612686 w 1339053"/>
                  <a:gd name="connsiteY128" fmla="*/ 1296979 h 6858000"/>
                  <a:gd name="connsiteX129" fmla="*/ 570220 w 1339053"/>
                  <a:gd name="connsiteY129" fmla="*/ 1235618 h 6858000"/>
                  <a:gd name="connsiteX130" fmla="*/ 529736 w 1339053"/>
                  <a:gd name="connsiteY130" fmla="*/ 1081752 h 6858000"/>
                  <a:gd name="connsiteX131" fmla="*/ 414305 w 1339053"/>
                  <a:gd name="connsiteY131" fmla="*/ 918292 h 6858000"/>
                  <a:gd name="connsiteX132" fmla="*/ 373924 w 1339053"/>
                  <a:gd name="connsiteY132" fmla="*/ 825689 h 6858000"/>
                  <a:gd name="connsiteX133" fmla="*/ 368949 w 1339053"/>
                  <a:gd name="connsiteY133" fmla="*/ 778726 h 6858000"/>
                  <a:gd name="connsiteX134" fmla="*/ 347020 w 1339053"/>
                  <a:gd name="connsiteY134" fmla="*/ 694643 h 6858000"/>
                  <a:gd name="connsiteX135" fmla="*/ 327478 w 1339053"/>
                  <a:gd name="connsiteY135" fmla="*/ 642898 h 6858000"/>
                  <a:gd name="connsiteX136" fmla="*/ 243468 w 1339053"/>
                  <a:gd name="connsiteY136" fmla="*/ 491960 h 6858000"/>
                  <a:gd name="connsiteX137" fmla="*/ 218930 w 1339053"/>
                  <a:gd name="connsiteY137" fmla="*/ 446010 h 6858000"/>
                  <a:gd name="connsiteX138" fmla="*/ 180614 w 1339053"/>
                  <a:gd name="connsiteY138" fmla="*/ 354892 h 6858000"/>
                  <a:gd name="connsiteX139" fmla="*/ 171988 w 1339053"/>
                  <a:gd name="connsiteY139" fmla="*/ 317521 h 6858000"/>
                  <a:gd name="connsiteX140" fmla="*/ 139875 w 1339053"/>
                  <a:gd name="connsiteY140" fmla="*/ 246378 h 6858000"/>
                  <a:gd name="connsiteX141" fmla="*/ 51499 w 1339053"/>
                  <a:gd name="connsiteY141" fmla="*/ 73211 h 6858000"/>
                  <a:gd name="connsiteX142" fmla="*/ 19690 w 1339053"/>
                  <a:gd name="connsiteY142" fmla="*/ 36621 h 68580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  <a:cxn ang="0">
                    <a:pos x="connsiteX89" y="connsiteY89"/>
                  </a:cxn>
                  <a:cxn ang="0">
                    <a:pos x="connsiteX90" y="connsiteY90"/>
                  </a:cxn>
                  <a:cxn ang="0">
                    <a:pos x="connsiteX91" y="connsiteY91"/>
                  </a:cxn>
                  <a:cxn ang="0">
                    <a:pos x="connsiteX92" y="connsiteY92"/>
                  </a:cxn>
                  <a:cxn ang="0">
                    <a:pos x="connsiteX93" y="connsiteY93"/>
                  </a:cxn>
                  <a:cxn ang="0">
                    <a:pos x="connsiteX94" y="connsiteY94"/>
                  </a:cxn>
                  <a:cxn ang="0">
                    <a:pos x="connsiteX95" y="connsiteY95"/>
                  </a:cxn>
                  <a:cxn ang="0">
                    <a:pos x="connsiteX96" y="connsiteY96"/>
                  </a:cxn>
                  <a:cxn ang="0">
                    <a:pos x="connsiteX97" y="connsiteY97"/>
                  </a:cxn>
                  <a:cxn ang="0">
                    <a:pos x="connsiteX98" y="connsiteY98"/>
                  </a:cxn>
                  <a:cxn ang="0">
                    <a:pos x="connsiteX99" y="connsiteY99"/>
                  </a:cxn>
                  <a:cxn ang="0">
                    <a:pos x="connsiteX100" y="connsiteY100"/>
                  </a:cxn>
                  <a:cxn ang="0">
                    <a:pos x="connsiteX101" y="connsiteY101"/>
                  </a:cxn>
                  <a:cxn ang="0">
                    <a:pos x="connsiteX102" y="connsiteY102"/>
                  </a:cxn>
                  <a:cxn ang="0">
                    <a:pos x="connsiteX103" y="connsiteY103"/>
                  </a:cxn>
                  <a:cxn ang="0">
                    <a:pos x="connsiteX104" y="connsiteY104"/>
                  </a:cxn>
                  <a:cxn ang="0">
                    <a:pos x="connsiteX105" y="connsiteY105"/>
                  </a:cxn>
                  <a:cxn ang="0">
                    <a:pos x="connsiteX106" y="connsiteY106"/>
                  </a:cxn>
                  <a:cxn ang="0">
                    <a:pos x="connsiteX107" y="connsiteY107"/>
                  </a:cxn>
                  <a:cxn ang="0">
                    <a:pos x="connsiteX108" y="connsiteY108"/>
                  </a:cxn>
                  <a:cxn ang="0">
                    <a:pos x="connsiteX109" y="connsiteY109"/>
                  </a:cxn>
                  <a:cxn ang="0">
                    <a:pos x="connsiteX110" y="connsiteY110"/>
                  </a:cxn>
                  <a:cxn ang="0">
                    <a:pos x="connsiteX111" y="connsiteY111"/>
                  </a:cxn>
                  <a:cxn ang="0">
                    <a:pos x="connsiteX112" y="connsiteY112"/>
                  </a:cxn>
                  <a:cxn ang="0">
                    <a:pos x="connsiteX113" y="connsiteY113"/>
                  </a:cxn>
                  <a:cxn ang="0">
                    <a:pos x="connsiteX114" y="connsiteY114"/>
                  </a:cxn>
                  <a:cxn ang="0">
                    <a:pos x="connsiteX115" y="connsiteY115"/>
                  </a:cxn>
                  <a:cxn ang="0">
                    <a:pos x="connsiteX116" y="connsiteY116"/>
                  </a:cxn>
                  <a:cxn ang="0">
                    <a:pos x="connsiteX117" y="connsiteY117"/>
                  </a:cxn>
                  <a:cxn ang="0">
                    <a:pos x="connsiteX118" y="connsiteY118"/>
                  </a:cxn>
                  <a:cxn ang="0">
                    <a:pos x="connsiteX119" y="connsiteY119"/>
                  </a:cxn>
                  <a:cxn ang="0">
                    <a:pos x="connsiteX120" y="connsiteY120"/>
                  </a:cxn>
                  <a:cxn ang="0">
                    <a:pos x="connsiteX121" y="connsiteY121"/>
                  </a:cxn>
                  <a:cxn ang="0">
                    <a:pos x="connsiteX122" y="connsiteY122"/>
                  </a:cxn>
                  <a:cxn ang="0">
                    <a:pos x="connsiteX123" y="connsiteY123"/>
                  </a:cxn>
                  <a:cxn ang="0">
                    <a:pos x="connsiteX124" y="connsiteY124"/>
                  </a:cxn>
                  <a:cxn ang="0">
                    <a:pos x="connsiteX125" y="connsiteY125"/>
                  </a:cxn>
                  <a:cxn ang="0">
                    <a:pos x="connsiteX126" y="connsiteY126"/>
                  </a:cxn>
                  <a:cxn ang="0">
                    <a:pos x="connsiteX127" y="connsiteY127"/>
                  </a:cxn>
                  <a:cxn ang="0">
                    <a:pos x="connsiteX128" y="connsiteY128"/>
                  </a:cxn>
                  <a:cxn ang="0">
                    <a:pos x="connsiteX129" y="connsiteY129"/>
                  </a:cxn>
                  <a:cxn ang="0">
                    <a:pos x="connsiteX130" y="connsiteY130"/>
                  </a:cxn>
                  <a:cxn ang="0">
                    <a:pos x="connsiteX131" y="connsiteY131"/>
                  </a:cxn>
                  <a:cxn ang="0">
                    <a:pos x="connsiteX132" y="connsiteY132"/>
                  </a:cxn>
                  <a:cxn ang="0">
                    <a:pos x="connsiteX133" y="connsiteY133"/>
                  </a:cxn>
                  <a:cxn ang="0">
                    <a:pos x="connsiteX134" y="connsiteY134"/>
                  </a:cxn>
                  <a:cxn ang="0">
                    <a:pos x="connsiteX135" y="connsiteY135"/>
                  </a:cxn>
                  <a:cxn ang="0">
                    <a:pos x="connsiteX136" y="connsiteY136"/>
                  </a:cxn>
                  <a:cxn ang="0">
                    <a:pos x="connsiteX137" y="connsiteY137"/>
                  </a:cxn>
                  <a:cxn ang="0">
                    <a:pos x="connsiteX138" y="connsiteY138"/>
                  </a:cxn>
                  <a:cxn ang="0">
                    <a:pos x="connsiteX139" y="connsiteY139"/>
                  </a:cxn>
                  <a:cxn ang="0">
                    <a:pos x="connsiteX140" y="connsiteY140"/>
                  </a:cxn>
                  <a:cxn ang="0">
                    <a:pos x="connsiteX141" y="connsiteY141"/>
                  </a:cxn>
                  <a:cxn ang="0">
                    <a:pos x="connsiteX142" y="connsiteY142"/>
                  </a:cxn>
                </a:cxnLst>
                <a:rect l="l" t="t" r="r" b="b"/>
                <a:pathLst>
                  <a:path w="1339053" h="6858000">
                    <a:moveTo>
                      <a:pt x="850532" y="3481838"/>
                    </a:moveTo>
                    <a:lnTo>
                      <a:pt x="877027" y="3490955"/>
                    </a:lnTo>
                    <a:cubicBezTo>
                      <a:pt x="892941" y="3497986"/>
                      <a:pt x="908176" y="3506416"/>
                      <a:pt x="922718" y="3516472"/>
                    </a:cubicBezTo>
                    <a:cubicBezTo>
                      <a:pt x="967062" y="3547282"/>
                      <a:pt x="1027547" y="3564030"/>
                      <a:pt x="1094179" y="3567567"/>
                    </a:cubicBezTo>
                    <a:cubicBezTo>
                      <a:pt x="1102515" y="3567965"/>
                      <a:pt x="1113434" y="3565936"/>
                      <a:pt x="1118891" y="3568331"/>
                    </a:cubicBezTo>
                    <a:cubicBezTo>
                      <a:pt x="1180628" y="3594888"/>
                      <a:pt x="1237753" y="3586304"/>
                      <a:pt x="1295961" y="3584709"/>
                    </a:cubicBezTo>
                    <a:lnTo>
                      <a:pt x="1308070" y="3585183"/>
                    </a:lnTo>
                    <a:lnTo>
                      <a:pt x="1325263" y="3705453"/>
                    </a:lnTo>
                    <a:cubicBezTo>
                      <a:pt x="1328254" y="3727679"/>
                      <a:pt x="1331526" y="3749922"/>
                      <a:pt x="1334107" y="3772268"/>
                    </a:cubicBezTo>
                    <a:lnTo>
                      <a:pt x="1338203" y="3831076"/>
                    </a:lnTo>
                    <a:lnTo>
                      <a:pt x="1338805" y="3839709"/>
                    </a:lnTo>
                    <a:cubicBezTo>
                      <a:pt x="1339996" y="3932341"/>
                      <a:pt x="1336568" y="4025809"/>
                      <a:pt x="1335635" y="4118635"/>
                    </a:cubicBezTo>
                    <a:cubicBezTo>
                      <a:pt x="1335202" y="4148976"/>
                      <a:pt x="1338805" y="4178868"/>
                      <a:pt x="1337171" y="4209403"/>
                    </a:cubicBezTo>
                    <a:cubicBezTo>
                      <a:pt x="1335445" y="4242449"/>
                      <a:pt x="1327565" y="4276129"/>
                      <a:pt x="1325840" y="4309174"/>
                    </a:cubicBezTo>
                    <a:cubicBezTo>
                      <a:pt x="1322853" y="4364122"/>
                      <a:pt x="1323899" y="4418621"/>
                      <a:pt x="1321122" y="4473630"/>
                    </a:cubicBezTo>
                    <a:cubicBezTo>
                      <a:pt x="1315632" y="4579723"/>
                      <a:pt x="1309019" y="4685750"/>
                      <a:pt x="1302196" y="4791709"/>
                    </a:cubicBezTo>
                    <a:cubicBezTo>
                      <a:pt x="1300696" y="4814383"/>
                      <a:pt x="1294244" y="4837504"/>
                      <a:pt x="1293239" y="4860048"/>
                    </a:cubicBezTo>
                    <a:cubicBezTo>
                      <a:pt x="1290785" y="4919957"/>
                      <a:pt x="1289660" y="4979994"/>
                      <a:pt x="1288829" y="5039837"/>
                    </a:cubicBezTo>
                    <a:cubicBezTo>
                      <a:pt x="1288401" y="5076103"/>
                      <a:pt x="1290512" y="5112310"/>
                      <a:pt x="1289584" y="5148703"/>
                    </a:cubicBezTo>
                    <a:cubicBezTo>
                      <a:pt x="1288845" y="5177820"/>
                      <a:pt x="1286193" y="5207193"/>
                      <a:pt x="1282205" y="5236435"/>
                    </a:cubicBezTo>
                    <a:cubicBezTo>
                      <a:pt x="1278784" y="5261619"/>
                      <a:pt x="1270649" y="5286477"/>
                      <a:pt x="1268145" y="5311662"/>
                    </a:cubicBezTo>
                    <a:cubicBezTo>
                      <a:pt x="1261308" y="5379812"/>
                      <a:pt x="1256387" y="5447703"/>
                      <a:pt x="1250547" y="5515595"/>
                    </a:cubicBezTo>
                    <a:cubicBezTo>
                      <a:pt x="1248113" y="5542776"/>
                      <a:pt x="1244054" y="5570023"/>
                      <a:pt x="1243323" y="5596885"/>
                    </a:cubicBezTo>
                    <a:cubicBezTo>
                      <a:pt x="1241082" y="5668709"/>
                      <a:pt x="1241668" y="5740276"/>
                      <a:pt x="1238303" y="5812036"/>
                    </a:cubicBezTo>
                    <a:cubicBezTo>
                      <a:pt x="1235508" y="5871554"/>
                      <a:pt x="1228259" y="5931392"/>
                      <a:pt x="1223551" y="5991171"/>
                    </a:cubicBezTo>
                    <a:cubicBezTo>
                      <a:pt x="1221675" y="6016549"/>
                      <a:pt x="1222415" y="6041609"/>
                      <a:pt x="1219699" y="6066726"/>
                    </a:cubicBezTo>
                    <a:cubicBezTo>
                      <a:pt x="1213776" y="6123024"/>
                      <a:pt x="1205938" y="6179576"/>
                      <a:pt x="1199935" y="6236130"/>
                    </a:cubicBezTo>
                    <a:cubicBezTo>
                      <a:pt x="1196614" y="6268403"/>
                      <a:pt x="1198425" y="6301127"/>
                      <a:pt x="1192857" y="6333267"/>
                    </a:cubicBezTo>
                    <a:cubicBezTo>
                      <a:pt x="1179603" y="6409590"/>
                      <a:pt x="1163470" y="6485591"/>
                      <a:pt x="1148174" y="6561849"/>
                    </a:cubicBezTo>
                    <a:cubicBezTo>
                      <a:pt x="1132370" y="6640486"/>
                      <a:pt x="1117066" y="6719000"/>
                      <a:pt x="1100424" y="6797385"/>
                    </a:cubicBezTo>
                    <a:lnTo>
                      <a:pt x="1085621" y="6858000"/>
                    </a:lnTo>
                    <a:lnTo>
                      <a:pt x="932341" y="6858000"/>
                    </a:lnTo>
                    <a:lnTo>
                      <a:pt x="944496" y="6829656"/>
                    </a:lnTo>
                    <a:cubicBezTo>
                      <a:pt x="964836" y="6776399"/>
                      <a:pt x="953622" y="6744439"/>
                      <a:pt x="913239" y="6720119"/>
                    </a:cubicBezTo>
                    <a:cubicBezTo>
                      <a:pt x="890880" y="6706443"/>
                      <a:pt x="866986" y="6690318"/>
                      <a:pt x="870682" y="6655346"/>
                    </a:cubicBezTo>
                    <a:cubicBezTo>
                      <a:pt x="876846" y="6598274"/>
                      <a:pt x="889503" y="6540954"/>
                      <a:pt x="846442" y="6498594"/>
                    </a:cubicBezTo>
                    <a:cubicBezTo>
                      <a:pt x="862273" y="6487399"/>
                      <a:pt x="871751" y="6480449"/>
                      <a:pt x="881150" y="6473756"/>
                    </a:cubicBezTo>
                    <a:cubicBezTo>
                      <a:pt x="907245" y="6455292"/>
                      <a:pt x="930705" y="6407516"/>
                      <a:pt x="922470" y="6377035"/>
                    </a:cubicBezTo>
                    <a:cubicBezTo>
                      <a:pt x="910652" y="6332192"/>
                      <a:pt x="925705" y="6299028"/>
                      <a:pt x="955039" y="6268585"/>
                    </a:cubicBezTo>
                    <a:cubicBezTo>
                      <a:pt x="1003777" y="6217606"/>
                      <a:pt x="1017630" y="6148240"/>
                      <a:pt x="1024350" y="6083443"/>
                    </a:cubicBezTo>
                    <a:cubicBezTo>
                      <a:pt x="1029590" y="6034553"/>
                      <a:pt x="1028255" y="5980246"/>
                      <a:pt x="999696" y="5938416"/>
                    </a:cubicBezTo>
                    <a:cubicBezTo>
                      <a:pt x="990505" y="5925141"/>
                      <a:pt x="991039" y="5901884"/>
                      <a:pt x="988342" y="5882426"/>
                    </a:cubicBezTo>
                    <a:cubicBezTo>
                      <a:pt x="986229" y="5866254"/>
                      <a:pt x="984774" y="5849442"/>
                      <a:pt x="985444" y="5832438"/>
                    </a:cubicBezTo>
                    <a:cubicBezTo>
                      <a:pt x="986010" y="5814273"/>
                      <a:pt x="985042" y="5793656"/>
                      <a:pt x="992016" y="5777751"/>
                    </a:cubicBezTo>
                    <a:cubicBezTo>
                      <a:pt x="1012886" y="5729456"/>
                      <a:pt x="1014467" y="5686488"/>
                      <a:pt x="995028" y="5641832"/>
                    </a:cubicBezTo>
                    <a:cubicBezTo>
                      <a:pt x="984984" y="5618696"/>
                      <a:pt x="974301" y="5585771"/>
                      <a:pt x="981247" y="5562522"/>
                    </a:cubicBezTo>
                    <a:cubicBezTo>
                      <a:pt x="998041" y="5505913"/>
                      <a:pt x="997454" y="5454379"/>
                      <a:pt x="995131" y="5398075"/>
                    </a:cubicBezTo>
                    <a:cubicBezTo>
                      <a:pt x="993724" y="5361807"/>
                      <a:pt x="997229" y="5322258"/>
                      <a:pt x="997379" y="5283928"/>
                    </a:cubicBezTo>
                    <a:cubicBezTo>
                      <a:pt x="997473" y="5239095"/>
                      <a:pt x="1006631" y="5193105"/>
                      <a:pt x="979617" y="5157396"/>
                    </a:cubicBezTo>
                    <a:cubicBezTo>
                      <a:pt x="976728" y="5153402"/>
                      <a:pt x="978724" y="5144705"/>
                      <a:pt x="976441" y="5139485"/>
                    </a:cubicBezTo>
                    <a:cubicBezTo>
                      <a:pt x="969619" y="5122991"/>
                      <a:pt x="964828" y="5102888"/>
                      <a:pt x="953793" y="5091862"/>
                    </a:cubicBezTo>
                    <a:cubicBezTo>
                      <a:pt x="921506" y="5059884"/>
                      <a:pt x="886609" y="5031900"/>
                      <a:pt x="853056" y="5001787"/>
                    </a:cubicBezTo>
                    <a:cubicBezTo>
                      <a:pt x="845882" y="4995337"/>
                      <a:pt x="836325" y="4988437"/>
                      <a:pt x="833979" y="4978966"/>
                    </a:cubicBezTo>
                    <a:cubicBezTo>
                      <a:pt x="820602" y="4924328"/>
                      <a:pt x="808509" y="4869239"/>
                      <a:pt x="796995" y="4813768"/>
                    </a:cubicBezTo>
                    <a:cubicBezTo>
                      <a:pt x="792418" y="4791474"/>
                      <a:pt x="803209" y="4777314"/>
                      <a:pt x="820590" y="4764057"/>
                    </a:cubicBezTo>
                    <a:cubicBezTo>
                      <a:pt x="837188" y="4751123"/>
                      <a:pt x="855398" y="4734452"/>
                      <a:pt x="864688" y="4714752"/>
                    </a:cubicBezTo>
                    <a:cubicBezTo>
                      <a:pt x="883062" y="4675275"/>
                      <a:pt x="897521" y="4632902"/>
                      <a:pt x="910485" y="4590911"/>
                    </a:cubicBezTo>
                    <a:cubicBezTo>
                      <a:pt x="915338" y="4575199"/>
                      <a:pt x="912978" y="4556131"/>
                      <a:pt x="911445" y="4539571"/>
                    </a:cubicBezTo>
                    <a:cubicBezTo>
                      <a:pt x="908527" y="4508200"/>
                      <a:pt x="900999" y="4477659"/>
                      <a:pt x="900285" y="4445837"/>
                    </a:cubicBezTo>
                    <a:cubicBezTo>
                      <a:pt x="899539" y="4408923"/>
                      <a:pt x="887958" y="4383340"/>
                      <a:pt x="863237" y="4364703"/>
                    </a:cubicBezTo>
                    <a:cubicBezTo>
                      <a:pt x="826431" y="4336971"/>
                      <a:pt x="808536" y="4292507"/>
                      <a:pt x="798070" y="4243284"/>
                    </a:cubicBezTo>
                    <a:cubicBezTo>
                      <a:pt x="784617" y="4180721"/>
                      <a:pt x="805728" y="4117545"/>
                      <a:pt x="817097" y="4054750"/>
                    </a:cubicBezTo>
                    <a:cubicBezTo>
                      <a:pt x="821537" y="4030724"/>
                      <a:pt x="826632" y="4006057"/>
                      <a:pt x="826251" y="3982801"/>
                    </a:cubicBezTo>
                    <a:cubicBezTo>
                      <a:pt x="825347" y="3916709"/>
                      <a:pt x="825150" y="3850833"/>
                      <a:pt x="836848" y="3784939"/>
                    </a:cubicBezTo>
                    <a:lnTo>
                      <a:pt x="841285" y="3766755"/>
                    </a:lnTo>
                    <a:lnTo>
                      <a:pt x="841284" y="3766755"/>
                    </a:lnTo>
                    <a:lnTo>
                      <a:pt x="852925" y="3719034"/>
                    </a:lnTo>
                    <a:cubicBezTo>
                      <a:pt x="855152" y="3711822"/>
                      <a:pt x="856753" y="3704413"/>
                      <a:pt x="857932" y="3696880"/>
                    </a:cubicBezTo>
                    <a:cubicBezTo>
                      <a:pt x="868683" y="3631632"/>
                      <a:pt x="885300" y="3565939"/>
                      <a:pt x="853534" y="3507036"/>
                    </a:cubicBezTo>
                    <a:cubicBezTo>
                      <a:pt x="850623" y="3501622"/>
                      <a:pt x="849992" y="3494020"/>
                      <a:pt x="850226" y="3485839"/>
                    </a:cubicBezTo>
                    <a:close/>
                    <a:moveTo>
                      <a:pt x="0" y="0"/>
                    </a:moveTo>
                    <a:lnTo>
                      <a:pt x="455609" y="0"/>
                    </a:lnTo>
                    <a:lnTo>
                      <a:pt x="459171" y="72395"/>
                    </a:lnTo>
                    <a:cubicBezTo>
                      <a:pt x="459671" y="92301"/>
                      <a:pt x="456894" y="113171"/>
                      <a:pt x="460041" y="131917"/>
                    </a:cubicBezTo>
                    <a:cubicBezTo>
                      <a:pt x="474213" y="218122"/>
                      <a:pt x="492031" y="302910"/>
                      <a:pt x="504421" y="389691"/>
                    </a:cubicBezTo>
                    <a:cubicBezTo>
                      <a:pt x="517349" y="479177"/>
                      <a:pt x="539516" y="562489"/>
                      <a:pt x="582097" y="634609"/>
                    </a:cubicBezTo>
                    <a:cubicBezTo>
                      <a:pt x="621686" y="701573"/>
                      <a:pt x="662589" y="767248"/>
                      <a:pt x="702468" y="834019"/>
                    </a:cubicBezTo>
                    <a:cubicBezTo>
                      <a:pt x="712587" y="850968"/>
                      <a:pt x="725536" y="867665"/>
                      <a:pt x="729203" y="887701"/>
                    </a:cubicBezTo>
                    <a:cubicBezTo>
                      <a:pt x="736973" y="929321"/>
                      <a:pt x="740155" y="973193"/>
                      <a:pt x="743787" y="1016355"/>
                    </a:cubicBezTo>
                    <a:cubicBezTo>
                      <a:pt x="746786" y="1053398"/>
                      <a:pt x="745800" y="1091467"/>
                      <a:pt x="750083" y="1128060"/>
                    </a:cubicBezTo>
                    <a:cubicBezTo>
                      <a:pt x="753428" y="1157309"/>
                      <a:pt x="762038" y="1185083"/>
                      <a:pt x="768866" y="1213431"/>
                    </a:cubicBezTo>
                    <a:cubicBezTo>
                      <a:pt x="774767" y="1238107"/>
                      <a:pt x="778357" y="1264327"/>
                      <a:pt x="787802" y="1286432"/>
                    </a:cubicBezTo>
                    <a:cubicBezTo>
                      <a:pt x="810582" y="1340304"/>
                      <a:pt x="832653" y="1394242"/>
                      <a:pt x="842837" y="1455511"/>
                    </a:cubicBezTo>
                    <a:cubicBezTo>
                      <a:pt x="853049" y="1515944"/>
                      <a:pt x="867276" y="1574511"/>
                      <a:pt x="877988" y="1634814"/>
                    </a:cubicBezTo>
                    <a:cubicBezTo>
                      <a:pt x="888390" y="1693895"/>
                      <a:pt x="902813" y="1748857"/>
                      <a:pt x="941063" y="1789731"/>
                    </a:cubicBezTo>
                    <a:cubicBezTo>
                      <a:pt x="957906" y="1807908"/>
                      <a:pt x="975122" y="1831564"/>
                      <a:pt x="980124" y="1857657"/>
                    </a:cubicBezTo>
                    <a:cubicBezTo>
                      <a:pt x="987207" y="1894833"/>
                      <a:pt x="980788" y="1937150"/>
                      <a:pt x="984484" y="1976384"/>
                    </a:cubicBezTo>
                    <a:cubicBezTo>
                      <a:pt x="988781" y="2022576"/>
                      <a:pt x="988793" y="2074493"/>
                      <a:pt x="1007189" y="2110650"/>
                    </a:cubicBezTo>
                    <a:cubicBezTo>
                      <a:pt x="1023612" y="2142809"/>
                      <a:pt x="1034723" y="2173610"/>
                      <a:pt x="1039893" y="2211041"/>
                    </a:cubicBezTo>
                    <a:cubicBezTo>
                      <a:pt x="1043484" y="2237261"/>
                      <a:pt x="1057690" y="2260269"/>
                      <a:pt x="1059162" y="2286682"/>
                    </a:cubicBezTo>
                    <a:cubicBezTo>
                      <a:pt x="1061252" y="2321469"/>
                      <a:pt x="1060754" y="2355740"/>
                      <a:pt x="1070522" y="2388667"/>
                    </a:cubicBezTo>
                    <a:cubicBezTo>
                      <a:pt x="1080600" y="2422815"/>
                      <a:pt x="1085513" y="2459602"/>
                      <a:pt x="1093939" y="2494653"/>
                    </a:cubicBezTo>
                    <a:cubicBezTo>
                      <a:pt x="1098500" y="2513273"/>
                      <a:pt x="1106866" y="2529964"/>
                      <a:pt x="1112007" y="2548197"/>
                    </a:cubicBezTo>
                    <a:cubicBezTo>
                      <a:pt x="1121409" y="2581573"/>
                      <a:pt x="1130232" y="2615336"/>
                      <a:pt x="1138346" y="2649163"/>
                    </a:cubicBezTo>
                    <a:cubicBezTo>
                      <a:pt x="1146465" y="2682988"/>
                      <a:pt x="1157699" y="2716368"/>
                      <a:pt x="1160337" y="2751608"/>
                    </a:cubicBezTo>
                    <a:cubicBezTo>
                      <a:pt x="1164714" y="2811646"/>
                      <a:pt x="1159211" y="2873999"/>
                      <a:pt x="1165737" y="2933012"/>
                    </a:cubicBezTo>
                    <a:cubicBezTo>
                      <a:pt x="1172445" y="2992925"/>
                      <a:pt x="1185964" y="3051556"/>
                      <a:pt x="1202029" y="3107873"/>
                    </a:cubicBezTo>
                    <a:cubicBezTo>
                      <a:pt x="1214635" y="3152396"/>
                      <a:pt x="1227749" y="3194534"/>
                      <a:pt x="1225692" y="3244974"/>
                    </a:cubicBezTo>
                    <a:cubicBezTo>
                      <a:pt x="1224565" y="3273123"/>
                      <a:pt x="1231196" y="3305079"/>
                      <a:pt x="1243916" y="3326221"/>
                    </a:cubicBezTo>
                    <a:cubicBezTo>
                      <a:pt x="1271701" y="3372044"/>
                      <a:pt x="1285247" y="3423911"/>
                      <a:pt x="1293067" y="3480219"/>
                    </a:cubicBezTo>
                    <a:lnTo>
                      <a:pt x="1308071" y="3585182"/>
                    </a:lnTo>
                    <a:lnTo>
                      <a:pt x="1295962" y="3584708"/>
                    </a:lnTo>
                    <a:cubicBezTo>
                      <a:pt x="1237754" y="3586303"/>
                      <a:pt x="1180629" y="3594888"/>
                      <a:pt x="1118893" y="3568330"/>
                    </a:cubicBezTo>
                    <a:cubicBezTo>
                      <a:pt x="1113435" y="3565936"/>
                      <a:pt x="1102517" y="3567964"/>
                      <a:pt x="1094179" y="3567566"/>
                    </a:cubicBezTo>
                    <a:cubicBezTo>
                      <a:pt x="1027548" y="3564029"/>
                      <a:pt x="967064" y="3547281"/>
                      <a:pt x="922719" y="3516472"/>
                    </a:cubicBezTo>
                    <a:cubicBezTo>
                      <a:pt x="908178" y="3506414"/>
                      <a:pt x="892942" y="3497984"/>
                      <a:pt x="877028" y="3490955"/>
                    </a:cubicBezTo>
                    <a:lnTo>
                      <a:pt x="850533" y="3481837"/>
                    </a:lnTo>
                    <a:lnTo>
                      <a:pt x="852113" y="3461170"/>
                    </a:lnTo>
                    <a:cubicBezTo>
                      <a:pt x="854391" y="3434500"/>
                      <a:pt x="848474" y="3414331"/>
                      <a:pt x="831383" y="3399179"/>
                    </a:cubicBezTo>
                    <a:cubicBezTo>
                      <a:pt x="801767" y="3373388"/>
                      <a:pt x="773654" y="3344957"/>
                      <a:pt x="743141" y="3320580"/>
                    </a:cubicBezTo>
                    <a:cubicBezTo>
                      <a:pt x="722236" y="3303685"/>
                      <a:pt x="714543" y="3281842"/>
                      <a:pt x="713221" y="3251241"/>
                    </a:cubicBezTo>
                    <a:cubicBezTo>
                      <a:pt x="712555" y="3234106"/>
                      <a:pt x="704768" y="3217029"/>
                      <a:pt x="697098" y="3202528"/>
                    </a:cubicBezTo>
                    <a:cubicBezTo>
                      <a:pt x="687845" y="3184997"/>
                      <a:pt x="672212" y="3172554"/>
                      <a:pt x="664820" y="3154190"/>
                    </a:cubicBezTo>
                    <a:cubicBezTo>
                      <a:pt x="646169" y="3109209"/>
                      <a:pt x="616744" y="3087991"/>
                      <a:pt x="572501" y="3087312"/>
                    </a:cubicBezTo>
                    <a:cubicBezTo>
                      <a:pt x="533259" y="3086763"/>
                      <a:pt x="493731" y="3044085"/>
                      <a:pt x="497703" y="3005243"/>
                    </a:cubicBezTo>
                    <a:cubicBezTo>
                      <a:pt x="502030" y="2962279"/>
                      <a:pt x="490540" y="2928257"/>
                      <a:pt x="476984" y="2892751"/>
                    </a:cubicBezTo>
                    <a:cubicBezTo>
                      <a:pt x="469363" y="2872905"/>
                      <a:pt x="465404" y="2847135"/>
                      <a:pt x="468947" y="2824527"/>
                    </a:cubicBezTo>
                    <a:cubicBezTo>
                      <a:pt x="482188" y="2738605"/>
                      <a:pt x="520979" y="2665650"/>
                      <a:pt x="569138" y="2595026"/>
                    </a:cubicBezTo>
                    <a:cubicBezTo>
                      <a:pt x="600577" y="2548865"/>
                      <a:pt x="622260" y="2493483"/>
                      <a:pt x="645397" y="2440808"/>
                    </a:cubicBezTo>
                    <a:cubicBezTo>
                      <a:pt x="652529" y="2424387"/>
                      <a:pt x="655029" y="2401457"/>
                      <a:pt x="651820" y="2384384"/>
                    </a:cubicBezTo>
                    <a:cubicBezTo>
                      <a:pt x="640949" y="2324596"/>
                      <a:pt x="629163" y="2264805"/>
                      <a:pt x="612994" y="2207332"/>
                    </a:cubicBezTo>
                    <a:cubicBezTo>
                      <a:pt x="597678" y="2153787"/>
                      <a:pt x="601053" y="2099808"/>
                      <a:pt x="620894" y="2046679"/>
                    </a:cubicBezTo>
                    <a:cubicBezTo>
                      <a:pt x="635367" y="2007977"/>
                      <a:pt x="641110" y="1970814"/>
                      <a:pt x="644614" y="1931265"/>
                    </a:cubicBezTo>
                    <a:cubicBezTo>
                      <a:pt x="647465" y="1898285"/>
                      <a:pt x="653360" y="1862859"/>
                      <a:pt x="665994" y="1832337"/>
                    </a:cubicBezTo>
                    <a:cubicBezTo>
                      <a:pt x="683779" y="1789578"/>
                      <a:pt x="688928" y="1751381"/>
                      <a:pt x="678276" y="1709437"/>
                    </a:cubicBezTo>
                    <a:cubicBezTo>
                      <a:pt x="672576" y="1687079"/>
                      <a:pt x="673987" y="1660990"/>
                      <a:pt x="672955" y="1636123"/>
                    </a:cubicBezTo>
                    <a:cubicBezTo>
                      <a:pt x="671272" y="1597795"/>
                      <a:pt x="671867" y="1558758"/>
                      <a:pt x="668480" y="1520749"/>
                    </a:cubicBezTo>
                    <a:cubicBezTo>
                      <a:pt x="665050" y="1479903"/>
                      <a:pt x="655019" y="1440408"/>
                      <a:pt x="653920" y="1399437"/>
                    </a:cubicBezTo>
                    <a:cubicBezTo>
                      <a:pt x="652652" y="1355309"/>
                      <a:pt x="639893" y="1323154"/>
                      <a:pt x="612686" y="1296979"/>
                    </a:cubicBezTo>
                    <a:cubicBezTo>
                      <a:pt x="595576" y="1280408"/>
                      <a:pt x="578401" y="1259588"/>
                      <a:pt x="570220" y="1235618"/>
                    </a:cubicBezTo>
                    <a:cubicBezTo>
                      <a:pt x="553631" y="1186194"/>
                      <a:pt x="545669" y="1131821"/>
                      <a:pt x="529736" y="1081752"/>
                    </a:cubicBezTo>
                    <a:cubicBezTo>
                      <a:pt x="507466" y="1011390"/>
                      <a:pt x="481332" y="944631"/>
                      <a:pt x="414305" y="918292"/>
                    </a:cubicBezTo>
                    <a:cubicBezTo>
                      <a:pt x="377314" y="903769"/>
                      <a:pt x="368843" y="874065"/>
                      <a:pt x="373924" y="825689"/>
                    </a:cubicBezTo>
                    <a:cubicBezTo>
                      <a:pt x="375689" y="809590"/>
                      <a:pt x="376722" y="786203"/>
                      <a:pt x="368949" y="778726"/>
                    </a:cubicBezTo>
                    <a:cubicBezTo>
                      <a:pt x="345838" y="756354"/>
                      <a:pt x="349308" y="725824"/>
                      <a:pt x="347020" y="694643"/>
                    </a:cubicBezTo>
                    <a:cubicBezTo>
                      <a:pt x="345704" y="675894"/>
                      <a:pt x="339306" y="651346"/>
                      <a:pt x="327478" y="642898"/>
                    </a:cubicBezTo>
                    <a:cubicBezTo>
                      <a:pt x="279698" y="608395"/>
                      <a:pt x="263590" y="549247"/>
                      <a:pt x="243468" y="491960"/>
                    </a:cubicBezTo>
                    <a:cubicBezTo>
                      <a:pt x="237433" y="475142"/>
                      <a:pt x="230250" y="456843"/>
                      <a:pt x="218930" y="446010"/>
                    </a:cubicBezTo>
                    <a:cubicBezTo>
                      <a:pt x="194433" y="422927"/>
                      <a:pt x="180036" y="395344"/>
                      <a:pt x="180614" y="354892"/>
                    </a:cubicBezTo>
                    <a:cubicBezTo>
                      <a:pt x="180923" y="342010"/>
                      <a:pt x="176523" y="328798"/>
                      <a:pt x="171988" y="317521"/>
                    </a:cubicBezTo>
                    <a:cubicBezTo>
                      <a:pt x="162052" y="293291"/>
                      <a:pt x="148442" y="271315"/>
                      <a:pt x="139875" y="246378"/>
                    </a:cubicBezTo>
                    <a:cubicBezTo>
                      <a:pt x="117577" y="182780"/>
                      <a:pt x="95749" y="119890"/>
                      <a:pt x="51499" y="73211"/>
                    </a:cubicBezTo>
                    <a:cubicBezTo>
                      <a:pt x="40691" y="61834"/>
                      <a:pt x="29467" y="49763"/>
                      <a:pt x="19690" y="3662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/>
              </a:p>
            </p:txBody>
          </p:sp>
          <p:sp>
            <p:nvSpPr>
              <p:cNvPr id="1095" name="Freeform: Shape 1094">
                <a:extLst>
                  <a:ext uri="{FF2B5EF4-FFF2-40B4-BE49-F238E27FC236}">
                    <a16:creationId xmlns:a16="http://schemas.microsoft.com/office/drawing/2014/main" id="{3CA5C733-38F9-4D36-A78D-0AB08CCBB5A5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2748588" y="0"/>
                <a:ext cx="1339053" cy="6858000"/>
              </a:xfrm>
              <a:custGeom>
                <a:avLst/>
                <a:gdLst>
                  <a:gd name="connsiteX0" fmla="*/ 850532 w 1339053"/>
                  <a:gd name="connsiteY0" fmla="*/ 3481838 h 6858000"/>
                  <a:gd name="connsiteX1" fmla="*/ 877027 w 1339053"/>
                  <a:gd name="connsiteY1" fmla="*/ 3490955 h 6858000"/>
                  <a:gd name="connsiteX2" fmla="*/ 922718 w 1339053"/>
                  <a:gd name="connsiteY2" fmla="*/ 3516472 h 6858000"/>
                  <a:gd name="connsiteX3" fmla="*/ 1094179 w 1339053"/>
                  <a:gd name="connsiteY3" fmla="*/ 3567567 h 6858000"/>
                  <a:gd name="connsiteX4" fmla="*/ 1118891 w 1339053"/>
                  <a:gd name="connsiteY4" fmla="*/ 3568331 h 6858000"/>
                  <a:gd name="connsiteX5" fmla="*/ 1295961 w 1339053"/>
                  <a:gd name="connsiteY5" fmla="*/ 3584709 h 6858000"/>
                  <a:gd name="connsiteX6" fmla="*/ 1308070 w 1339053"/>
                  <a:gd name="connsiteY6" fmla="*/ 3585183 h 6858000"/>
                  <a:gd name="connsiteX7" fmla="*/ 1325263 w 1339053"/>
                  <a:gd name="connsiteY7" fmla="*/ 3705453 h 6858000"/>
                  <a:gd name="connsiteX8" fmla="*/ 1334107 w 1339053"/>
                  <a:gd name="connsiteY8" fmla="*/ 3772268 h 6858000"/>
                  <a:gd name="connsiteX9" fmla="*/ 1338203 w 1339053"/>
                  <a:gd name="connsiteY9" fmla="*/ 3831076 h 6858000"/>
                  <a:gd name="connsiteX10" fmla="*/ 1338805 w 1339053"/>
                  <a:gd name="connsiteY10" fmla="*/ 3839709 h 6858000"/>
                  <a:gd name="connsiteX11" fmla="*/ 1335635 w 1339053"/>
                  <a:gd name="connsiteY11" fmla="*/ 4118635 h 6858000"/>
                  <a:gd name="connsiteX12" fmla="*/ 1337171 w 1339053"/>
                  <a:gd name="connsiteY12" fmla="*/ 4209403 h 6858000"/>
                  <a:gd name="connsiteX13" fmla="*/ 1325840 w 1339053"/>
                  <a:gd name="connsiteY13" fmla="*/ 4309174 h 6858000"/>
                  <a:gd name="connsiteX14" fmla="*/ 1321122 w 1339053"/>
                  <a:gd name="connsiteY14" fmla="*/ 4473630 h 6858000"/>
                  <a:gd name="connsiteX15" fmla="*/ 1302196 w 1339053"/>
                  <a:gd name="connsiteY15" fmla="*/ 4791709 h 6858000"/>
                  <a:gd name="connsiteX16" fmla="*/ 1293239 w 1339053"/>
                  <a:gd name="connsiteY16" fmla="*/ 4860048 h 6858000"/>
                  <a:gd name="connsiteX17" fmla="*/ 1288829 w 1339053"/>
                  <a:gd name="connsiteY17" fmla="*/ 5039837 h 6858000"/>
                  <a:gd name="connsiteX18" fmla="*/ 1289584 w 1339053"/>
                  <a:gd name="connsiteY18" fmla="*/ 5148703 h 6858000"/>
                  <a:gd name="connsiteX19" fmla="*/ 1282205 w 1339053"/>
                  <a:gd name="connsiteY19" fmla="*/ 5236435 h 6858000"/>
                  <a:gd name="connsiteX20" fmla="*/ 1268145 w 1339053"/>
                  <a:gd name="connsiteY20" fmla="*/ 5311662 h 6858000"/>
                  <a:gd name="connsiteX21" fmla="*/ 1250547 w 1339053"/>
                  <a:gd name="connsiteY21" fmla="*/ 5515595 h 6858000"/>
                  <a:gd name="connsiteX22" fmla="*/ 1243323 w 1339053"/>
                  <a:gd name="connsiteY22" fmla="*/ 5596885 h 6858000"/>
                  <a:gd name="connsiteX23" fmla="*/ 1238303 w 1339053"/>
                  <a:gd name="connsiteY23" fmla="*/ 5812036 h 6858000"/>
                  <a:gd name="connsiteX24" fmla="*/ 1223551 w 1339053"/>
                  <a:gd name="connsiteY24" fmla="*/ 5991171 h 6858000"/>
                  <a:gd name="connsiteX25" fmla="*/ 1219699 w 1339053"/>
                  <a:gd name="connsiteY25" fmla="*/ 6066726 h 6858000"/>
                  <a:gd name="connsiteX26" fmla="*/ 1199935 w 1339053"/>
                  <a:gd name="connsiteY26" fmla="*/ 6236130 h 6858000"/>
                  <a:gd name="connsiteX27" fmla="*/ 1192857 w 1339053"/>
                  <a:gd name="connsiteY27" fmla="*/ 6333267 h 6858000"/>
                  <a:gd name="connsiteX28" fmla="*/ 1148174 w 1339053"/>
                  <a:gd name="connsiteY28" fmla="*/ 6561849 h 6858000"/>
                  <a:gd name="connsiteX29" fmla="*/ 1100424 w 1339053"/>
                  <a:gd name="connsiteY29" fmla="*/ 6797385 h 6858000"/>
                  <a:gd name="connsiteX30" fmla="*/ 1085621 w 1339053"/>
                  <a:gd name="connsiteY30" fmla="*/ 6858000 h 6858000"/>
                  <a:gd name="connsiteX31" fmla="*/ 932341 w 1339053"/>
                  <a:gd name="connsiteY31" fmla="*/ 6858000 h 6858000"/>
                  <a:gd name="connsiteX32" fmla="*/ 944496 w 1339053"/>
                  <a:gd name="connsiteY32" fmla="*/ 6829656 h 6858000"/>
                  <a:gd name="connsiteX33" fmla="*/ 913239 w 1339053"/>
                  <a:gd name="connsiteY33" fmla="*/ 6720119 h 6858000"/>
                  <a:gd name="connsiteX34" fmla="*/ 870682 w 1339053"/>
                  <a:gd name="connsiteY34" fmla="*/ 6655346 h 6858000"/>
                  <a:gd name="connsiteX35" fmla="*/ 846442 w 1339053"/>
                  <a:gd name="connsiteY35" fmla="*/ 6498594 h 6858000"/>
                  <a:gd name="connsiteX36" fmla="*/ 881150 w 1339053"/>
                  <a:gd name="connsiteY36" fmla="*/ 6473756 h 6858000"/>
                  <a:gd name="connsiteX37" fmla="*/ 922470 w 1339053"/>
                  <a:gd name="connsiteY37" fmla="*/ 6377035 h 6858000"/>
                  <a:gd name="connsiteX38" fmla="*/ 955039 w 1339053"/>
                  <a:gd name="connsiteY38" fmla="*/ 6268585 h 6858000"/>
                  <a:gd name="connsiteX39" fmla="*/ 1024350 w 1339053"/>
                  <a:gd name="connsiteY39" fmla="*/ 6083443 h 6858000"/>
                  <a:gd name="connsiteX40" fmla="*/ 999696 w 1339053"/>
                  <a:gd name="connsiteY40" fmla="*/ 5938416 h 6858000"/>
                  <a:gd name="connsiteX41" fmla="*/ 988342 w 1339053"/>
                  <a:gd name="connsiteY41" fmla="*/ 5882426 h 6858000"/>
                  <a:gd name="connsiteX42" fmla="*/ 985444 w 1339053"/>
                  <a:gd name="connsiteY42" fmla="*/ 5832438 h 6858000"/>
                  <a:gd name="connsiteX43" fmla="*/ 992016 w 1339053"/>
                  <a:gd name="connsiteY43" fmla="*/ 5777751 h 6858000"/>
                  <a:gd name="connsiteX44" fmla="*/ 995028 w 1339053"/>
                  <a:gd name="connsiteY44" fmla="*/ 5641832 h 6858000"/>
                  <a:gd name="connsiteX45" fmla="*/ 981247 w 1339053"/>
                  <a:gd name="connsiteY45" fmla="*/ 5562522 h 6858000"/>
                  <a:gd name="connsiteX46" fmla="*/ 995131 w 1339053"/>
                  <a:gd name="connsiteY46" fmla="*/ 5398075 h 6858000"/>
                  <a:gd name="connsiteX47" fmla="*/ 997379 w 1339053"/>
                  <a:gd name="connsiteY47" fmla="*/ 5283928 h 6858000"/>
                  <a:gd name="connsiteX48" fmla="*/ 979617 w 1339053"/>
                  <a:gd name="connsiteY48" fmla="*/ 5157396 h 6858000"/>
                  <a:gd name="connsiteX49" fmla="*/ 976441 w 1339053"/>
                  <a:gd name="connsiteY49" fmla="*/ 5139485 h 6858000"/>
                  <a:gd name="connsiteX50" fmla="*/ 953793 w 1339053"/>
                  <a:gd name="connsiteY50" fmla="*/ 5091862 h 6858000"/>
                  <a:gd name="connsiteX51" fmla="*/ 853056 w 1339053"/>
                  <a:gd name="connsiteY51" fmla="*/ 5001787 h 6858000"/>
                  <a:gd name="connsiteX52" fmla="*/ 833979 w 1339053"/>
                  <a:gd name="connsiteY52" fmla="*/ 4978966 h 6858000"/>
                  <a:gd name="connsiteX53" fmla="*/ 796995 w 1339053"/>
                  <a:gd name="connsiteY53" fmla="*/ 4813768 h 6858000"/>
                  <a:gd name="connsiteX54" fmla="*/ 820590 w 1339053"/>
                  <a:gd name="connsiteY54" fmla="*/ 4764057 h 6858000"/>
                  <a:gd name="connsiteX55" fmla="*/ 864688 w 1339053"/>
                  <a:gd name="connsiteY55" fmla="*/ 4714752 h 6858000"/>
                  <a:gd name="connsiteX56" fmla="*/ 910485 w 1339053"/>
                  <a:gd name="connsiteY56" fmla="*/ 4590911 h 6858000"/>
                  <a:gd name="connsiteX57" fmla="*/ 911445 w 1339053"/>
                  <a:gd name="connsiteY57" fmla="*/ 4539571 h 6858000"/>
                  <a:gd name="connsiteX58" fmla="*/ 900285 w 1339053"/>
                  <a:gd name="connsiteY58" fmla="*/ 4445837 h 6858000"/>
                  <a:gd name="connsiteX59" fmla="*/ 863237 w 1339053"/>
                  <a:gd name="connsiteY59" fmla="*/ 4364703 h 6858000"/>
                  <a:gd name="connsiteX60" fmla="*/ 798070 w 1339053"/>
                  <a:gd name="connsiteY60" fmla="*/ 4243284 h 6858000"/>
                  <a:gd name="connsiteX61" fmla="*/ 817097 w 1339053"/>
                  <a:gd name="connsiteY61" fmla="*/ 4054750 h 6858000"/>
                  <a:gd name="connsiteX62" fmla="*/ 826251 w 1339053"/>
                  <a:gd name="connsiteY62" fmla="*/ 3982801 h 6858000"/>
                  <a:gd name="connsiteX63" fmla="*/ 836848 w 1339053"/>
                  <a:gd name="connsiteY63" fmla="*/ 3784939 h 6858000"/>
                  <a:gd name="connsiteX64" fmla="*/ 841285 w 1339053"/>
                  <a:gd name="connsiteY64" fmla="*/ 3766755 h 6858000"/>
                  <a:gd name="connsiteX65" fmla="*/ 841284 w 1339053"/>
                  <a:gd name="connsiteY65" fmla="*/ 3766755 h 6858000"/>
                  <a:gd name="connsiteX66" fmla="*/ 852925 w 1339053"/>
                  <a:gd name="connsiteY66" fmla="*/ 3719034 h 6858000"/>
                  <a:gd name="connsiteX67" fmla="*/ 857932 w 1339053"/>
                  <a:gd name="connsiteY67" fmla="*/ 3696880 h 6858000"/>
                  <a:gd name="connsiteX68" fmla="*/ 853534 w 1339053"/>
                  <a:gd name="connsiteY68" fmla="*/ 3507036 h 6858000"/>
                  <a:gd name="connsiteX69" fmla="*/ 850226 w 1339053"/>
                  <a:gd name="connsiteY69" fmla="*/ 3485839 h 6858000"/>
                  <a:gd name="connsiteX70" fmla="*/ 0 w 1339053"/>
                  <a:gd name="connsiteY70" fmla="*/ 0 h 6858000"/>
                  <a:gd name="connsiteX71" fmla="*/ 455609 w 1339053"/>
                  <a:gd name="connsiteY71" fmla="*/ 0 h 6858000"/>
                  <a:gd name="connsiteX72" fmla="*/ 459171 w 1339053"/>
                  <a:gd name="connsiteY72" fmla="*/ 72395 h 6858000"/>
                  <a:gd name="connsiteX73" fmla="*/ 460041 w 1339053"/>
                  <a:gd name="connsiteY73" fmla="*/ 131917 h 6858000"/>
                  <a:gd name="connsiteX74" fmla="*/ 504421 w 1339053"/>
                  <a:gd name="connsiteY74" fmla="*/ 389691 h 6858000"/>
                  <a:gd name="connsiteX75" fmla="*/ 582097 w 1339053"/>
                  <a:gd name="connsiteY75" fmla="*/ 634609 h 6858000"/>
                  <a:gd name="connsiteX76" fmla="*/ 702468 w 1339053"/>
                  <a:gd name="connsiteY76" fmla="*/ 834019 h 6858000"/>
                  <a:gd name="connsiteX77" fmla="*/ 729203 w 1339053"/>
                  <a:gd name="connsiteY77" fmla="*/ 887701 h 6858000"/>
                  <a:gd name="connsiteX78" fmla="*/ 743787 w 1339053"/>
                  <a:gd name="connsiteY78" fmla="*/ 1016355 h 6858000"/>
                  <a:gd name="connsiteX79" fmla="*/ 750083 w 1339053"/>
                  <a:gd name="connsiteY79" fmla="*/ 1128060 h 6858000"/>
                  <a:gd name="connsiteX80" fmla="*/ 768866 w 1339053"/>
                  <a:gd name="connsiteY80" fmla="*/ 1213431 h 6858000"/>
                  <a:gd name="connsiteX81" fmla="*/ 787802 w 1339053"/>
                  <a:gd name="connsiteY81" fmla="*/ 1286432 h 6858000"/>
                  <a:gd name="connsiteX82" fmla="*/ 842837 w 1339053"/>
                  <a:gd name="connsiteY82" fmla="*/ 1455511 h 6858000"/>
                  <a:gd name="connsiteX83" fmla="*/ 877988 w 1339053"/>
                  <a:gd name="connsiteY83" fmla="*/ 1634814 h 6858000"/>
                  <a:gd name="connsiteX84" fmla="*/ 941063 w 1339053"/>
                  <a:gd name="connsiteY84" fmla="*/ 1789731 h 6858000"/>
                  <a:gd name="connsiteX85" fmla="*/ 980124 w 1339053"/>
                  <a:gd name="connsiteY85" fmla="*/ 1857657 h 6858000"/>
                  <a:gd name="connsiteX86" fmla="*/ 984484 w 1339053"/>
                  <a:gd name="connsiteY86" fmla="*/ 1976384 h 6858000"/>
                  <a:gd name="connsiteX87" fmla="*/ 1007189 w 1339053"/>
                  <a:gd name="connsiteY87" fmla="*/ 2110650 h 6858000"/>
                  <a:gd name="connsiteX88" fmla="*/ 1039893 w 1339053"/>
                  <a:gd name="connsiteY88" fmla="*/ 2211041 h 6858000"/>
                  <a:gd name="connsiteX89" fmla="*/ 1059162 w 1339053"/>
                  <a:gd name="connsiteY89" fmla="*/ 2286682 h 6858000"/>
                  <a:gd name="connsiteX90" fmla="*/ 1070522 w 1339053"/>
                  <a:gd name="connsiteY90" fmla="*/ 2388667 h 6858000"/>
                  <a:gd name="connsiteX91" fmla="*/ 1093939 w 1339053"/>
                  <a:gd name="connsiteY91" fmla="*/ 2494653 h 6858000"/>
                  <a:gd name="connsiteX92" fmla="*/ 1112007 w 1339053"/>
                  <a:gd name="connsiteY92" fmla="*/ 2548197 h 6858000"/>
                  <a:gd name="connsiteX93" fmla="*/ 1138346 w 1339053"/>
                  <a:gd name="connsiteY93" fmla="*/ 2649163 h 6858000"/>
                  <a:gd name="connsiteX94" fmla="*/ 1160337 w 1339053"/>
                  <a:gd name="connsiteY94" fmla="*/ 2751608 h 6858000"/>
                  <a:gd name="connsiteX95" fmla="*/ 1165737 w 1339053"/>
                  <a:gd name="connsiteY95" fmla="*/ 2933012 h 6858000"/>
                  <a:gd name="connsiteX96" fmla="*/ 1202029 w 1339053"/>
                  <a:gd name="connsiteY96" fmla="*/ 3107873 h 6858000"/>
                  <a:gd name="connsiteX97" fmla="*/ 1225692 w 1339053"/>
                  <a:gd name="connsiteY97" fmla="*/ 3244974 h 6858000"/>
                  <a:gd name="connsiteX98" fmla="*/ 1243916 w 1339053"/>
                  <a:gd name="connsiteY98" fmla="*/ 3326221 h 6858000"/>
                  <a:gd name="connsiteX99" fmla="*/ 1293067 w 1339053"/>
                  <a:gd name="connsiteY99" fmla="*/ 3480219 h 6858000"/>
                  <a:gd name="connsiteX100" fmla="*/ 1308071 w 1339053"/>
                  <a:gd name="connsiteY100" fmla="*/ 3585182 h 6858000"/>
                  <a:gd name="connsiteX101" fmla="*/ 1295962 w 1339053"/>
                  <a:gd name="connsiteY101" fmla="*/ 3584708 h 6858000"/>
                  <a:gd name="connsiteX102" fmla="*/ 1118893 w 1339053"/>
                  <a:gd name="connsiteY102" fmla="*/ 3568330 h 6858000"/>
                  <a:gd name="connsiteX103" fmla="*/ 1094179 w 1339053"/>
                  <a:gd name="connsiteY103" fmla="*/ 3567566 h 6858000"/>
                  <a:gd name="connsiteX104" fmla="*/ 922719 w 1339053"/>
                  <a:gd name="connsiteY104" fmla="*/ 3516472 h 6858000"/>
                  <a:gd name="connsiteX105" fmla="*/ 877028 w 1339053"/>
                  <a:gd name="connsiteY105" fmla="*/ 3490955 h 6858000"/>
                  <a:gd name="connsiteX106" fmla="*/ 850533 w 1339053"/>
                  <a:gd name="connsiteY106" fmla="*/ 3481837 h 6858000"/>
                  <a:gd name="connsiteX107" fmla="*/ 852113 w 1339053"/>
                  <a:gd name="connsiteY107" fmla="*/ 3461170 h 6858000"/>
                  <a:gd name="connsiteX108" fmla="*/ 831383 w 1339053"/>
                  <a:gd name="connsiteY108" fmla="*/ 3399179 h 6858000"/>
                  <a:gd name="connsiteX109" fmla="*/ 743141 w 1339053"/>
                  <a:gd name="connsiteY109" fmla="*/ 3320580 h 6858000"/>
                  <a:gd name="connsiteX110" fmla="*/ 713221 w 1339053"/>
                  <a:gd name="connsiteY110" fmla="*/ 3251241 h 6858000"/>
                  <a:gd name="connsiteX111" fmla="*/ 697098 w 1339053"/>
                  <a:gd name="connsiteY111" fmla="*/ 3202528 h 6858000"/>
                  <a:gd name="connsiteX112" fmla="*/ 664820 w 1339053"/>
                  <a:gd name="connsiteY112" fmla="*/ 3154190 h 6858000"/>
                  <a:gd name="connsiteX113" fmla="*/ 572501 w 1339053"/>
                  <a:gd name="connsiteY113" fmla="*/ 3087312 h 6858000"/>
                  <a:gd name="connsiteX114" fmla="*/ 497703 w 1339053"/>
                  <a:gd name="connsiteY114" fmla="*/ 3005243 h 6858000"/>
                  <a:gd name="connsiteX115" fmla="*/ 476984 w 1339053"/>
                  <a:gd name="connsiteY115" fmla="*/ 2892751 h 6858000"/>
                  <a:gd name="connsiteX116" fmla="*/ 468947 w 1339053"/>
                  <a:gd name="connsiteY116" fmla="*/ 2824527 h 6858000"/>
                  <a:gd name="connsiteX117" fmla="*/ 569138 w 1339053"/>
                  <a:gd name="connsiteY117" fmla="*/ 2595026 h 6858000"/>
                  <a:gd name="connsiteX118" fmla="*/ 645397 w 1339053"/>
                  <a:gd name="connsiteY118" fmla="*/ 2440808 h 6858000"/>
                  <a:gd name="connsiteX119" fmla="*/ 651820 w 1339053"/>
                  <a:gd name="connsiteY119" fmla="*/ 2384384 h 6858000"/>
                  <a:gd name="connsiteX120" fmla="*/ 612994 w 1339053"/>
                  <a:gd name="connsiteY120" fmla="*/ 2207332 h 6858000"/>
                  <a:gd name="connsiteX121" fmla="*/ 620894 w 1339053"/>
                  <a:gd name="connsiteY121" fmla="*/ 2046679 h 6858000"/>
                  <a:gd name="connsiteX122" fmla="*/ 644614 w 1339053"/>
                  <a:gd name="connsiteY122" fmla="*/ 1931265 h 6858000"/>
                  <a:gd name="connsiteX123" fmla="*/ 665994 w 1339053"/>
                  <a:gd name="connsiteY123" fmla="*/ 1832337 h 6858000"/>
                  <a:gd name="connsiteX124" fmla="*/ 678276 w 1339053"/>
                  <a:gd name="connsiteY124" fmla="*/ 1709437 h 6858000"/>
                  <a:gd name="connsiteX125" fmla="*/ 672955 w 1339053"/>
                  <a:gd name="connsiteY125" fmla="*/ 1636123 h 6858000"/>
                  <a:gd name="connsiteX126" fmla="*/ 668480 w 1339053"/>
                  <a:gd name="connsiteY126" fmla="*/ 1520749 h 6858000"/>
                  <a:gd name="connsiteX127" fmla="*/ 653920 w 1339053"/>
                  <a:gd name="connsiteY127" fmla="*/ 1399437 h 6858000"/>
                  <a:gd name="connsiteX128" fmla="*/ 612686 w 1339053"/>
                  <a:gd name="connsiteY128" fmla="*/ 1296979 h 6858000"/>
                  <a:gd name="connsiteX129" fmla="*/ 570220 w 1339053"/>
                  <a:gd name="connsiteY129" fmla="*/ 1235618 h 6858000"/>
                  <a:gd name="connsiteX130" fmla="*/ 529736 w 1339053"/>
                  <a:gd name="connsiteY130" fmla="*/ 1081752 h 6858000"/>
                  <a:gd name="connsiteX131" fmla="*/ 414305 w 1339053"/>
                  <a:gd name="connsiteY131" fmla="*/ 918292 h 6858000"/>
                  <a:gd name="connsiteX132" fmla="*/ 373924 w 1339053"/>
                  <a:gd name="connsiteY132" fmla="*/ 825689 h 6858000"/>
                  <a:gd name="connsiteX133" fmla="*/ 368949 w 1339053"/>
                  <a:gd name="connsiteY133" fmla="*/ 778726 h 6858000"/>
                  <a:gd name="connsiteX134" fmla="*/ 347020 w 1339053"/>
                  <a:gd name="connsiteY134" fmla="*/ 694643 h 6858000"/>
                  <a:gd name="connsiteX135" fmla="*/ 327478 w 1339053"/>
                  <a:gd name="connsiteY135" fmla="*/ 642898 h 6858000"/>
                  <a:gd name="connsiteX136" fmla="*/ 243468 w 1339053"/>
                  <a:gd name="connsiteY136" fmla="*/ 491960 h 6858000"/>
                  <a:gd name="connsiteX137" fmla="*/ 218930 w 1339053"/>
                  <a:gd name="connsiteY137" fmla="*/ 446010 h 6858000"/>
                  <a:gd name="connsiteX138" fmla="*/ 180614 w 1339053"/>
                  <a:gd name="connsiteY138" fmla="*/ 354892 h 6858000"/>
                  <a:gd name="connsiteX139" fmla="*/ 171988 w 1339053"/>
                  <a:gd name="connsiteY139" fmla="*/ 317521 h 6858000"/>
                  <a:gd name="connsiteX140" fmla="*/ 139875 w 1339053"/>
                  <a:gd name="connsiteY140" fmla="*/ 246378 h 6858000"/>
                  <a:gd name="connsiteX141" fmla="*/ 51499 w 1339053"/>
                  <a:gd name="connsiteY141" fmla="*/ 73211 h 6858000"/>
                  <a:gd name="connsiteX142" fmla="*/ 19690 w 1339053"/>
                  <a:gd name="connsiteY142" fmla="*/ 36621 h 68580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  <a:cxn ang="0">
                    <a:pos x="connsiteX89" y="connsiteY89"/>
                  </a:cxn>
                  <a:cxn ang="0">
                    <a:pos x="connsiteX90" y="connsiteY90"/>
                  </a:cxn>
                  <a:cxn ang="0">
                    <a:pos x="connsiteX91" y="connsiteY91"/>
                  </a:cxn>
                  <a:cxn ang="0">
                    <a:pos x="connsiteX92" y="connsiteY92"/>
                  </a:cxn>
                  <a:cxn ang="0">
                    <a:pos x="connsiteX93" y="connsiteY93"/>
                  </a:cxn>
                  <a:cxn ang="0">
                    <a:pos x="connsiteX94" y="connsiteY94"/>
                  </a:cxn>
                  <a:cxn ang="0">
                    <a:pos x="connsiteX95" y="connsiteY95"/>
                  </a:cxn>
                  <a:cxn ang="0">
                    <a:pos x="connsiteX96" y="connsiteY96"/>
                  </a:cxn>
                  <a:cxn ang="0">
                    <a:pos x="connsiteX97" y="connsiteY97"/>
                  </a:cxn>
                  <a:cxn ang="0">
                    <a:pos x="connsiteX98" y="connsiteY98"/>
                  </a:cxn>
                  <a:cxn ang="0">
                    <a:pos x="connsiteX99" y="connsiteY99"/>
                  </a:cxn>
                  <a:cxn ang="0">
                    <a:pos x="connsiteX100" y="connsiteY100"/>
                  </a:cxn>
                  <a:cxn ang="0">
                    <a:pos x="connsiteX101" y="connsiteY101"/>
                  </a:cxn>
                  <a:cxn ang="0">
                    <a:pos x="connsiteX102" y="connsiteY102"/>
                  </a:cxn>
                  <a:cxn ang="0">
                    <a:pos x="connsiteX103" y="connsiteY103"/>
                  </a:cxn>
                  <a:cxn ang="0">
                    <a:pos x="connsiteX104" y="connsiteY104"/>
                  </a:cxn>
                  <a:cxn ang="0">
                    <a:pos x="connsiteX105" y="connsiteY105"/>
                  </a:cxn>
                  <a:cxn ang="0">
                    <a:pos x="connsiteX106" y="connsiteY106"/>
                  </a:cxn>
                  <a:cxn ang="0">
                    <a:pos x="connsiteX107" y="connsiteY107"/>
                  </a:cxn>
                  <a:cxn ang="0">
                    <a:pos x="connsiteX108" y="connsiteY108"/>
                  </a:cxn>
                  <a:cxn ang="0">
                    <a:pos x="connsiteX109" y="connsiteY109"/>
                  </a:cxn>
                  <a:cxn ang="0">
                    <a:pos x="connsiteX110" y="connsiteY110"/>
                  </a:cxn>
                  <a:cxn ang="0">
                    <a:pos x="connsiteX111" y="connsiteY111"/>
                  </a:cxn>
                  <a:cxn ang="0">
                    <a:pos x="connsiteX112" y="connsiteY112"/>
                  </a:cxn>
                  <a:cxn ang="0">
                    <a:pos x="connsiteX113" y="connsiteY113"/>
                  </a:cxn>
                  <a:cxn ang="0">
                    <a:pos x="connsiteX114" y="connsiteY114"/>
                  </a:cxn>
                  <a:cxn ang="0">
                    <a:pos x="connsiteX115" y="connsiteY115"/>
                  </a:cxn>
                  <a:cxn ang="0">
                    <a:pos x="connsiteX116" y="connsiteY116"/>
                  </a:cxn>
                  <a:cxn ang="0">
                    <a:pos x="connsiteX117" y="connsiteY117"/>
                  </a:cxn>
                  <a:cxn ang="0">
                    <a:pos x="connsiteX118" y="connsiteY118"/>
                  </a:cxn>
                  <a:cxn ang="0">
                    <a:pos x="connsiteX119" y="connsiteY119"/>
                  </a:cxn>
                  <a:cxn ang="0">
                    <a:pos x="connsiteX120" y="connsiteY120"/>
                  </a:cxn>
                  <a:cxn ang="0">
                    <a:pos x="connsiteX121" y="connsiteY121"/>
                  </a:cxn>
                  <a:cxn ang="0">
                    <a:pos x="connsiteX122" y="connsiteY122"/>
                  </a:cxn>
                  <a:cxn ang="0">
                    <a:pos x="connsiteX123" y="connsiteY123"/>
                  </a:cxn>
                  <a:cxn ang="0">
                    <a:pos x="connsiteX124" y="connsiteY124"/>
                  </a:cxn>
                  <a:cxn ang="0">
                    <a:pos x="connsiteX125" y="connsiteY125"/>
                  </a:cxn>
                  <a:cxn ang="0">
                    <a:pos x="connsiteX126" y="connsiteY126"/>
                  </a:cxn>
                  <a:cxn ang="0">
                    <a:pos x="connsiteX127" y="connsiteY127"/>
                  </a:cxn>
                  <a:cxn ang="0">
                    <a:pos x="connsiteX128" y="connsiteY128"/>
                  </a:cxn>
                  <a:cxn ang="0">
                    <a:pos x="connsiteX129" y="connsiteY129"/>
                  </a:cxn>
                  <a:cxn ang="0">
                    <a:pos x="connsiteX130" y="connsiteY130"/>
                  </a:cxn>
                  <a:cxn ang="0">
                    <a:pos x="connsiteX131" y="connsiteY131"/>
                  </a:cxn>
                  <a:cxn ang="0">
                    <a:pos x="connsiteX132" y="connsiteY132"/>
                  </a:cxn>
                  <a:cxn ang="0">
                    <a:pos x="connsiteX133" y="connsiteY133"/>
                  </a:cxn>
                  <a:cxn ang="0">
                    <a:pos x="connsiteX134" y="connsiteY134"/>
                  </a:cxn>
                  <a:cxn ang="0">
                    <a:pos x="connsiteX135" y="connsiteY135"/>
                  </a:cxn>
                  <a:cxn ang="0">
                    <a:pos x="connsiteX136" y="connsiteY136"/>
                  </a:cxn>
                  <a:cxn ang="0">
                    <a:pos x="connsiteX137" y="connsiteY137"/>
                  </a:cxn>
                  <a:cxn ang="0">
                    <a:pos x="connsiteX138" y="connsiteY138"/>
                  </a:cxn>
                  <a:cxn ang="0">
                    <a:pos x="connsiteX139" y="connsiteY139"/>
                  </a:cxn>
                  <a:cxn ang="0">
                    <a:pos x="connsiteX140" y="connsiteY140"/>
                  </a:cxn>
                  <a:cxn ang="0">
                    <a:pos x="connsiteX141" y="connsiteY141"/>
                  </a:cxn>
                  <a:cxn ang="0">
                    <a:pos x="connsiteX142" y="connsiteY142"/>
                  </a:cxn>
                </a:cxnLst>
                <a:rect l="l" t="t" r="r" b="b"/>
                <a:pathLst>
                  <a:path w="1339053" h="6858000">
                    <a:moveTo>
                      <a:pt x="850532" y="3481838"/>
                    </a:moveTo>
                    <a:lnTo>
                      <a:pt x="877027" y="3490955"/>
                    </a:lnTo>
                    <a:cubicBezTo>
                      <a:pt x="892941" y="3497986"/>
                      <a:pt x="908176" y="3506416"/>
                      <a:pt x="922718" y="3516472"/>
                    </a:cubicBezTo>
                    <a:cubicBezTo>
                      <a:pt x="967062" y="3547282"/>
                      <a:pt x="1027547" y="3564030"/>
                      <a:pt x="1094179" y="3567567"/>
                    </a:cubicBezTo>
                    <a:cubicBezTo>
                      <a:pt x="1102515" y="3567965"/>
                      <a:pt x="1113434" y="3565936"/>
                      <a:pt x="1118891" y="3568331"/>
                    </a:cubicBezTo>
                    <a:cubicBezTo>
                      <a:pt x="1180628" y="3594888"/>
                      <a:pt x="1237753" y="3586304"/>
                      <a:pt x="1295961" y="3584709"/>
                    </a:cubicBezTo>
                    <a:lnTo>
                      <a:pt x="1308070" y="3585183"/>
                    </a:lnTo>
                    <a:lnTo>
                      <a:pt x="1325263" y="3705453"/>
                    </a:lnTo>
                    <a:cubicBezTo>
                      <a:pt x="1328254" y="3727679"/>
                      <a:pt x="1331526" y="3749922"/>
                      <a:pt x="1334107" y="3772268"/>
                    </a:cubicBezTo>
                    <a:lnTo>
                      <a:pt x="1338203" y="3831076"/>
                    </a:lnTo>
                    <a:lnTo>
                      <a:pt x="1338805" y="3839709"/>
                    </a:lnTo>
                    <a:cubicBezTo>
                      <a:pt x="1339996" y="3932341"/>
                      <a:pt x="1336568" y="4025809"/>
                      <a:pt x="1335635" y="4118635"/>
                    </a:cubicBezTo>
                    <a:cubicBezTo>
                      <a:pt x="1335202" y="4148976"/>
                      <a:pt x="1338805" y="4178868"/>
                      <a:pt x="1337171" y="4209403"/>
                    </a:cubicBezTo>
                    <a:cubicBezTo>
                      <a:pt x="1335445" y="4242449"/>
                      <a:pt x="1327565" y="4276129"/>
                      <a:pt x="1325840" y="4309174"/>
                    </a:cubicBezTo>
                    <a:cubicBezTo>
                      <a:pt x="1322853" y="4364122"/>
                      <a:pt x="1323899" y="4418621"/>
                      <a:pt x="1321122" y="4473630"/>
                    </a:cubicBezTo>
                    <a:cubicBezTo>
                      <a:pt x="1315632" y="4579723"/>
                      <a:pt x="1309019" y="4685750"/>
                      <a:pt x="1302196" y="4791709"/>
                    </a:cubicBezTo>
                    <a:cubicBezTo>
                      <a:pt x="1300696" y="4814383"/>
                      <a:pt x="1294244" y="4837504"/>
                      <a:pt x="1293239" y="4860048"/>
                    </a:cubicBezTo>
                    <a:cubicBezTo>
                      <a:pt x="1290785" y="4919957"/>
                      <a:pt x="1289660" y="4979994"/>
                      <a:pt x="1288829" y="5039837"/>
                    </a:cubicBezTo>
                    <a:cubicBezTo>
                      <a:pt x="1288401" y="5076103"/>
                      <a:pt x="1290512" y="5112310"/>
                      <a:pt x="1289584" y="5148703"/>
                    </a:cubicBezTo>
                    <a:cubicBezTo>
                      <a:pt x="1288845" y="5177820"/>
                      <a:pt x="1286193" y="5207193"/>
                      <a:pt x="1282205" y="5236435"/>
                    </a:cubicBezTo>
                    <a:cubicBezTo>
                      <a:pt x="1278784" y="5261619"/>
                      <a:pt x="1270649" y="5286477"/>
                      <a:pt x="1268145" y="5311662"/>
                    </a:cubicBezTo>
                    <a:cubicBezTo>
                      <a:pt x="1261308" y="5379812"/>
                      <a:pt x="1256387" y="5447703"/>
                      <a:pt x="1250547" y="5515595"/>
                    </a:cubicBezTo>
                    <a:cubicBezTo>
                      <a:pt x="1248113" y="5542776"/>
                      <a:pt x="1244054" y="5570023"/>
                      <a:pt x="1243323" y="5596885"/>
                    </a:cubicBezTo>
                    <a:cubicBezTo>
                      <a:pt x="1241082" y="5668709"/>
                      <a:pt x="1241668" y="5740276"/>
                      <a:pt x="1238303" y="5812036"/>
                    </a:cubicBezTo>
                    <a:cubicBezTo>
                      <a:pt x="1235508" y="5871554"/>
                      <a:pt x="1228259" y="5931392"/>
                      <a:pt x="1223551" y="5991171"/>
                    </a:cubicBezTo>
                    <a:cubicBezTo>
                      <a:pt x="1221675" y="6016549"/>
                      <a:pt x="1222415" y="6041609"/>
                      <a:pt x="1219699" y="6066726"/>
                    </a:cubicBezTo>
                    <a:cubicBezTo>
                      <a:pt x="1213776" y="6123024"/>
                      <a:pt x="1205938" y="6179576"/>
                      <a:pt x="1199935" y="6236130"/>
                    </a:cubicBezTo>
                    <a:cubicBezTo>
                      <a:pt x="1196614" y="6268403"/>
                      <a:pt x="1198425" y="6301127"/>
                      <a:pt x="1192857" y="6333267"/>
                    </a:cubicBezTo>
                    <a:cubicBezTo>
                      <a:pt x="1179603" y="6409590"/>
                      <a:pt x="1163470" y="6485591"/>
                      <a:pt x="1148174" y="6561849"/>
                    </a:cubicBezTo>
                    <a:cubicBezTo>
                      <a:pt x="1132370" y="6640486"/>
                      <a:pt x="1117066" y="6719000"/>
                      <a:pt x="1100424" y="6797385"/>
                    </a:cubicBezTo>
                    <a:lnTo>
                      <a:pt x="1085621" y="6858000"/>
                    </a:lnTo>
                    <a:lnTo>
                      <a:pt x="932341" y="6858000"/>
                    </a:lnTo>
                    <a:lnTo>
                      <a:pt x="944496" y="6829656"/>
                    </a:lnTo>
                    <a:cubicBezTo>
                      <a:pt x="964836" y="6776399"/>
                      <a:pt x="953622" y="6744439"/>
                      <a:pt x="913239" y="6720119"/>
                    </a:cubicBezTo>
                    <a:cubicBezTo>
                      <a:pt x="890880" y="6706443"/>
                      <a:pt x="866986" y="6690318"/>
                      <a:pt x="870682" y="6655346"/>
                    </a:cubicBezTo>
                    <a:cubicBezTo>
                      <a:pt x="876846" y="6598274"/>
                      <a:pt x="889503" y="6540954"/>
                      <a:pt x="846442" y="6498594"/>
                    </a:cubicBezTo>
                    <a:cubicBezTo>
                      <a:pt x="862273" y="6487399"/>
                      <a:pt x="871751" y="6480449"/>
                      <a:pt x="881150" y="6473756"/>
                    </a:cubicBezTo>
                    <a:cubicBezTo>
                      <a:pt x="907245" y="6455292"/>
                      <a:pt x="930705" y="6407516"/>
                      <a:pt x="922470" y="6377035"/>
                    </a:cubicBezTo>
                    <a:cubicBezTo>
                      <a:pt x="910652" y="6332192"/>
                      <a:pt x="925705" y="6299028"/>
                      <a:pt x="955039" y="6268585"/>
                    </a:cubicBezTo>
                    <a:cubicBezTo>
                      <a:pt x="1003777" y="6217606"/>
                      <a:pt x="1017630" y="6148240"/>
                      <a:pt x="1024350" y="6083443"/>
                    </a:cubicBezTo>
                    <a:cubicBezTo>
                      <a:pt x="1029590" y="6034553"/>
                      <a:pt x="1028255" y="5980246"/>
                      <a:pt x="999696" y="5938416"/>
                    </a:cubicBezTo>
                    <a:cubicBezTo>
                      <a:pt x="990505" y="5925141"/>
                      <a:pt x="991039" y="5901884"/>
                      <a:pt x="988342" y="5882426"/>
                    </a:cubicBezTo>
                    <a:cubicBezTo>
                      <a:pt x="986229" y="5866254"/>
                      <a:pt x="984774" y="5849442"/>
                      <a:pt x="985444" y="5832438"/>
                    </a:cubicBezTo>
                    <a:cubicBezTo>
                      <a:pt x="986010" y="5814273"/>
                      <a:pt x="985042" y="5793656"/>
                      <a:pt x="992016" y="5777751"/>
                    </a:cubicBezTo>
                    <a:cubicBezTo>
                      <a:pt x="1012886" y="5729456"/>
                      <a:pt x="1014467" y="5686488"/>
                      <a:pt x="995028" y="5641832"/>
                    </a:cubicBezTo>
                    <a:cubicBezTo>
                      <a:pt x="984984" y="5618696"/>
                      <a:pt x="974301" y="5585771"/>
                      <a:pt x="981247" y="5562522"/>
                    </a:cubicBezTo>
                    <a:cubicBezTo>
                      <a:pt x="998041" y="5505913"/>
                      <a:pt x="997454" y="5454379"/>
                      <a:pt x="995131" y="5398075"/>
                    </a:cubicBezTo>
                    <a:cubicBezTo>
                      <a:pt x="993724" y="5361807"/>
                      <a:pt x="997229" y="5322258"/>
                      <a:pt x="997379" y="5283928"/>
                    </a:cubicBezTo>
                    <a:cubicBezTo>
                      <a:pt x="997473" y="5239095"/>
                      <a:pt x="1006631" y="5193105"/>
                      <a:pt x="979617" y="5157396"/>
                    </a:cubicBezTo>
                    <a:cubicBezTo>
                      <a:pt x="976728" y="5153402"/>
                      <a:pt x="978724" y="5144705"/>
                      <a:pt x="976441" y="5139485"/>
                    </a:cubicBezTo>
                    <a:cubicBezTo>
                      <a:pt x="969619" y="5122991"/>
                      <a:pt x="964828" y="5102888"/>
                      <a:pt x="953793" y="5091862"/>
                    </a:cubicBezTo>
                    <a:cubicBezTo>
                      <a:pt x="921506" y="5059884"/>
                      <a:pt x="886609" y="5031900"/>
                      <a:pt x="853056" y="5001787"/>
                    </a:cubicBezTo>
                    <a:cubicBezTo>
                      <a:pt x="845882" y="4995337"/>
                      <a:pt x="836325" y="4988437"/>
                      <a:pt x="833979" y="4978966"/>
                    </a:cubicBezTo>
                    <a:cubicBezTo>
                      <a:pt x="820602" y="4924328"/>
                      <a:pt x="808509" y="4869239"/>
                      <a:pt x="796995" y="4813768"/>
                    </a:cubicBezTo>
                    <a:cubicBezTo>
                      <a:pt x="792418" y="4791474"/>
                      <a:pt x="803209" y="4777314"/>
                      <a:pt x="820590" y="4764057"/>
                    </a:cubicBezTo>
                    <a:cubicBezTo>
                      <a:pt x="837188" y="4751123"/>
                      <a:pt x="855398" y="4734452"/>
                      <a:pt x="864688" y="4714752"/>
                    </a:cubicBezTo>
                    <a:cubicBezTo>
                      <a:pt x="883062" y="4675275"/>
                      <a:pt x="897521" y="4632902"/>
                      <a:pt x="910485" y="4590911"/>
                    </a:cubicBezTo>
                    <a:cubicBezTo>
                      <a:pt x="915338" y="4575199"/>
                      <a:pt x="912978" y="4556131"/>
                      <a:pt x="911445" y="4539571"/>
                    </a:cubicBezTo>
                    <a:cubicBezTo>
                      <a:pt x="908527" y="4508200"/>
                      <a:pt x="900999" y="4477659"/>
                      <a:pt x="900285" y="4445837"/>
                    </a:cubicBezTo>
                    <a:cubicBezTo>
                      <a:pt x="899539" y="4408923"/>
                      <a:pt x="887958" y="4383340"/>
                      <a:pt x="863237" y="4364703"/>
                    </a:cubicBezTo>
                    <a:cubicBezTo>
                      <a:pt x="826431" y="4336971"/>
                      <a:pt x="808536" y="4292507"/>
                      <a:pt x="798070" y="4243284"/>
                    </a:cubicBezTo>
                    <a:cubicBezTo>
                      <a:pt x="784617" y="4180721"/>
                      <a:pt x="805728" y="4117545"/>
                      <a:pt x="817097" y="4054750"/>
                    </a:cubicBezTo>
                    <a:cubicBezTo>
                      <a:pt x="821537" y="4030724"/>
                      <a:pt x="826632" y="4006057"/>
                      <a:pt x="826251" y="3982801"/>
                    </a:cubicBezTo>
                    <a:cubicBezTo>
                      <a:pt x="825347" y="3916709"/>
                      <a:pt x="825150" y="3850833"/>
                      <a:pt x="836848" y="3784939"/>
                    </a:cubicBezTo>
                    <a:lnTo>
                      <a:pt x="841285" y="3766755"/>
                    </a:lnTo>
                    <a:lnTo>
                      <a:pt x="841284" y="3766755"/>
                    </a:lnTo>
                    <a:lnTo>
                      <a:pt x="852925" y="3719034"/>
                    </a:lnTo>
                    <a:cubicBezTo>
                      <a:pt x="855152" y="3711822"/>
                      <a:pt x="856753" y="3704413"/>
                      <a:pt x="857932" y="3696880"/>
                    </a:cubicBezTo>
                    <a:cubicBezTo>
                      <a:pt x="868683" y="3631632"/>
                      <a:pt x="885300" y="3565939"/>
                      <a:pt x="853534" y="3507036"/>
                    </a:cubicBezTo>
                    <a:cubicBezTo>
                      <a:pt x="850623" y="3501622"/>
                      <a:pt x="849992" y="3494020"/>
                      <a:pt x="850226" y="3485839"/>
                    </a:cubicBezTo>
                    <a:close/>
                    <a:moveTo>
                      <a:pt x="0" y="0"/>
                    </a:moveTo>
                    <a:lnTo>
                      <a:pt x="455609" y="0"/>
                    </a:lnTo>
                    <a:lnTo>
                      <a:pt x="459171" y="72395"/>
                    </a:lnTo>
                    <a:cubicBezTo>
                      <a:pt x="459671" y="92301"/>
                      <a:pt x="456894" y="113171"/>
                      <a:pt x="460041" y="131917"/>
                    </a:cubicBezTo>
                    <a:cubicBezTo>
                      <a:pt x="474213" y="218122"/>
                      <a:pt x="492031" y="302910"/>
                      <a:pt x="504421" y="389691"/>
                    </a:cubicBezTo>
                    <a:cubicBezTo>
                      <a:pt x="517349" y="479177"/>
                      <a:pt x="539516" y="562489"/>
                      <a:pt x="582097" y="634609"/>
                    </a:cubicBezTo>
                    <a:cubicBezTo>
                      <a:pt x="621686" y="701573"/>
                      <a:pt x="662589" y="767248"/>
                      <a:pt x="702468" y="834019"/>
                    </a:cubicBezTo>
                    <a:cubicBezTo>
                      <a:pt x="712587" y="850968"/>
                      <a:pt x="725536" y="867665"/>
                      <a:pt x="729203" y="887701"/>
                    </a:cubicBezTo>
                    <a:cubicBezTo>
                      <a:pt x="736973" y="929321"/>
                      <a:pt x="740155" y="973193"/>
                      <a:pt x="743787" y="1016355"/>
                    </a:cubicBezTo>
                    <a:cubicBezTo>
                      <a:pt x="746786" y="1053398"/>
                      <a:pt x="745800" y="1091467"/>
                      <a:pt x="750083" y="1128060"/>
                    </a:cubicBezTo>
                    <a:cubicBezTo>
                      <a:pt x="753428" y="1157309"/>
                      <a:pt x="762038" y="1185083"/>
                      <a:pt x="768866" y="1213431"/>
                    </a:cubicBezTo>
                    <a:cubicBezTo>
                      <a:pt x="774767" y="1238107"/>
                      <a:pt x="778357" y="1264327"/>
                      <a:pt x="787802" y="1286432"/>
                    </a:cubicBezTo>
                    <a:cubicBezTo>
                      <a:pt x="810582" y="1340304"/>
                      <a:pt x="832653" y="1394242"/>
                      <a:pt x="842837" y="1455511"/>
                    </a:cubicBezTo>
                    <a:cubicBezTo>
                      <a:pt x="853049" y="1515944"/>
                      <a:pt x="867276" y="1574511"/>
                      <a:pt x="877988" y="1634814"/>
                    </a:cubicBezTo>
                    <a:cubicBezTo>
                      <a:pt x="888390" y="1693895"/>
                      <a:pt x="902813" y="1748857"/>
                      <a:pt x="941063" y="1789731"/>
                    </a:cubicBezTo>
                    <a:cubicBezTo>
                      <a:pt x="957906" y="1807908"/>
                      <a:pt x="975122" y="1831564"/>
                      <a:pt x="980124" y="1857657"/>
                    </a:cubicBezTo>
                    <a:cubicBezTo>
                      <a:pt x="987207" y="1894833"/>
                      <a:pt x="980788" y="1937150"/>
                      <a:pt x="984484" y="1976384"/>
                    </a:cubicBezTo>
                    <a:cubicBezTo>
                      <a:pt x="988781" y="2022576"/>
                      <a:pt x="988793" y="2074493"/>
                      <a:pt x="1007189" y="2110650"/>
                    </a:cubicBezTo>
                    <a:cubicBezTo>
                      <a:pt x="1023612" y="2142809"/>
                      <a:pt x="1034723" y="2173610"/>
                      <a:pt x="1039893" y="2211041"/>
                    </a:cubicBezTo>
                    <a:cubicBezTo>
                      <a:pt x="1043484" y="2237261"/>
                      <a:pt x="1057690" y="2260269"/>
                      <a:pt x="1059162" y="2286682"/>
                    </a:cubicBezTo>
                    <a:cubicBezTo>
                      <a:pt x="1061252" y="2321469"/>
                      <a:pt x="1060754" y="2355740"/>
                      <a:pt x="1070522" y="2388667"/>
                    </a:cubicBezTo>
                    <a:cubicBezTo>
                      <a:pt x="1080600" y="2422815"/>
                      <a:pt x="1085513" y="2459602"/>
                      <a:pt x="1093939" y="2494653"/>
                    </a:cubicBezTo>
                    <a:cubicBezTo>
                      <a:pt x="1098500" y="2513273"/>
                      <a:pt x="1106866" y="2529964"/>
                      <a:pt x="1112007" y="2548197"/>
                    </a:cubicBezTo>
                    <a:cubicBezTo>
                      <a:pt x="1121409" y="2581573"/>
                      <a:pt x="1130232" y="2615336"/>
                      <a:pt x="1138346" y="2649163"/>
                    </a:cubicBezTo>
                    <a:cubicBezTo>
                      <a:pt x="1146465" y="2682988"/>
                      <a:pt x="1157699" y="2716368"/>
                      <a:pt x="1160337" y="2751608"/>
                    </a:cubicBezTo>
                    <a:cubicBezTo>
                      <a:pt x="1164714" y="2811646"/>
                      <a:pt x="1159211" y="2873999"/>
                      <a:pt x="1165737" y="2933012"/>
                    </a:cubicBezTo>
                    <a:cubicBezTo>
                      <a:pt x="1172445" y="2992925"/>
                      <a:pt x="1185964" y="3051556"/>
                      <a:pt x="1202029" y="3107873"/>
                    </a:cubicBezTo>
                    <a:cubicBezTo>
                      <a:pt x="1214635" y="3152396"/>
                      <a:pt x="1227749" y="3194534"/>
                      <a:pt x="1225692" y="3244974"/>
                    </a:cubicBezTo>
                    <a:cubicBezTo>
                      <a:pt x="1224565" y="3273123"/>
                      <a:pt x="1231196" y="3305079"/>
                      <a:pt x="1243916" y="3326221"/>
                    </a:cubicBezTo>
                    <a:cubicBezTo>
                      <a:pt x="1271701" y="3372044"/>
                      <a:pt x="1285247" y="3423911"/>
                      <a:pt x="1293067" y="3480219"/>
                    </a:cubicBezTo>
                    <a:lnTo>
                      <a:pt x="1308071" y="3585182"/>
                    </a:lnTo>
                    <a:lnTo>
                      <a:pt x="1295962" y="3584708"/>
                    </a:lnTo>
                    <a:cubicBezTo>
                      <a:pt x="1237754" y="3586303"/>
                      <a:pt x="1180629" y="3594888"/>
                      <a:pt x="1118893" y="3568330"/>
                    </a:cubicBezTo>
                    <a:cubicBezTo>
                      <a:pt x="1113435" y="3565936"/>
                      <a:pt x="1102517" y="3567964"/>
                      <a:pt x="1094179" y="3567566"/>
                    </a:cubicBezTo>
                    <a:cubicBezTo>
                      <a:pt x="1027548" y="3564029"/>
                      <a:pt x="967064" y="3547281"/>
                      <a:pt x="922719" y="3516472"/>
                    </a:cubicBezTo>
                    <a:cubicBezTo>
                      <a:pt x="908178" y="3506414"/>
                      <a:pt x="892942" y="3497984"/>
                      <a:pt x="877028" y="3490955"/>
                    </a:cubicBezTo>
                    <a:lnTo>
                      <a:pt x="850533" y="3481837"/>
                    </a:lnTo>
                    <a:lnTo>
                      <a:pt x="852113" y="3461170"/>
                    </a:lnTo>
                    <a:cubicBezTo>
                      <a:pt x="854391" y="3434500"/>
                      <a:pt x="848474" y="3414331"/>
                      <a:pt x="831383" y="3399179"/>
                    </a:cubicBezTo>
                    <a:cubicBezTo>
                      <a:pt x="801767" y="3373388"/>
                      <a:pt x="773654" y="3344957"/>
                      <a:pt x="743141" y="3320580"/>
                    </a:cubicBezTo>
                    <a:cubicBezTo>
                      <a:pt x="722236" y="3303685"/>
                      <a:pt x="714543" y="3281842"/>
                      <a:pt x="713221" y="3251241"/>
                    </a:cubicBezTo>
                    <a:cubicBezTo>
                      <a:pt x="712555" y="3234106"/>
                      <a:pt x="704768" y="3217029"/>
                      <a:pt x="697098" y="3202528"/>
                    </a:cubicBezTo>
                    <a:cubicBezTo>
                      <a:pt x="687845" y="3184997"/>
                      <a:pt x="672212" y="3172554"/>
                      <a:pt x="664820" y="3154190"/>
                    </a:cubicBezTo>
                    <a:cubicBezTo>
                      <a:pt x="646169" y="3109209"/>
                      <a:pt x="616744" y="3087991"/>
                      <a:pt x="572501" y="3087312"/>
                    </a:cubicBezTo>
                    <a:cubicBezTo>
                      <a:pt x="533259" y="3086763"/>
                      <a:pt x="493731" y="3044085"/>
                      <a:pt x="497703" y="3005243"/>
                    </a:cubicBezTo>
                    <a:cubicBezTo>
                      <a:pt x="502030" y="2962279"/>
                      <a:pt x="490540" y="2928257"/>
                      <a:pt x="476984" y="2892751"/>
                    </a:cubicBezTo>
                    <a:cubicBezTo>
                      <a:pt x="469363" y="2872905"/>
                      <a:pt x="465404" y="2847135"/>
                      <a:pt x="468947" y="2824527"/>
                    </a:cubicBezTo>
                    <a:cubicBezTo>
                      <a:pt x="482188" y="2738605"/>
                      <a:pt x="520979" y="2665650"/>
                      <a:pt x="569138" y="2595026"/>
                    </a:cubicBezTo>
                    <a:cubicBezTo>
                      <a:pt x="600577" y="2548865"/>
                      <a:pt x="622260" y="2493483"/>
                      <a:pt x="645397" y="2440808"/>
                    </a:cubicBezTo>
                    <a:cubicBezTo>
                      <a:pt x="652529" y="2424387"/>
                      <a:pt x="655029" y="2401457"/>
                      <a:pt x="651820" y="2384384"/>
                    </a:cubicBezTo>
                    <a:cubicBezTo>
                      <a:pt x="640949" y="2324596"/>
                      <a:pt x="629163" y="2264805"/>
                      <a:pt x="612994" y="2207332"/>
                    </a:cubicBezTo>
                    <a:cubicBezTo>
                      <a:pt x="597678" y="2153787"/>
                      <a:pt x="601053" y="2099808"/>
                      <a:pt x="620894" y="2046679"/>
                    </a:cubicBezTo>
                    <a:cubicBezTo>
                      <a:pt x="635367" y="2007977"/>
                      <a:pt x="641110" y="1970814"/>
                      <a:pt x="644614" y="1931265"/>
                    </a:cubicBezTo>
                    <a:cubicBezTo>
                      <a:pt x="647465" y="1898285"/>
                      <a:pt x="653360" y="1862859"/>
                      <a:pt x="665994" y="1832337"/>
                    </a:cubicBezTo>
                    <a:cubicBezTo>
                      <a:pt x="683779" y="1789578"/>
                      <a:pt x="688928" y="1751381"/>
                      <a:pt x="678276" y="1709437"/>
                    </a:cubicBezTo>
                    <a:cubicBezTo>
                      <a:pt x="672576" y="1687079"/>
                      <a:pt x="673987" y="1660990"/>
                      <a:pt x="672955" y="1636123"/>
                    </a:cubicBezTo>
                    <a:cubicBezTo>
                      <a:pt x="671272" y="1597795"/>
                      <a:pt x="671867" y="1558758"/>
                      <a:pt x="668480" y="1520749"/>
                    </a:cubicBezTo>
                    <a:cubicBezTo>
                      <a:pt x="665050" y="1479903"/>
                      <a:pt x="655019" y="1440408"/>
                      <a:pt x="653920" y="1399437"/>
                    </a:cubicBezTo>
                    <a:cubicBezTo>
                      <a:pt x="652652" y="1355309"/>
                      <a:pt x="639893" y="1323154"/>
                      <a:pt x="612686" y="1296979"/>
                    </a:cubicBezTo>
                    <a:cubicBezTo>
                      <a:pt x="595576" y="1280408"/>
                      <a:pt x="578401" y="1259588"/>
                      <a:pt x="570220" y="1235618"/>
                    </a:cubicBezTo>
                    <a:cubicBezTo>
                      <a:pt x="553631" y="1186194"/>
                      <a:pt x="545669" y="1131821"/>
                      <a:pt x="529736" y="1081752"/>
                    </a:cubicBezTo>
                    <a:cubicBezTo>
                      <a:pt x="507466" y="1011390"/>
                      <a:pt x="481332" y="944631"/>
                      <a:pt x="414305" y="918292"/>
                    </a:cubicBezTo>
                    <a:cubicBezTo>
                      <a:pt x="377314" y="903769"/>
                      <a:pt x="368843" y="874065"/>
                      <a:pt x="373924" y="825689"/>
                    </a:cubicBezTo>
                    <a:cubicBezTo>
                      <a:pt x="375689" y="809590"/>
                      <a:pt x="376722" y="786203"/>
                      <a:pt x="368949" y="778726"/>
                    </a:cubicBezTo>
                    <a:cubicBezTo>
                      <a:pt x="345838" y="756354"/>
                      <a:pt x="349308" y="725824"/>
                      <a:pt x="347020" y="694643"/>
                    </a:cubicBezTo>
                    <a:cubicBezTo>
                      <a:pt x="345704" y="675894"/>
                      <a:pt x="339306" y="651346"/>
                      <a:pt x="327478" y="642898"/>
                    </a:cubicBezTo>
                    <a:cubicBezTo>
                      <a:pt x="279698" y="608395"/>
                      <a:pt x="263590" y="549247"/>
                      <a:pt x="243468" y="491960"/>
                    </a:cubicBezTo>
                    <a:cubicBezTo>
                      <a:pt x="237433" y="475142"/>
                      <a:pt x="230250" y="456843"/>
                      <a:pt x="218930" y="446010"/>
                    </a:cubicBezTo>
                    <a:cubicBezTo>
                      <a:pt x="194433" y="422927"/>
                      <a:pt x="180036" y="395344"/>
                      <a:pt x="180614" y="354892"/>
                    </a:cubicBezTo>
                    <a:cubicBezTo>
                      <a:pt x="180923" y="342010"/>
                      <a:pt x="176523" y="328798"/>
                      <a:pt x="171988" y="317521"/>
                    </a:cubicBezTo>
                    <a:cubicBezTo>
                      <a:pt x="162052" y="293291"/>
                      <a:pt x="148442" y="271315"/>
                      <a:pt x="139875" y="246378"/>
                    </a:cubicBezTo>
                    <a:cubicBezTo>
                      <a:pt x="117577" y="182780"/>
                      <a:pt x="95749" y="119890"/>
                      <a:pt x="51499" y="73211"/>
                    </a:cubicBezTo>
                    <a:cubicBezTo>
                      <a:pt x="40691" y="61834"/>
                      <a:pt x="29467" y="49763"/>
                      <a:pt x="19690" y="36621"/>
                    </a:cubicBezTo>
                    <a:close/>
                  </a:path>
                </a:pathLst>
              </a:custGeom>
              <a:blipFill dpi="0" rotWithShape="1">
                <a:blip r:embed="rId2">
                  <a:alphaModFix amt="57000"/>
                </a:blip>
                <a:srcRect/>
                <a:tile tx="0" ty="0" sx="100000" sy="100000" flip="none" algn="tl"/>
              </a:blipFill>
              <a:ln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/>
              </a:p>
            </p:txBody>
          </p:sp>
        </p:grpSp>
      </p:grpSp>
      <p:pic>
        <p:nvPicPr>
          <p:cNvPr id="3" name="Picture 2" descr="distributor logo kali linux icon">
            <a:extLst>
              <a:ext uri="{FF2B5EF4-FFF2-40B4-BE49-F238E27FC236}">
                <a16:creationId xmlns:a16="http://schemas.microsoft.com/office/drawing/2014/main" id="{897D09F2-F6C1-88D3-00C1-4EBBC7782FA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413544" y="2155619"/>
            <a:ext cx="2598738" cy="2546762"/>
          </a:xfrm>
          <a:custGeom>
            <a:avLst/>
            <a:gdLst/>
            <a:ahLst/>
            <a:cxnLst/>
            <a:rect l="l" t="t" r="r" b="b"/>
            <a:pathLst>
              <a:path w="2619375" h="1860000">
                <a:moveTo>
                  <a:pt x="0" y="0"/>
                </a:moveTo>
                <a:lnTo>
                  <a:pt x="2619375" y="0"/>
                </a:lnTo>
                <a:lnTo>
                  <a:pt x="2619375" y="1860000"/>
                </a:lnTo>
                <a:lnTo>
                  <a:pt x="0" y="1860000"/>
                </a:lnTo>
                <a:close/>
              </a:path>
            </a:pathLst>
          </a:cu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>
            <a:extLst>
              <a:ext uri="{FF2B5EF4-FFF2-40B4-BE49-F238E27FC236}">
                <a16:creationId xmlns:a16="http://schemas.microsoft.com/office/drawing/2014/main" id="{1A1FAACF-0A2C-D691-0B6E-1AF2585D26A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4533379" y="2359292"/>
            <a:ext cx="3226842" cy="2710548"/>
          </a:xfrm>
          <a:custGeom>
            <a:avLst/>
            <a:gdLst/>
            <a:ahLst/>
            <a:cxnLst/>
            <a:rect l="l" t="t" r="r" b="b"/>
            <a:pathLst>
              <a:path w="2619375" h="1860000">
                <a:moveTo>
                  <a:pt x="0" y="0"/>
                </a:moveTo>
                <a:lnTo>
                  <a:pt x="2619375" y="0"/>
                </a:lnTo>
                <a:lnTo>
                  <a:pt x="2619375" y="1860000"/>
                </a:lnTo>
                <a:lnTo>
                  <a:pt x="0" y="1860000"/>
                </a:lnTo>
                <a:close/>
              </a:path>
            </a:pathLst>
          </a:cu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windows-10">
            <a:extLst>
              <a:ext uri="{FF2B5EF4-FFF2-40B4-BE49-F238E27FC236}">
                <a16:creationId xmlns:a16="http://schemas.microsoft.com/office/drawing/2014/main" id="{736764D4-3C94-1F23-83BC-49D78CAE54E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9049480" y="2239840"/>
            <a:ext cx="3011209" cy="20099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ZoneTexte 4">
            <a:extLst>
              <a:ext uri="{FF2B5EF4-FFF2-40B4-BE49-F238E27FC236}">
                <a16:creationId xmlns:a16="http://schemas.microsoft.com/office/drawing/2014/main" id="{F476BF90-C28F-E99C-5374-3B37A8D1354C}"/>
              </a:ext>
            </a:extLst>
          </p:cNvPr>
          <p:cNvSpPr txBox="1"/>
          <p:nvPr/>
        </p:nvSpPr>
        <p:spPr bwMode="auto">
          <a:xfrm>
            <a:off x="11399874" y="6153741"/>
            <a:ext cx="1056029" cy="82332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compatLnSpc="0">
            <a:spAutoFit/>
          </a:bodyPr>
          <a:lstStyle/>
          <a:p>
            <a:pPr>
              <a:defRPr/>
            </a:pPr>
            <a:r>
              <a:rPr sz="4800" b="1" dirty="0">
                <a:solidFill>
                  <a:schemeClr val="bg1"/>
                </a:solidFill>
              </a:rPr>
              <a:t>1</a:t>
            </a:r>
            <a:r>
              <a:rPr lang="fr-FR" sz="4800" b="1" dirty="0">
                <a:solidFill>
                  <a:schemeClr val="bg1"/>
                </a:solidFill>
              </a:rPr>
              <a:t>5</a:t>
            </a:r>
            <a:endParaRPr sz="8000" dirty="0">
              <a:solidFill>
                <a:schemeClr val="bg1"/>
              </a:solidFill>
            </a:endParaRPr>
          </a:p>
        </p:txBody>
      </p:sp>
      <p:pic>
        <p:nvPicPr>
          <p:cNvPr id="4" name="Image 3">
            <a:extLst>
              <a:ext uri="{FF2B5EF4-FFF2-40B4-BE49-F238E27FC236}">
                <a16:creationId xmlns:a16="http://schemas.microsoft.com/office/drawing/2014/main" id="{269C27DF-D191-4F4B-7838-34A456F326F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/>
        </p:blipFill>
        <p:spPr bwMode="auto">
          <a:xfrm>
            <a:off x="11228927" y="58020"/>
            <a:ext cx="963073" cy="963073"/>
          </a:xfrm>
          <a:prstGeom prst="rect">
            <a:avLst/>
          </a:prstGeom>
        </p:spPr>
      </p:pic>
      <p:sp>
        <p:nvSpPr>
          <p:cNvPr id="6" name="ZoneTexte 5">
            <a:extLst>
              <a:ext uri="{FF2B5EF4-FFF2-40B4-BE49-F238E27FC236}">
                <a16:creationId xmlns:a16="http://schemas.microsoft.com/office/drawing/2014/main" id="{9483090A-F125-C8B2-6BCE-48C21333E818}"/>
              </a:ext>
            </a:extLst>
          </p:cNvPr>
          <p:cNvSpPr txBox="1"/>
          <p:nvPr/>
        </p:nvSpPr>
        <p:spPr>
          <a:xfrm>
            <a:off x="536309" y="5069840"/>
            <a:ext cx="275958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3200" dirty="0">
                <a:solidFill>
                  <a:schemeClr val="bg1"/>
                </a:solidFill>
              </a:rPr>
              <a:t>KALI - LINUX</a:t>
            </a:r>
          </a:p>
        </p:txBody>
      </p:sp>
    </p:spTree>
    <p:extLst>
      <p:ext uri="{BB962C8B-B14F-4D97-AF65-F5344CB8AC3E}">
        <p14:creationId xmlns:p14="http://schemas.microsoft.com/office/powerpoint/2010/main" val="45301240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A7AE9375-4664-4DB2-922D-2782A6E439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EB946007-6573-2974-AF9A-EF1966D313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669925"/>
            <a:ext cx="6096000" cy="1325563"/>
          </a:xfrm>
        </p:spPr>
        <p:txBody>
          <a:bodyPr anchor="b">
            <a:normAutofit/>
          </a:bodyPr>
          <a:lstStyle/>
          <a:p>
            <a:r>
              <a:rPr lang="fr-FR" dirty="0">
                <a:solidFill>
                  <a:schemeClr val="bg1"/>
                </a:solidFill>
              </a:rPr>
              <a:t>Partition de disque </a:t>
            </a:r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EE504C98-6397-41C1-A8D8-2D9C4ED307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1" y="2026340"/>
            <a:ext cx="6095999" cy="0"/>
          </a:xfrm>
          <a:prstGeom prst="line">
            <a:avLst/>
          </a:prstGeom>
          <a:ln w="127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" name="Image 6">
            <a:extLst>
              <a:ext uri="{FF2B5EF4-FFF2-40B4-BE49-F238E27FC236}">
                <a16:creationId xmlns:a16="http://schemas.microsoft.com/office/drawing/2014/main" id="{4DFBB9A2-503B-3606-8EA2-7BF77CC21CE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6151" y="2245992"/>
            <a:ext cx="5913782" cy="4080509"/>
          </a:xfrm>
          <a:prstGeom prst="rect">
            <a:avLst/>
          </a:prstGeom>
        </p:spPr>
      </p:pic>
      <p:pic>
        <p:nvPicPr>
          <p:cNvPr id="5" name="Espace réservé du contenu 4">
            <a:extLst>
              <a:ext uri="{FF2B5EF4-FFF2-40B4-BE49-F238E27FC236}">
                <a16:creationId xmlns:a16="http://schemas.microsoft.com/office/drawing/2014/main" id="{8AC845EE-C3C9-16ED-EA0B-663739AC36E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0" y="796065"/>
            <a:ext cx="5662012" cy="4274819"/>
          </a:xfrm>
          <a:prstGeom prst="rect">
            <a:avLst/>
          </a:prstGeom>
        </p:spPr>
      </p:pic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B7188D9B-1674-419B-A379-D1632A7EC3A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1829053" y="0"/>
            <a:ext cx="0" cy="6858000"/>
          </a:xfrm>
          <a:prstGeom prst="line">
            <a:avLst/>
          </a:prstGeom>
          <a:ln w="127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Image 2">
            <a:extLst>
              <a:ext uri="{FF2B5EF4-FFF2-40B4-BE49-F238E27FC236}">
                <a16:creationId xmlns:a16="http://schemas.microsoft.com/office/drawing/2014/main" id="{C16033C2-8B41-D126-78D1-B8F10548F93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/>
        </p:blipFill>
        <p:spPr bwMode="auto">
          <a:xfrm>
            <a:off x="11228927" y="58020"/>
            <a:ext cx="963073" cy="963073"/>
          </a:xfrm>
          <a:prstGeom prst="rect">
            <a:avLst/>
          </a:prstGeom>
        </p:spPr>
      </p:pic>
      <p:sp>
        <p:nvSpPr>
          <p:cNvPr id="4" name="ZoneTexte 3">
            <a:extLst>
              <a:ext uri="{FF2B5EF4-FFF2-40B4-BE49-F238E27FC236}">
                <a16:creationId xmlns:a16="http://schemas.microsoft.com/office/drawing/2014/main" id="{C961619A-0307-9D43-0A33-BC2ABA08A894}"/>
              </a:ext>
            </a:extLst>
          </p:cNvPr>
          <p:cNvSpPr txBox="1"/>
          <p:nvPr/>
        </p:nvSpPr>
        <p:spPr bwMode="auto">
          <a:xfrm>
            <a:off x="11399874" y="6153741"/>
            <a:ext cx="1056029" cy="82332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compatLnSpc="0">
            <a:spAutoFit/>
          </a:bodyPr>
          <a:lstStyle/>
          <a:p>
            <a:pPr>
              <a:defRPr/>
            </a:pPr>
            <a:r>
              <a:rPr sz="4800" b="1" dirty="0">
                <a:solidFill>
                  <a:schemeClr val="bg1"/>
                </a:solidFill>
              </a:rPr>
              <a:t>1</a:t>
            </a:r>
            <a:r>
              <a:rPr lang="fr-FR" sz="4800" b="1" dirty="0">
                <a:solidFill>
                  <a:schemeClr val="bg1"/>
                </a:solidFill>
              </a:rPr>
              <a:t>6</a:t>
            </a:r>
            <a:endParaRPr sz="80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448795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2" name="Rectangle 1081">
            <a:extLst>
              <a:ext uri="{FF2B5EF4-FFF2-40B4-BE49-F238E27FC236}">
                <a16:creationId xmlns:a16="http://schemas.microsoft.com/office/drawing/2014/main" id="{E8A8EAB8-D2FF-444D-B34B-7D32F106AD0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62BD024C-A1B2-9BBA-6584-850B4B1130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448721"/>
            <a:ext cx="4707671" cy="1225650"/>
          </a:xfrm>
        </p:spPr>
        <p:txBody>
          <a:bodyPr vert="horz" lIns="91440" tIns="45720" rIns="91440" bIns="45720" rtlCol="0" anchor="b">
            <a:normAutofit/>
          </a:bodyPr>
          <a:lstStyle/>
          <a:p>
            <a:pPr rtl="0">
              <a:spcBef>
                <a:spcPct val="0"/>
              </a:spcBef>
            </a:pPr>
            <a:r>
              <a:rPr lang="en-US" sz="3800" kern="1200">
                <a:solidFill>
                  <a:schemeClr val="bg1"/>
                </a:solidFill>
                <a:latin typeface="+mj-lt"/>
                <a:ea typeface="+mj-ea"/>
                <a:cs typeface="+mj-cs"/>
              </a:rPr>
              <a:t>RUFUS</a:t>
            </a:r>
          </a:p>
        </p:txBody>
      </p:sp>
      <p:cxnSp>
        <p:nvCxnSpPr>
          <p:cNvPr id="1084" name="Straight Connector 1083">
            <a:extLst>
              <a:ext uri="{FF2B5EF4-FFF2-40B4-BE49-F238E27FC236}">
                <a16:creationId xmlns:a16="http://schemas.microsoft.com/office/drawing/2014/main" id="{EEA38897-7BA3-4408-8083-3235339C4A6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831873" y="1749756"/>
            <a:ext cx="4718304" cy="0"/>
          </a:xfrm>
          <a:prstGeom prst="line">
            <a:avLst/>
          </a:prstGeom>
          <a:ln w="127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86" name="Straight Connector 1085">
            <a:extLst>
              <a:ext uri="{FF2B5EF4-FFF2-40B4-BE49-F238E27FC236}">
                <a16:creationId xmlns:a16="http://schemas.microsoft.com/office/drawing/2014/main" id="{F11AD06B-AB20-4097-8606-5DA00DBACE8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834027" y="5707672"/>
            <a:ext cx="4713997" cy="0"/>
          </a:xfrm>
          <a:prstGeom prst="line">
            <a:avLst/>
          </a:prstGeom>
          <a:ln w="127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26" name="Picture 2" descr="Rufus - Rufus">
            <a:extLst>
              <a:ext uri="{FF2B5EF4-FFF2-40B4-BE49-F238E27FC236}">
                <a16:creationId xmlns:a16="http://schemas.microsoft.com/office/drawing/2014/main" id="{F5FCC431-CB33-BAF7-7079-CF138EA1AD5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71"/>
          <a:stretch>
            <a:fillRect/>
          </a:stretch>
        </p:blipFill>
        <p:spPr bwMode="auto">
          <a:xfrm>
            <a:off x="6382050" y="268664"/>
            <a:ext cx="4721346" cy="632067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Image 3">
            <a:extLst>
              <a:ext uri="{FF2B5EF4-FFF2-40B4-BE49-F238E27FC236}">
                <a16:creationId xmlns:a16="http://schemas.microsoft.com/office/drawing/2014/main" id="{77649D85-E21A-AFFF-FAE3-DA4F4750142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/>
        </p:blipFill>
        <p:spPr bwMode="auto">
          <a:xfrm>
            <a:off x="11228927" y="58020"/>
            <a:ext cx="963073" cy="963073"/>
          </a:xfrm>
          <a:prstGeom prst="rect">
            <a:avLst/>
          </a:prstGeom>
        </p:spPr>
      </p:pic>
      <p:sp>
        <p:nvSpPr>
          <p:cNvPr id="7" name="ZoneTexte 6">
            <a:extLst>
              <a:ext uri="{FF2B5EF4-FFF2-40B4-BE49-F238E27FC236}">
                <a16:creationId xmlns:a16="http://schemas.microsoft.com/office/drawing/2014/main" id="{5AD269CF-EA36-8429-83EE-A8300AE16AE8}"/>
              </a:ext>
            </a:extLst>
          </p:cNvPr>
          <p:cNvSpPr txBox="1"/>
          <p:nvPr/>
        </p:nvSpPr>
        <p:spPr bwMode="auto">
          <a:xfrm>
            <a:off x="11399874" y="6153741"/>
            <a:ext cx="1056029" cy="800155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compatLnSpc="0">
            <a:spAutoFit/>
          </a:bodyPr>
          <a:lstStyle/>
          <a:p>
            <a:pPr>
              <a:defRPr/>
            </a:pPr>
            <a:r>
              <a:rPr sz="4800" b="1" dirty="0">
                <a:solidFill>
                  <a:schemeClr val="bg1"/>
                </a:solidFill>
              </a:rPr>
              <a:t>1</a:t>
            </a:r>
            <a:r>
              <a:rPr lang="fr-FR" sz="4800" b="1" dirty="0">
                <a:solidFill>
                  <a:schemeClr val="bg1"/>
                </a:solidFill>
              </a:rPr>
              <a:t>7</a:t>
            </a:r>
            <a:endParaRPr sz="8000" dirty="0">
              <a:solidFill>
                <a:schemeClr val="bg1"/>
              </a:solidFill>
            </a:endParaRPr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54D60328-24BB-29F4-27A6-72BE207ACDD4}"/>
              </a:ext>
            </a:extLst>
          </p:cNvPr>
          <p:cNvSpPr txBox="1"/>
          <p:nvPr/>
        </p:nvSpPr>
        <p:spPr>
          <a:xfrm>
            <a:off x="831873" y="1938426"/>
            <a:ext cx="379639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>
                <a:solidFill>
                  <a:schemeClr val="bg1"/>
                </a:solidFill>
              </a:rPr>
              <a:t>Création d’une clé USB bootable pour l’installation de KALI</a:t>
            </a:r>
          </a:p>
        </p:txBody>
      </p:sp>
      <p:cxnSp>
        <p:nvCxnSpPr>
          <p:cNvPr id="6" name="Connecteur droit 5">
            <a:extLst>
              <a:ext uri="{FF2B5EF4-FFF2-40B4-BE49-F238E27FC236}">
                <a16:creationId xmlns:a16="http://schemas.microsoft.com/office/drawing/2014/main" id="{EF1C3DA0-132D-2087-B602-9FB397335026}"/>
              </a:ext>
            </a:extLst>
          </p:cNvPr>
          <p:cNvCxnSpPr>
            <a:cxnSpLocks/>
          </p:cNvCxnSpPr>
          <p:nvPr/>
        </p:nvCxnSpPr>
        <p:spPr>
          <a:xfrm>
            <a:off x="6611815" y="3671668"/>
            <a:ext cx="1856936" cy="12660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7919549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3" name="Rectangle 2082">
            <a:extLst>
              <a:ext uri="{FF2B5EF4-FFF2-40B4-BE49-F238E27FC236}">
                <a16:creationId xmlns:a16="http://schemas.microsoft.com/office/drawing/2014/main" id="{3A397E3E-B90C-4D82-BAAA-36F7AC6A456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2085" name="Group 2084">
            <a:extLst>
              <a:ext uri="{FF2B5EF4-FFF2-40B4-BE49-F238E27FC236}">
                <a16:creationId xmlns:a16="http://schemas.microsoft.com/office/drawing/2014/main" id="{0F0C2E5D-B08F-4A99-9D15-59D33148FE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247167"/>
            <a:ext cx="1861854" cy="717514"/>
            <a:chOff x="0" y="238499"/>
            <a:chExt cx="1861854" cy="717514"/>
          </a:xfrm>
          <a:solidFill>
            <a:schemeClr val="bg1"/>
          </a:solidFill>
        </p:grpSpPr>
        <p:grpSp>
          <p:nvGrpSpPr>
            <p:cNvPr id="2086" name="Group 2085">
              <a:extLst>
                <a:ext uri="{FF2B5EF4-FFF2-40B4-BE49-F238E27FC236}">
                  <a16:creationId xmlns:a16="http://schemas.microsoft.com/office/drawing/2014/main" id="{07B8F35D-FB89-4C40-8A99-E46DDA02132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>
              <a:off x="0" y="238499"/>
              <a:ext cx="1861854" cy="717514"/>
              <a:chOff x="0" y="604259"/>
              <a:chExt cx="1861854" cy="717514"/>
            </a:xfrm>
            <a:grpFill/>
          </p:grpSpPr>
          <p:sp>
            <p:nvSpPr>
              <p:cNvPr id="2090" name="Freeform: Shape 2089">
                <a:extLst>
                  <a:ext uri="{FF2B5EF4-FFF2-40B4-BE49-F238E27FC236}">
                    <a16:creationId xmlns:a16="http://schemas.microsoft.com/office/drawing/2014/main" id="{E16C8D8F-10E9-4498-ABDB-0F923F8B6837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0" y="604259"/>
                <a:ext cx="1861854" cy="277779"/>
              </a:xfrm>
              <a:custGeom>
                <a:avLst/>
                <a:gdLst>
                  <a:gd name="connsiteX0" fmla="*/ 180458 w 1861854"/>
                  <a:gd name="connsiteY0" fmla="*/ 0 h 277779"/>
                  <a:gd name="connsiteX1" fmla="*/ 419222 w 1861854"/>
                  <a:gd name="connsiteY1" fmla="*/ 238761 h 277779"/>
                  <a:gd name="connsiteX2" fmla="*/ 657984 w 1861854"/>
                  <a:gd name="connsiteY2" fmla="*/ 0 h 277779"/>
                  <a:gd name="connsiteX3" fmla="*/ 896745 w 1861854"/>
                  <a:gd name="connsiteY3" fmla="*/ 238761 h 277779"/>
                  <a:gd name="connsiteX4" fmla="*/ 1135754 w 1861854"/>
                  <a:gd name="connsiteY4" fmla="*/ 0 h 277779"/>
                  <a:gd name="connsiteX5" fmla="*/ 1374516 w 1861854"/>
                  <a:gd name="connsiteY5" fmla="*/ 238761 h 277779"/>
                  <a:gd name="connsiteX6" fmla="*/ 1613277 w 1861854"/>
                  <a:gd name="connsiteY6" fmla="*/ 0 h 277779"/>
                  <a:gd name="connsiteX7" fmla="*/ 1861854 w 1861854"/>
                  <a:gd name="connsiteY7" fmla="*/ 248577 h 277779"/>
                  <a:gd name="connsiteX8" fmla="*/ 1842470 w 1861854"/>
                  <a:gd name="connsiteY8" fmla="*/ 267963 h 277779"/>
                  <a:gd name="connsiteX9" fmla="*/ 1613277 w 1861854"/>
                  <a:gd name="connsiteY9" fmla="*/ 39017 h 277779"/>
                  <a:gd name="connsiteX10" fmla="*/ 1374516 w 1861854"/>
                  <a:gd name="connsiteY10" fmla="*/ 277779 h 277779"/>
                  <a:gd name="connsiteX11" fmla="*/ 1135754 w 1861854"/>
                  <a:gd name="connsiteY11" fmla="*/ 39017 h 277779"/>
                  <a:gd name="connsiteX12" fmla="*/ 896745 w 1861854"/>
                  <a:gd name="connsiteY12" fmla="*/ 277779 h 277779"/>
                  <a:gd name="connsiteX13" fmla="*/ 657984 w 1861854"/>
                  <a:gd name="connsiteY13" fmla="*/ 39017 h 277779"/>
                  <a:gd name="connsiteX14" fmla="*/ 419222 w 1861854"/>
                  <a:gd name="connsiteY14" fmla="*/ 277779 h 277779"/>
                  <a:gd name="connsiteX15" fmla="*/ 180458 w 1861854"/>
                  <a:gd name="connsiteY15" fmla="*/ 39017 h 277779"/>
                  <a:gd name="connsiteX16" fmla="*/ 0 w 1861854"/>
                  <a:gd name="connsiteY16" fmla="*/ 219283 h 277779"/>
                  <a:gd name="connsiteX17" fmla="*/ 0 w 1861854"/>
                  <a:gd name="connsiteY17" fmla="*/ 180458 h 27777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</a:cxnLst>
                <a:rect l="l" t="t" r="r" b="b"/>
                <a:pathLst>
                  <a:path w="1861854" h="277779">
                    <a:moveTo>
                      <a:pt x="180458" y="0"/>
                    </a:moveTo>
                    <a:lnTo>
                      <a:pt x="419222" y="238761"/>
                    </a:lnTo>
                    <a:lnTo>
                      <a:pt x="657984" y="0"/>
                    </a:lnTo>
                    <a:lnTo>
                      <a:pt x="896745" y="238761"/>
                    </a:lnTo>
                    <a:lnTo>
                      <a:pt x="1135754" y="0"/>
                    </a:lnTo>
                    <a:lnTo>
                      <a:pt x="1374516" y="238761"/>
                    </a:lnTo>
                    <a:lnTo>
                      <a:pt x="1613277" y="0"/>
                    </a:lnTo>
                    <a:lnTo>
                      <a:pt x="1861854" y="248577"/>
                    </a:lnTo>
                    <a:lnTo>
                      <a:pt x="1842470" y="267963"/>
                    </a:lnTo>
                    <a:lnTo>
                      <a:pt x="1613277" y="39017"/>
                    </a:lnTo>
                    <a:lnTo>
                      <a:pt x="1374516" y="277779"/>
                    </a:lnTo>
                    <a:lnTo>
                      <a:pt x="1135754" y="39017"/>
                    </a:lnTo>
                    <a:lnTo>
                      <a:pt x="896745" y="277779"/>
                    </a:lnTo>
                    <a:lnTo>
                      <a:pt x="657984" y="39017"/>
                    </a:lnTo>
                    <a:lnTo>
                      <a:pt x="419222" y="277779"/>
                    </a:lnTo>
                    <a:lnTo>
                      <a:pt x="180458" y="39017"/>
                    </a:lnTo>
                    <a:lnTo>
                      <a:pt x="0" y="219283"/>
                    </a:lnTo>
                    <a:lnTo>
                      <a:pt x="0" y="180458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wrap="square" rtlCol="0" anchor="ctr">
                <a:noAutofit/>
              </a:bodyPr>
              <a:lstStyle/>
              <a:p>
                <a:endParaRPr lang="en-US"/>
              </a:p>
            </p:txBody>
          </p:sp>
          <p:sp>
            <p:nvSpPr>
              <p:cNvPr id="2096" name="Freeform: Shape 2090">
                <a:extLst>
                  <a:ext uri="{FF2B5EF4-FFF2-40B4-BE49-F238E27FC236}">
                    <a16:creationId xmlns:a16="http://schemas.microsoft.com/office/drawing/2014/main" id="{1E5A83E3-8A11-4492-BB6E-F5F2240316FB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0" y="1043994"/>
                <a:ext cx="1861854" cy="277779"/>
              </a:xfrm>
              <a:custGeom>
                <a:avLst/>
                <a:gdLst>
                  <a:gd name="connsiteX0" fmla="*/ 180458 w 1861854"/>
                  <a:gd name="connsiteY0" fmla="*/ 0 h 277779"/>
                  <a:gd name="connsiteX1" fmla="*/ 419222 w 1861854"/>
                  <a:gd name="connsiteY1" fmla="*/ 238761 h 277779"/>
                  <a:gd name="connsiteX2" fmla="*/ 657984 w 1861854"/>
                  <a:gd name="connsiteY2" fmla="*/ 0 h 277779"/>
                  <a:gd name="connsiteX3" fmla="*/ 896745 w 1861854"/>
                  <a:gd name="connsiteY3" fmla="*/ 238761 h 277779"/>
                  <a:gd name="connsiteX4" fmla="*/ 1135754 w 1861854"/>
                  <a:gd name="connsiteY4" fmla="*/ 0 h 277779"/>
                  <a:gd name="connsiteX5" fmla="*/ 1374516 w 1861854"/>
                  <a:gd name="connsiteY5" fmla="*/ 238761 h 277779"/>
                  <a:gd name="connsiteX6" fmla="*/ 1613277 w 1861854"/>
                  <a:gd name="connsiteY6" fmla="*/ 0 h 277779"/>
                  <a:gd name="connsiteX7" fmla="*/ 1861854 w 1861854"/>
                  <a:gd name="connsiteY7" fmla="*/ 248577 h 277779"/>
                  <a:gd name="connsiteX8" fmla="*/ 1842470 w 1861854"/>
                  <a:gd name="connsiteY8" fmla="*/ 268208 h 277779"/>
                  <a:gd name="connsiteX9" fmla="*/ 1613277 w 1861854"/>
                  <a:gd name="connsiteY9" fmla="*/ 39017 h 277779"/>
                  <a:gd name="connsiteX10" fmla="*/ 1374516 w 1861854"/>
                  <a:gd name="connsiteY10" fmla="*/ 277779 h 277779"/>
                  <a:gd name="connsiteX11" fmla="*/ 1135754 w 1861854"/>
                  <a:gd name="connsiteY11" fmla="*/ 39017 h 277779"/>
                  <a:gd name="connsiteX12" fmla="*/ 896745 w 1861854"/>
                  <a:gd name="connsiteY12" fmla="*/ 277779 h 277779"/>
                  <a:gd name="connsiteX13" fmla="*/ 657984 w 1861854"/>
                  <a:gd name="connsiteY13" fmla="*/ 39017 h 277779"/>
                  <a:gd name="connsiteX14" fmla="*/ 419222 w 1861854"/>
                  <a:gd name="connsiteY14" fmla="*/ 277779 h 277779"/>
                  <a:gd name="connsiteX15" fmla="*/ 180458 w 1861854"/>
                  <a:gd name="connsiteY15" fmla="*/ 39017 h 277779"/>
                  <a:gd name="connsiteX16" fmla="*/ 0 w 1861854"/>
                  <a:gd name="connsiteY16" fmla="*/ 219475 h 277779"/>
                  <a:gd name="connsiteX17" fmla="*/ 0 w 1861854"/>
                  <a:gd name="connsiteY17" fmla="*/ 180458 h 27777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</a:cxnLst>
                <a:rect l="l" t="t" r="r" b="b"/>
                <a:pathLst>
                  <a:path w="1861854" h="277779">
                    <a:moveTo>
                      <a:pt x="180458" y="0"/>
                    </a:moveTo>
                    <a:lnTo>
                      <a:pt x="419222" y="238761"/>
                    </a:lnTo>
                    <a:lnTo>
                      <a:pt x="657984" y="0"/>
                    </a:lnTo>
                    <a:lnTo>
                      <a:pt x="896745" y="238761"/>
                    </a:lnTo>
                    <a:lnTo>
                      <a:pt x="1135754" y="0"/>
                    </a:lnTo>
                    <a:lnTo>
                      <a:pt x="1374516" y="238761"/>
                    </a:lnTo>
                    <a:lnTo>
                      <a:pt x="1613277" y="0"/>
                    </a:lnTo>
                    <a:lnTo>
                      <a:pt x="1861854" y="248577"/>
                    </a:lnTo>
                    <a:lnTo>
                      <a:pt x="1842470" y="268208"/>
                    </a:lnTo>
                    <a:lnTo>
                      <a:pt x="1613277" y="39017"/>
                    </a:lnTo>
                    <a:lnTo>
                      <a:pt x="1374516" y="277779"/>
                    </a:lnTo>
                    <a:lnTo>
                      <a:pt x="1135754" y="39017"/>
                    </a:lnTo>
                    <a:lnTo>
                      <a:pt x="896745" y="277779"/>
                    </a:lnTo>
                    <a:lnTo>
                      <a:pt x="657984" y="39017"/>
                    </a:lnTo>
                    <a:lnTo>
                      <a:pt x="419222" y="277779"/>
                    </a:lnTo>
                    <a:lnTo>
                      <a:pt x="180458" y="39017"/>
                    </a:lnTo>
                    <a:lnTo>
                      <a:pt x="0" y="219475"/>
                    </a:lnTo>
                    <a:lnTo>
                      <a:pt x="0" y="180458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wrap="square" rtlCol="0" anchor="ctr">
                <a:noAutofit/>
              </a:bodyPr>
              <a:lstStyle/>
              <a:p>
                <a:endParaRPr lang="en-US"/>
              </a:p>
            </p:txBody>
          </p:sp>
        </p:grpSp>
        <p:grpSp>
          <p:nvGrpSpPr>
            <p:cNvPr id="2087" name="Group 2086">
              <a:extLst>
                <a:ext uri="{FF2B5EF4-FFF2-40B4-BE49-F238E27FC236}">
                  <a16:creationId xmlns:a16="http://schemas.microsoft.com/office/drawing/2014/main" id="{55FC669C-CD13-4F4A-AFFF-4029D34F2DB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>
              <a:off x="0" y="238499"/>
              <a:ext cx="1861854" cy="717514"/>
              <a:chOff x="0" y="604259"/>
              <a:chExt cx="1861854" cy="717514"/>
            </a:xfrm>
            <a:grpFill/>
          </p:grpSpPr>
          <p:sp>
            <p:nvSpPr>
              <p:cNvPr id="2088" name="Freeform: Shape 2087">
                <a:extLst>
                  <a:ext uri="{FF2B5EF4-FFF2-40B4-BE49-F238E27FC236}">
                    <a16:creationId xmlns:a16="http://schemas.microsoft.com/office/drawing/2014/main" id="{6617B5AA-8A0D-41D3-B2EF-8BC53E3B7DFF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0" y="604259"/>
                <a:ext cx="1861854" cy="277779"/>
              </a:xfrm>
              <a:custGeom>
                <a:avLst/>
                <a:gdLst>
                  <a:gd name="connsiteX0" fmla="*/ 180458 w 1861854"/>
                  <a:gd name="connsiteY0" fmla="*/ 0 h 277779"/>
                  <a:gd name="connsiteX1" fmla="*/ 419222 w 1861854"/>
                  <a:gd name="connsiteY1" fmla="*/ 238761 h 277779"/>
                  <a:gd name="connsiteX2" fmla="*/ 657984 w 1861854"/>
                  <a:gd name="connsiteY2" fmla="*/ 0 h 277779"/>
                  <a:gd name="connsiteX3" fmla="*/ 896745 w 1861854"/>
                  <a:gd name="connsiteY3" fmla="*/ 238761 h 277779"/>
                  <a:gd name="connsiteX4" fmla="*/ 1135754 w 1861854"/>
                  <a:gd name="connsiteY4" fmla="*/ 0 h 277779"/>
                  <a:gd name="connsiteX5" fmla="*/ 1374516 w 1861854"/>
                  <a:gd name="connsiteY5" fmla="*/ 238761 h 277779"/>
                  <a:gd name="connsiteX6" fmla="*/ 1613277 w 1861854"/>
                  <a:gd name="connsiteY6" fmla="*/ 0 h 277779"/>
                  <a:gd name="connsiteX7" fmla="*/ 1861854 w 1861854"/>
                  <a:gd name="connsiteY7" fmla="*/ 248577 h 277779"/>
                  <a:gd name="connsiteX8" fmla="*/ 1842470 w 1861854"/>
                  <a:gd name="connsiteY8" fmla="*/ 267963 h 277779"/>
                  <a:gd name="connsiteX9" fmla="*/ 1613277 w 1861854"/>
                  <a:gd name="connsiteY9" fmla="*/ 39017 h 277779"/>
                  <a:gd name="connsiteX10" fmla="*/ 1374516 w 1861854"/>
                  <a:gd name="connsiteY10" fmla="*/ 277779 h 277779"/>
                  <a:gd name="connsiteX11" fmla="*/ 1135754 w 1861854"/>
                  <a:gd name="connsiteY11" fmla="*/ 39017 h 277779"/>
                  <a:gd name="connsiteX12" fmla="*/ 896745 w 1861854"/>
                  <a:gd name="connsiteY12" fmla="*/ 277779 h 277779"/>
                  <a:gd name="connsiteX13" fmla="*/ 657984 w 1861854"/>
                  <a:gd name="connsiteY13" fmla="*/ 39017 h 277779"/>
                  <a:gd name="connsiteX14" fmla="*/ 419222 w 1861854"/>
                  <a:gd name="connsiteY14" fmla="*/ 277779 h 277779"/>
                  <a:gd name="connsiteX15" fmla="*/ 180458 w 1861854"/>
                  <a:gd name="connsiteY15" fmla="*/ 39017 h 277779"/>
                  <a:gd name="connsiteX16" fmla="*/ 0 w 1861854"/>
                  <a:gd name="connsiteY16" fmla="*/ 219283 h 277779"/>
                  <a:gd name="connsiteX17" fmla="*/ 0 w 1861854"/>
                  <a:gd name="connsiteY17" fmla="*/ 180458 h 27777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</a:cxnLst>
                <a:rect l="l" t="t" r="r" b="b"/>
                <a:pathLst>
                  <a:path w="1861854" h="277779">
                    <a:moveTo>
                      <a:pt x="180458" y="0"/>
                    </a:moveTo>
                    <a:lnTo>
                      <a:pt x="419222" y="238761"/>
                    </a:lnTo>
                    <a:lnTo>
                      <a:pt x="657984" y="0"/>
                    </a:lnTo>
                    <a:lnTo>
                      <a:pt x="896745" y="238761"/>
                    </a:lnTo>
                    <a:lnTo>
                      <a:pt x="1135754" y="0"/>
                    </a:lnTo>
                    <a:lnTo>
                      <a:pt x="1374516" y="238761"/>
                    </a:lnTo>
                    <a:lnTo>
                      <a:pt x="1613277" y="0"/>
                    </a:lnTo>
                    <a:lnTo>
                      <a:pt x="1861854" y="248577"/>
                    </a:lnTo>
                    <a:lnTo>
                      <a:pt x="1842470" y="267963"/>
                    </a:lnTo>
                    <a:lnTo>
                      <a:pt x="1613277" y="39017"/>
                    </a:lnTo>
                    <a:lnTo>
                      <a:pt x="1374516" y="277779"/>
                    </a:lnTo>
                    <a:lnTo>
                      <a:pt x="1135754" y="39017"/>
                    </a:lnTo>
                    <a:lnTo>
                      <a:pt x="896745" y="277779"/>
                    </a:lnTo>
                    <a:lnTo>
                      <a:pt x="657984" y="39017"/>
                    </a:lnTo>
                    <a:lnTo>
                      <a:pt x="419222" y="277779"/>
                    </a:lnTo>
                    <a:lnTo>
                      <a:pt x="180458" y="39017"/>
                    </a:lnTo>
                    <a:lnTo>
                      <a:pt x="0" y="219283"/>
                    </a:lnTo>
                    <a:lnTo>
                      <a:pt x="0" y="180458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wrap="square" rtlCol="0" anchor="ctr">
                <a:noAutofit/>
              </a:bodyPr>
              <a:lstStyle/>
              <a:p>
                <a:endParaRPr lang="en-US"/>
              </a:p>
            </p:txBody>
          </p:sp>
          <p:sp>
            <p:nvSpPr>
              <p:cNvPr id="2089" name="Freeform: Shape 2088">
                <a:extLst>
                  <a:ext uri="{FF2B5EF4-FFF2-40B4-BE49-F238E27FC236}">
                    <a16:creationId xmlns:a16="http://schemas.microsoft.com/office/drawing/2014/main" id="{572EB308-9A4E-4332-A908-22F2978D7545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0" y="1043994"/>
                <a:ext cx="1861854" cy="277779"/>
              </a:xfrm>
              <a:custGeom>
                <a:avLst/>
                <a:gdLst>
                  <a:gd name="connsiteX0" fmla="*/ 180458 w 1861854"/>
                  <a:gd name="connsiteY0" fmla="*/ 0 h 277779"/>
                  <a:gd name="connsiteX1" fmla="*/ 419222 w 1861854"/>
                  <a:gd name="connsiteY1" fmla="*/ 238761 h 277779"/>
                  <a:gd name="connsiteX2" fmla="*/ 657984 w 1861854"/>
                  <a:gd name="connsiteY2" fmla="*/ 0 h 277779"/>
                  <a:gd name="connsiteX3" fmla="*/ 896745 w 1861854"/>
                  <a:gd name="connsiteY3" fmla="*/ 238761 h 277779"/>
                  <a:gd name="connsiteX4" fmla="*/ 1135754 w 1861854"/>
                  <a:gd name="connsiteY4" fmla="*/ 0 h 277779"/>
                  <a:gd name="connsiteX5" fmla="*/ 1374516 w 1861854"/>
                  <a:gd name="connsiteY5" fmla="*/ 238761 h 277779"/>
                  <a:gd name="connsiteX6" fmla="*/ 1613277 w 1861854"/>
                  <a:gd name="connsiteY6" fmla="*/ 0 h 277779"/>
                  <a:gd name="connsiteX7" fmla="*/ 1861854 w 1861854"/>
                  <a:gd name="connsiteY7" fmla="*/ 248577 h 277779"/>
                  <a:gd name="connsiteX8" fmla="*/ 1842470 w 1861854"/>
                  <a:gd name="connsiteY8" fmla="*/ 268208 h 277779"/>
                  <a:gd name="connsiteX9" fmla="*/ 1613277 w 1861854"/>
                  <a:gd name="connsiteY9" fmla="*/ 39017 h 277779"/>
                  <a:gd name="connsiteX10" fmla="*/ 1374516 w 1861854"/>
                  <a:gd name="connsiteY10" fmla="*/ 277779 h 277779"/>
                  <a:gd name="connsiteX11" fmla="*/ 1135754 w 1861854"/>
                  <a:gd name="connsiteY11" fmla="*/ 39017 h 277779"/>
                  <a:gd name="connsiteX12" fmla="*/ 896745 w 1861854"/>
                  <a:gd name="connsiteY12" fmla="*/ 277779 h 277779"/>
                  <a:gd name="connsiteX13" fmla="*/ 657984 w 1861854"/>
                  <a:gd name="connsiteY13" fmla="*/ 39017 h 277779"/>
                  <a:gd name="connsiteX14" fmla="*/ 419222 w 1861854"/>
                  <a:gd name="connsiteY14" fmla="*/ 277779 h 277779"/>
                  <a:gd name="connsiteX15" fmla="*/ 180458 w 1861854"/>
                  <a:gd name="connsiteY15" fmla="*/ 39017 h 277779"/>
                  <a:gd name="connsiteX16" fmla="*/ 0 w 1861854"/>
                  <a:gd name="connsiteY16" fmla="*/ 219475 h 277779"/>
                  <a:gd name="connsiteX17" fmla="*/ 0 w 1861854"/>
                  <a:gd name="connsiteY17" fmla="*/ 180458 h 27777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</a:cxnLst>
                <a:rect l="l" t="t" r="r" b="b"/>
                <a:pathLst>
                  <a:path w="1861854" h="277779">
                    <a:moveTo>
                      <a:pt x="180458" y="0"/>
                    </a:moveTo>
                    <a:lnTo>
                      <a:pt x="419222" y="238761"/>
                    </a:lnTo>
                    <a:lnTo>
                      <a:pt x="657984" y="0"/>
                    </a:lnTo>
                    <a:lnTo>
                      <a:pt x="896745" y="238761"/>
                    </a:lnTo>
                    <a:lnTo>
                      <a:pt x="1135754" y="0"/>
                    </a:lnTo>
                    <a:lnTo>
                      <a:pt x="1374516" y="238761"/>
                    </a:lnTo>
                    <a:lnTo>
                      <a:pt x="1613277" y="0"/>
                    </a:lnTo>
                    <a:lnTo>
                      <a:pt x="1861854" y="248577"/>
                    </a:lnTo>
                    <a:lnTo>
                      <a:pt x="1842470" y="268208"/>
                    </a:lnTo>
                    <a:lnTo>
                      <a:pt x="1613277" y="39017"/>
                    </a:lnTo>
                    <a:lnTo>
                      <a:pt x="1374516" y="277779"/>
                    </a:lnTo>
                    <a:lnTo>
                      <a:pt x="1135754" y="39017"/>
                    </a:lnTo>
                    <a:lnTo>
                      <a:pt x="896745" y="277779"/>
                    </a:lnTo>
                    <a:lnTo>
                      <a:pt x="657984" y="39017"/>
                    </a:lnTo>
                    <a:lnTo>
                      <a:pt x="419222" y="277779"/>
                    </a:lnTo>
                    <a:lnTo>
                      <a:pt x="180458" y="39017"/>
                    </a:lnTo>
                    <a:lnTo>
                      <a:pt x="0" y="219475"/>
                    </a:lnTo>
                    <a:lnTo>
                      <a:pt x="0" y="180458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wrap="square" rtlCol="0" anchor="ctr">
                <a:noAutofit/>
              </a:bodyPr>
              <a:lstStyle/>
              <a:p>
                <a:endParaRPr lang="en-US"/>
              </a:p>
            </p:txBody>
          </p:sp>
        </p:grpSp>
      </p:grpSp>
      <p:grpSp>
        <p:nvGrpSpPr>
          <p:cNvPr id="2098" name="Group 2092">
            <a:extLst>
              <a:ext uri="{FF2B5EF4-FFF2-40B4-BE49-F238E27FC236}">
                <a16:creationId xmlns:a16="http://schemas.microsoft.com/office/drawing/2014/main" id="{5499343D-E927-41D0-B997-E44A300C68D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579725" y="1119591"/>
            <a:ext cx="4965868" cy="4598497"/>
            <a:chOff x="579725" y="1119591"/>
            <a:chExt cx="4965868" cy="4598497"/>
          </a:xfrm>
        </p:grpSpPr>
        <p:sp>
          <p:nvSpPr>
            <p:cNvPr id="2094" name="Rectangle 2093">
              <a:extLst>
                <a:ext uri="{FF2B5EF4-FFF2-40B4-BE49-F238E27FC236}">
                  <a16:creationId xmlns:a16="http://schemas.microsoft.com/office/drawing/2014/main" id="{2C1D3151-5F97-4860-B56C-C98BD62CC25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725" y="1119591"/>
              <a:ext cx="4965868" cy="4598497"/>
            </a:xfrm>
            <a:prstGeom prst="rect">
              <a:avLst/>
            </a:prstGeom>
            <a:solidFill>
              <a:srgbClr val="FFFFFF"/>
            </a:solidFill>
            <a:ln w="28575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95" name="Rectangle 2094">
              <a:extLst>
                <a:ext uri="{FF2B5EF4-FFF2-40B4-BE49-F238E27FC236}">
                  <a16:creationId xmlns:a16="http://schemas.microsoft.com/office/drawing/2014/main" id="{DAD33695-C117-4AEE-9AF5-65F13C6CC39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725" y="1119591"/>
              <a:ext cx="4965868" cy="4598497"/>
            </a:xfrm>
            <a:prstGeom prst="rect">
              <a:avLst/>
            </a:prstGeom>
            <a:solidFill>
              <a:schemeClr val="accent6">
                <a:alpha val="30000"/>
              </a:schemeClr>
            </a:solidFill>
            <a:ln w="28575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097" name="Rectangle 2096">
            <a:extLst>
              <a:ext uri="{FF2B5EF4-FFF2-40B4-BE49-F238E27FC236}">
                <a16:creationId xmlns:a16="http://schemas.microsoft.com/office/drawing/2014/main" id="{90A7F83A-9728-4030-8E45-9ECF1ABCCC1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54039" y="1073782"/>
            <a:ext cx="4860256" cy="4529266"/>
          </a:xfrm>
          <a:prstGeom prst="rect">
            <a:avLst/>
          </a:prstGeom>
          <a:solidFill>
            <a:schemeClr val="tx1"/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A0443166-76B9-2E9A-AD18-63992FAEED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254952"/>
            <a:ext cx="4324642" cy="2939655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 rtl="0">
              <a:spcBef>
                <a:spcPct val="0"/>
              </a:spcBef>
            </a:pPr>
            <a:r>
              <a:rPr lang="en-US" sz="5400" kern="1200">
                <a:solidFill>
                  <a:schemeClr val="bg1"/>
                </a:solidFill>
              </a:rPr>
              <a:t>KALI LINUX + GRUB</a:t>
            </a:r>
          </a:p>
        </p:txBody>
      </p:sp>
      <p:pic>
        <p:nvPicPr>
          <p:cNvPr id="2050" name="Picture 2" descr="Installing Kali Linux | Kali Linux ...">
            <a:extLst>
              <a:ext uri="{FF2B5EF4-FFF2-40B4-BE49-F238E27FC236}">
                <a16:creationId xmlns:a16="http://schemas.microsoft.com/office/drawing/2014/main" id="{A954DA49-560C-B90E-5AF4-AD87CB13418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3315" b="2"/>
          <a:stretch>
            <a:fillRect/>
          </a:stretch>
        </p:blipFill>
        <p:spPr bwMode="auto">
          <a:xfrm>
            <a:off x="6094114" y="1321031"/>
            <a:ext cx="5428611" cy="4210940"/>
          </a:xfrm>
          <a:prstGeom prst="rect">
            <a:avLst/>
          </a:prstGeom>
          <a:noFill/>
          <a:ln w="28575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099" name="Freeform: Shape 2098">
            <a:extLst>
              <a:ext uri="{FF2B5EF4-FFF2-40B4-BE49-F238E27FC236}">
                <a16:creationId xmlns:a16="http://schemas.microsoft.com/office/drawing/2014/main" id="{A2B5CBEA-F125-49B6-8335-227C325B112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10790119" y="0"/>
            <a:ext cx="1401881" cy="1345036"/>
          </a:xfrm>
          <a:custGeom>
            <a:avLst/>
            <a:gdLst>
              <a:gd name="connsiteX0" fmla="*/ 2473947 w 3432581"/>
              <a:gd name="connsiteY0" fmla="*/ 0 h 3293393"/>
              <a:gd name="connsiteX1" fmla="*/ 3209623 w 3432581"/>
              <a:gd name="connsiteY1" fmla="*/ 111224 h 3293393"/>
              <a:gd name="connsiteX2" fmla="*/ 3432581 w 3432581"/>
              <a:gd name="connsiteY2" fmla="*/ 192828 h 3293393"/>
              <a:gd name="connsiteX3" fmla="*/ 3432581 w 3432581"/>
              <a:gd name="connsiteY3" fmla="*/ 3293393 h 3293393"/>
              <a:gd name="connsiteX4" fmla="*/ 141884 w 3432581"/>
              <a:gd name="connsiteY4" fmla="*/ 3293393 h 3293393"/>
              <a:gd name="connsiteX5" fmla="*/ 111224 w 3432581"/>
              <a:gd name="connsiteY5" fmla="*/ 3209623 h 3293393"/>
              <a:gd name="connsiteX6" fmla="*/ 0 w 3432581"/>
              <a:gd name="connsiteY6" fmla="*/ 2473947 h 3293393"/>
              <a:gd name="connsiteX7" fmla="*/ 2473947 w 3432581"/>
              <a:gd name="connsiteY7" fmla="*/ 0 h 32933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3432581" h="3293393">
                <a:moveTo>
                  <a:pt x="2473947" y="0"/>
                </a:moveTo>
                <a:cubicBezTo>
                  <a:pt x="2730133" y="0"/>
                  <a:pt x="2977223" y="38940"/>
                  <a:pt x="3209623" y="111224"/>
                </a:cubicBezTo>
                <a:lnTo>
                  <a:pt x="3432581" y="192828"/>
                </a:lnTo>
                <a:lnTo>
                  <a:pt x="3432581" y="3293393"/>
                </a:lnTo>
                <a:lnTo>
                  <a:pt x="141884" y="3293393"/>
                </a:lnTo>
                <a:lnTo>
                  <a:pt x="111224" y="3209623"/>
                </a:lnTo>
                <a:cubicBezTo>
                  <a:pt x="38940" y="2977224"/>
                  <a:pt x="0" y="2730133"/>
                  <a:pt x="0" y="2473947"/>
                </a:cubicBezTo>
                <a:cubicBezTo>
                  <a:pt x="0" y="1107624"/>
                  <a:pt x="1107624" y="0"/>
                  <a:pt x="2473947" y="0"/>
                </a:cubicBezTo>
                <a:close/>
              </a:path>
            </a:pathLst>
          </a:custGeom>
          <a:solidFill>
            <a:srgbClr val="FFFFFF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101" name="Freeform: Shape 2100">
            <a:extLst>
              <a:ext uri="{FF2B5EF4-FFF2-40B4-BE49-F238E27FC236}">
                <a16:creationId xmlns:a16="http://schemas.microsoft.com/office/drawing/2014/main" id="{FEA9761C-7BB2-45E5-A5DB-A0B35362454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10790119" y="0"/>
            <a:ext cx="1401881" cy="1345036"/>
          </a:xfrm>
          <a:custGeom>
            <a:avLst/>
            <a:gdLst>
              <a:gd name="connsiteX0" fmla="*/ 2473947 w 3432581"/>
              <a:gd name="connsiteY0" fmla="*/ 0 h 3293393"/>
              <a:gd name="connsiteX1" fmla="*/ 3209623 w 3432581"/>
              <a:gd name="connsiteY1" fmla="*/ 111224 h 3293393"/>
              <a:gd name="connsiteX2" fmla="*/ 3432581 w 3432581"/>
              <a:gd name="connsiteY2" fmla="*/ 192828 h 3293393"/>
              <a:gd name="connsiteX3" fmla="*/ 3432581 w 3432581"/>
              <a:gd name="connsiteY3" fmla="*/ 3293393 h 3293393"/>
              <a:gd name="connsiteX4" fmla="*/ 141884 w 3432581"/>
              <a:gd name="connsiteY4" fmla="*/ 3293393 h 3293393"/>
              <a:gd name="connsiteX5" fmla="*/ 111224 w 3432581"/>
              <a:gd name="connsiteY5" fmla="*/ 3209623 h 3293393"/>
              <a:gd name="connsiteX6" fmla="*/ 0 w 3432581"/>
              <a:gd name="connsiteY6" fmla="*/ 2473947 h 3293393"/>
              <a:gd name="connsiteX7" fmla="*/ 2473947 w 3432581"/>
              <a:gd name="connsiteY7" fmla="*/ 0 h 32933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3432581" h="3293393">
                <a:moveTo>
                  <a:pt x="2473947" y="0"/>
                </a:moveTo>
                <a:cubicBezTo>
                  <a:pt x="2730133" y="0"/>
                  <a:pt x="2977223" y="38940"/>
                  <a:pt x="3209623" y="111224"/>
                </a:cubicBezTo>
                <a:lnTo>
                  <a:pt x="3432581" y="192828"/>
                </a:lnTo>
                <a:lnTo>
                  <a:pt x="3432581" y="3293393"/>
                </a:lnTo>
                <a:lnTo>
                  <a:pt x="141884" y="3293393"/>
                </a:lnTo>
                <a:lnTo>
                  <a:pt x="111224" y="3209623"/>
                </a:lnTo>
                <a:cubicBezTo>
                  <a:pt x="38940" y="2977224"/>
                  <a:pt x="0" y="2730133"/>
                  <a:pt x="0" y="2473947"/>
                </a:cubicBezTo>
                <a:cubicBezTo>
                  <a:pt x="0" y="1107624"/>
                  <a:pt x="1107624" y="0"/>
                  <a:pt x="2473947" y="0"/>
                </a:cubicBezTo>
                <a:close/>
              </a:path>
            </a:pathLst>
          </a:custGeom>
          <a:solidFill>
            <a:schemeClr val="accent2">
              <a:alpha val="30000"/>
            </a:scheme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103" name="Oval 2102">
            <a:extLst>
              <a:ext uri="{FF2B5EF4-FFF2-40B4-BE49-F238E27FC236}">
                <a16:creationId xmlns:a16="http://schemas.microsoft.com/office/drawing/2014/main" id="{4D1A5E71-B6B6-486A-8CDC-C7ABD9B903F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67634" y="4727300"/>
            <a:ext cx="319941" cy="319941"/>
          </a:xfrm>
          <a:prstGeom prst="ellipse">
            <a:avLst/>
          </a:prstGeom>
          <a:solidFill>
            <a:srgbClr val="FFFFFF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2105" name="Oval 2104">
            <a:extLst>
              <a:ext uri="{FF2B5EF4-FFF2-40B4-BE49-F238E27FC236}">
                <a16:creationId xmlns:a16="http://schemas.microsoft.com/office/drawing/2014/main" id="{8E44D629-6B8E-4D88-A77E-149C0ED0349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67634" y="4727300"/>
            <a:ext cx="319941" cy="319941"/>
          </a:xfrm>
          <a:prstGeom prst="ellipse">
            <a:avLst/>
          </a:prstGeom>
          <a:solidFill>
            <a:schemeClr val="accent2">
              <a:alpha val="30000"/>
            </a:schemeClr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grpSp>
        <p:nvGrpSpPr>
          <p:cNvPr id="2107" name="Graphic 185">
            <a:extLst>
              <a:ext uri="{FF2B5EF4-FFF2-40B4-BE49-F238E27FC236}">
                <a16:creationId xmlns:a16="http://schemas.microsoft.com/office/drawing/2014/main" id="{FB9739EB-7F66-433D-841F-AB3CD18700B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0503907" y="5801515"/>
            <a:ext cx="1054466" cy="469689"/>
            <a:chOff x="9841624" y="4115729"/>
            <a:chExt cx="602169" cy="268223"/>
          </a:xfrm>
          <a:solidFill>
            <a:srgbClr val="FFFFFF"/>
          </a:solidFill>
        </p:grpSpPr>
        <p:sp>
          <p:nvSpPr>
            <p:cNvPr id="2108" name="Freeform: Shape 2107">
              <a:extLst>
                <a:ext uri="{FF2B5EF4-FFF2-40B4-BE49-F238E27FC236}">
                  <a16:creationId xmlns:a16="http://schemas.microsoft.com/office/drawing/2014/main" id="{104F2BBD-A005-4DCB-9566-F2351050BEE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841624" y="4115729"/>
              <a:ext cx="202882" cy="268223"/>
            </a:xfrm>
            <a:custGeom>
              <a:avLst/>
              <a:gdLst>
                <a:gd name="connsiteX0" fmla="*/ 20765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765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09" name="Freeform: Shape 2108">
              <a:extLst>
                <a:ext uri="{FF2B5EF4-FFF2-40B4-BE49-F238E27FC236}">
                  <a16:creationId xmlns:a16="http://schemas.microsoft.com/office/drawing/2014/main" id="{8B00DEC7-198B-49D1-98FD-018F3ECFCF4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941445" y="4115729"/>
              <a:ext cx="202882" cy="268223"/>
            </a:xfrm>
            <a:custGeom>
              <a:avLst/>
              <a:gdLst>
                <a:gd name="connsiteX0" fmla="*/ 20765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765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10" name="Freeform: Shape 2109">
              <a:extLst>
                <a:ext uri="{FF2B5EF4-FFF2-40B4-BE49-F238E27FC236}">
                  <a16:creationId xmlns:a16="http://schemas.microsoft.com/office/drawing/2014/main" id="{F14DFC82-B3B3-468E-91B3-1302CFC6846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041267" y="4115729"/>
              <a:ext cx="202882" cy="268223"/>
            </a:xfrm>
            <a:custGeom>
              <a:avLst/>
              <a:gdLst>
                <a:gd name="connsiteX0" fmla="*/ 20669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669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11" name="Freeform: Shape 2110">
              <a:extLst>
                <a:ext uri="{FF2B5EF4-FFF2-40B4-BE49-F238E27FC236}">
                  <a16:creationId xmlns:a16="http://schemas.microsoft.com/office/drawing/2014/main" id="{D3250EFE-214E-4B8E-AF96-036A514FFB2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141090" y="4115729"/>
              <a:ext cx="202882" cy="268223"/>
            </a:xfrm>
            <a:custGeom>
              <a:avLst/>
              <a:gdLst>
                <a:gd name="connsiteX0" fmla="*/ 20669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669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12" name="Freeform: Shape 2111">
              <a:extLst>
                <a:ext uri="{FF2B5EF4-FFF2-40B4-BE49-F238E27FC236}">
                  <a16:creationId xmlns:a16="http://schemas.microsoft.com/office/drawing/2014/main" id="{AD058EBE-D4A5-4C43-B170-6A451F87A7B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240911" y="4115729"/>
              <a:ext cx="202882" cy="268223"/>
            </a:xfrm>
            <a:custGeom>
              <a:avLst/>
              <a:gdLst>
                <a:gd name="connsiteX0" fmla="*/ 20669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669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grpSp>
        <p:nvGrpSpPr>
          <p:cNvPr id="2114" name="Graphic 185">
            <a:extLst>
              <a:ext uri="{FF2B5EF4-FFF2-40B4-BE49-F238E27FC236}">
                <a16:creationId xmlns:a16="http://schemas.microsoft.com/office/drawing/2014/main" id="{8B6BCBAB-41A5-4D6D-8C9B-55E3AA6FCC2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0503907" y="5801515"/>
            <a:ext cx="1054466" cy="469689"/>
            <a:chOff x="9841624" y="4115729"/>
            <a:chExt cx="602169" cy="268223"/>
          </a:xfrm>
          <a:solidFill>
            <a:schemeClr val="bg1"/>
          </a:solidFill>
        </p:grpSpPr>
        <p:sp>
          <p:nvSpPr>
            <p:cNvPr id="2115" name="Freeform: Shape 2114">
              <a:extLst>
                <a:ext uri="{FF2B5EF4-FFF2-40B4-BE49-F238E27FC236}">
                  <a16:creationId xmlns:a16="http://schemas.microsoft.com/office/drawing/2014/main" id="{755217F1-B506-4443-A399-CFFA441CD62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841624" y="4115729"/>
              <a:ext cx="202882" cy="268223"/>
            </a:xfrm>
            <a:custGeom>
              <a:avLst/>
              <a:gdLst>
                <a:gd name="connsiteX0" fmla="*/ 20765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765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16" name="Freeform: Shape 2115">
              <a:extLst>
                <a:ext uri="{FF2B5EF4-FFF2-40B4-BE49-F238E27FC236}">
                  <a16:creationId xmlns:a16="http://schemas.microsoft.com/office/drawing/2014/main" id="{CB8C0F31-7A0C-4630-A379-0B4719A1F73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941445" y="4115729"/>
              <a:ext cx="202882" cy="268223"/>
            </a:xfrm>
            <a:custGeom>
              <a:avLst/>
              <a:gdLst>
                <a:gd name="connsiteX0" fmla="*/ 20765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765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17" name="Freeform: Shape 2116">
              <a:extLst>
                <a:ext uri="{FF2B5EF4-FFF2-40B4-BE49-F238E27FC236}">
                  <a16:creationId xmlns:a16="http://schemas.microsoft.com/office/drawing/2014/main" id="{12D43873-56D9-4AC1-AB59-A1E78D67971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041267" y="4115729"/>
              <a:ext cx="202882" cy="268223"/>
            </a:xfrm>
            <a:custGeom>
              <a:avLst/>
              <a:gdLst>
                <a:gd name="connsiteX0" fmla="*/ 20669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669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18" name="Freeform: Shape 2117">
              <a:extLst>
                <a:ext uri="{FF2B5EF4-FFF2-40B4-BE49-F238E27FC236}">
                  <a16:creationId xmlns:a16="http://schemas.microsoft.com/office/drawing/2014/main" id="{1B2197D5-22E1-47CC-83CF-9E64CCD57C4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141090" y="4115729"/>
              <a:ext cx="202882" cy="268223"/>
            </a:xfrm>
            <a:custGeom>
              <a:avLst/>
              <a:gdLst>
                <a:gd name="connsiteX0" fmla="*/ 20669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669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19" name="Freeform: Shape 2118">
              <a:extLst>
                <a:ext uri="{FF2B5EF4-FFF2-40B4-BE49-F238E27FC236}">
                  <a16:creationId xmlns:a16="http://schemas.microsoft.com/office/drawing/2014/main" id="{05DC5D97-506B-47F6-B9A7-D8FA26C8851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240911" y="4115729"/>
              <a:ext cx="202882" cy="268223"/>
            </a:xfrm>
            <a:custGeom>
              <a:avLst/>
              <a:gdLst>
                <a:gd name="connsiteX0" fmla="*/ 20669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669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pic>
        <p:nvPicPr>
          <p:cNvPr id="4" name="Image 3">
            <a:extLst>
              <a:ext uri="{FF2B5EF4-FFF2-40B4-BE49-F238E27FC236}">
                <a16:creationId xmlns:a16="http://schemas.microsoft.com/office/drawing/2014/main" id="{B65243F4-7A2B-9CAC-1B2F-0D8910D2797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11228927" y="0"/>
            <a:ext cx="963073" cy="963073"/>
          </a:xfrm>
          <a:prstGeom prst="rect">
            <a:avLst/>
          </a:prstGeom>
        </p:spPr>
      </p:pic>
      <p:sp>
        <p:nvSpPr>
          <p:cNvPr id="3" name="ZoneTexte 2">
            <a:extLst>
              <a:ext uri="{FF2B5EF4-FFF2-40B4-BE49-F238E27FC236}">
                <a16:creationId xmlns:a16="http://schemas.microsoft.com/office/drawing/2014/main" id="{B79ED483-2A03-C392-9012-5C1FE09945FC}"/>
              </a:ext>
            </a:extLst>
          </p:cNvPr>
          <p:cNvSpPr txBox="1"/>
          <p:nvPr/>
        </p:nvSpPr>
        <p:spPr bwMode="auto">
          <a:xfrm>
            <a:off x="11399874" y="6153741"/>
            <a:ext cx="1056029" cy="800155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compatLnSpc="0">
            <a:spAutoFit/>
          </a:bodyPr>
          <a:lstStyle/>
          <a:p>
            <a:pPr>
              <a:defRPr/>
            </a:pPr>
            <a:r>
              <a:rPr sz="4800" b="1" dirty="0">
                <a:solidFill>
                  <a:schemeClr val="bg1"/>
                </a:solidFill>
              </a:rPr>
              <a:t>1</a:t>
            </a:r>
            <a:r>
              <a:rPr lang="fr-FR" sz="4800" b="1" dirty="0">
                <a:solidFill>
                  <a:schemeClr val="bg1"/>
                </a:solidFill>
              </a:rPr>
              <a:t>8</a:t>
            </a:r>
            <a:endParaRPr sz="80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436622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5A0118C5-4F8D-4CF4-BADD-53FEACC6C42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037C701E-5151-4086-9CF2-7F44AA38A6F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435537" y="618698"/>
            <a:ext cx="365021" cy="365021"/>
          </a:xfrm>
          <a:prstGeom prst="ellipse">
            <a:avLst/>
          </a:prstGeom>
          <a:solidFill>
            <a:srgbClr val="FFFFFF"/>
          </a:solidFill>
          <a:ln w="28575"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E656C08E-A84B-4C76-9D3B-46237B5A975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435537" y="618698"/>
            <a:ext cx="365021" cy="365021"/>
          </a:xfrm>
          <a:prstGeom prst="ellipse">
            <a:avLst/>
          </a:prstGeom>
          <a:solidFill>
            <a:schemeClr val="accent2">
              <a:alpha val="30000"/>
            </a:schemeClr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/>
          </a:p>
        </p:txBody>
      </p:sp>
      <p:pic>
        <p:nvPicPr>
          <p:cNvPr id="7" name="Image 6" descr="Une image contenant texte, ligne, Police, nombre&#10;&#10;Le contenu généré par l’IA peut être incorrect.">
            <a:extLst>
              <a:ext uri="{FF2B5EF4-FFF2-40B4-BE49-F238E27FC236}">
                <a16:creationId xmlns:a16="http://schemas.microsoft.com/office/drawing/2014/main" id="{D0037E84-DF7F-8162-EA32-A6EF9A5940D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7783" y="1079113"/>
            <a:ext cx="10656434" cy="2530904"/>
          </a:xfrm>
          <a:prstGeom prst="rect">
            <a:avLst/>
          </a:prstGeom>
        </p:spPr>
      </p:pic>
      <p:pic>
        <p:nvPicPr>
          <p:cNvPr id="5" name="Espace réservé du contenu 4" descr="Une image contenant texte, ligne, Police, capture d’écran&#10;&#10;Le contenu généré par l’IA peut être incorrect.">
            <a:extLst>
              <a:ext uri="{FF2B5EF4-FFF2-40B4-BE49-F238E27FC236}">
                <a16:creationId xmlns:a16="http://schemas.microsoft.com/office/drawing/2014/main" id="{51D4825F-F4E2-C145-D1B1-AC6848DACE3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7599" y="4126668"/>
            <a:ext cx="10656434" cy="2317773"/>
          </a:xfrm>
          <a:prstGeom prst="rect">
            <a:avLst/>
          </a:prstGeom>
        </p:spPr>
      </p:pic>
      <p:grpSp>
        <p:nvGrpSpPr>
          <p:cNvPr id="20" name="Graphic 4">
            <a:extLst>
              <a:ext uri="{FF2B5EF4-FFF2-40B4-BE49-F238E27FC236}">
                <a16:creationId xmlns:a16="http://schemas.microsoft.com/office/drawing/2014/main" id="{72FB3F6E-946C-4B30-8EAA-64FA3056D0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05888" y="5091324"/>
            <a:ext cx="975169" cy="975171"/>
            <a:chOff x="5829300" y="3162300"/>
            <a:chExt cx="532256" cy="532257"/>
          </a:xfrm>
          <a:solidFill>
            <a:schemeClr val="bg1"/>
          </a:solidFill>
        </p:grpSpPr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A820447A-FA0D-448D-8513-13647DCEE6D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9208" y="3192208"/>
              <a:ext cx="112966" cy="112966"/>
            </a:xfrm>
            <a:custGeom>
              <a:avLst/>
              <a:gdLst>
                <a:gd name="connsiteX0" fmla="*/ 112967 w 112966"/>
                <a:gd name="connsiteY0" fmla="*/ 0 h 112966"/>
                <a:gd name="connsiteX1" fmla="*/ 0 w 112966"/>
                <a:gd name="connsiteY1" fmla="*/ 112967 h 112966"/>
                <a:gd name="connsiteX2" fmla="*/ 112967 w 112966"/>
                <a:gd name="connsiteY2" fmla="*/ 0 h 1129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12966" h="112966">
                  <a:moveTo>
                    <a:pt x="112967" y="0"/>
                  </a:moveTo>
                  <a:lnTo>
                    <a:pt x="0" y="112967"/>
                  </a:lnTo>
                  <a:cubicBezTo>
                    <a:pt x="25356" y="64747"/>
                    <a:pt x="64747" y="25356"/>
                    <a:pt x="112967" y="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980F5A0F-E8FC-415B-BA7F-74C42D42C51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31205" y="3164205"/>
              <a:ext cx="230314" cy="230314"/>
            </a:xfrm>
            <a:custGeom>
              <a:avLst/>
              <a:gdLst>
                <a:gd name="connsiteX0" fmla="*/ 230314 w 230314"/>
                <a:gd name="connsiteY0" fmla="*/ 0 h 230314"/>
                <a:gd name="connsiteX1" fmla="*/ 0 w 230314"/>
                <a:gd name="connsiteY1" fmla="*/ 230314 h 230314"/>
                <a:gd name="connsiteX2" fmla="*/ 3524 w 230314"/>
                <a:gd name="connsiteY2" fmla="*/ 209550 h 230314"/>
                <a:gd name="connsiteX3" fmla="*/ 209550 w 230314"/>
                <a:gd name="connsiteY3" fmla="*/ 3524 h 230314"/>
                <a:gd name="connsiteX4" fmla="*/ 230314 w 230314"/>
                <a:gd name="connsiteY4" fmla="*/ 0 h 2303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0314" h="230314">
                  <a:moveTo>
                    <a:pt x="230314" y="0"/>
                  </a:moveTo>
                  <a:lnTo>
                    <a:pt x="0" y="230314"/>
                  </a:lnTo>
                  <a:cubicBezTo>
                    <a:pt x="953" y="223361"/>
                    <a:pt x="2095" y="216408"/>
                    <a:pt x="3524" y="209550"/>
                  </a:cubicBezTo>
                  <a:lnTo>
                    <a:pt x="209550" y="3524"/>
                  </a:lnTo>
                  <a:cubicBezTo>
                    <a:pt x="216408" y="2095"/>
                    <a:pt x="223361" y="953"/>
                    <a:pt x="230314" y="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D77443A5-2061-492B-AFF5-658AB7E75FC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29300" y="3162300"/>
              <a:ext cx="294131" cy="294131"/>
            </a:xfrm>
            <a:custGeom>
              <a:avLst/>
              <a:gdLst>
                <a:gd name="connsiteX0" fmla="*/ 294132 w 294131"/>
                <a:gd name="connsiteY0" fmla="*/ 1238 h 294131"/>
                <a:gd name="connsiteX1" fmla="*/ 1238 w 294131"/>
                <a:gd name="connsiteY1" fmla="*/ 294132 h 294131"/>
                <a:gd name="connsiteX2" fmla="*/ 0 w 294131"/>
                <a:gd name="connsiteY2" fmla="*/ 278225 h 294131"/>
                <a:gd name="connsiteX3" fmla="*/ 278225 w 294131"/>
                <a:gd name="connsiteY3" fmla="*/ 0 h 294131"/>
                <a:gd name="connsiteX4" fmla="*/ 294132 w 294131"/>
                <a:gd name="connsiteY4" fmla="*/ 1238 h 2941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94131" h="294131">
                  <a:moveTo>
                    <a:pt x="294132" y="1238"/>
                  </a:moveTo>
                  <a:lnTo>
                    <a:pt x="1238" y="294132"/>
                  </a:lnTo>
                  <a:cubicBezTo>
                    <a:pt x="667" y="288893"/>
                    <a:pt x="0" y="283559"/>
                    <a:pt x="0" y="278225"/>
                  </a:cubicBezTo>
                  <a:lnTo>
                    <a:pt x="278225" y="0"/>
                  </a:lnTo>
                  <a:cubicBezTo>
                    <a:pt x="283559" y="0"/>
                    <a:pt x="288893" y="667"/>
                    <a:pt x="294132" y="123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3276C0A3-C877-457C-917D-473FABC9E21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37205" y="3170110"/>
              <a:ext cx="337184" cy="337280"/>
            </a:xfrm>
            <a:custGeom>
              <a:avLst/>
              <a:gdLst>
                <a:gd name="connsiteX0" fmla="*/ 337185 w 337184"/>
                <a:gd name="connsiteY0" fmla="*/ 3905 h 337280"/>
                <a:gd name="connsiteX1" fmla="*/ 3810 w 337184"/>
                <a:gd name="connsiteY1" fmla="*/ 337280 h 337280"/>
                <a:gd name="connsiteX2" fmla="*/ 0 w 337184"/>
                <a:gd name="connsiteY2" fmla="*/ 323850 h 337280"/>
                <a:gd name="connsiteX3" fmla="*/ 323850 w 337184"/>
                <a:gd name="connsiteY3" fmla="*/ 0 h 337280"/>
                <a:gd name="connsiteX4" fmla="*/ 337185 w 337184"/>
                <a:gd name="connsiteY4" fmla="*/ 3905 h 337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7184" h="337280">
                  <a:moveTo>
                    <a:pt x="337185" y="3905"/>
                  </a:moveTo>
                  <a:lnTo>
                    <a:pt x="3810" y="337280"/>
                  </a:lnTo>
                  <a:cubicBezTo>
                    <a:pt x="2381" y="332899"/>
                    <a:pt x="1143" y="328422"/>
                    <a:pt x="0" y="323850"/>
                  </a:cubicBezTo>
                  <a:lnTo>
                    <a:pt x="323850" y="0"/>
                  </a:lnTo>
                  <a:cubicBezTo>
                    <a:pt x="328327" y="1715"/>
                    <a:pt x="332804" y="2477"/>
                    <a:pt x="337185" y="390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D9808886-A26A-41C2-9401-72723634980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3207" y="3186207"/>
              <a:ext cx="364617" cy="364617"/>
            </a:xfrm>
            <a:custGeom>
              <a:avLst/>
              <a:gdLst>
                <a:gd name="connsiteX0" fmla="*/ 364617 w 364617"/>
                <a:gd name="connsiteY0" fmla="*/ 5620 h 364617"/>
                <a:gd name="connsiteX1" fmla="*/ 5620 w 364617"/>
                <a:gd name="connsiteY1" fmla="*/ 364617 h 364617"/>
                <a:gd name="connsiteX2" fmla="*/ 0 w 364617"/>
                <a:gd name="connsiteY2" fmla="*/ 353187 h 364617"/>
                <a:gd name="connsiteX3" fmla="*/ 353187 w 364617"/>
                <a:gd name="connsiteY3" fmla="*/ 0 h 364617"/>
                <a:gd name="connsiteX4" fmla="*/ 364617 w 364617"/>
                <a:gd name="connsiteY4" fmla="*/ 5620 h 3646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4617" h="364617">
                  <a:moveTo>
                    <a:pt x="364617" y="5620"/>
                  </a:moveTo>
                  <a:lnTo>
                    <a:pt x="5620" y="364617"/>
                  </a:lnTo>
                  <a:cubicBezTo>
                    <a:pt x="3620" y="360902"/>
                    <a:pt x="1715" y="357092"/>
                    <a:pt x="0" y="353187"/>
                  </a:cubicBezTo>
                  <a:lnTo>
                    <a:pt x="353187" y="0"/>
                  </a:lnTo>
                  <a:cubicBezTo>
                    <a:pt x="357092" y="1715"/>
                    <a:pt x="360902" y="3715"/>
                    <a:pt x="364617" y="562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" name="Freeform: Shape 25">
              <a:extLst>
                <a:ext uri="{FF2B5EF4-FFF2-40B4-BE49-F238E27FC236}">
                  <a16:creationId xmlns:a16="http://schemas.microsoft.com/office/drawing/2014/main" id="{9FB169C8-A66F-4AEC-BBEE-4DEBBE844FD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75305" y="3208305"/>
              <a:ext cx="380238" cy="380238"/>
            </a:xfrm>
            <a:custGeom>
              <a:avLst/>
              <a:gdLst>
                <a:gd name="connsiteX0" fmla="*/ 380238 w 380238"/>
                <a:gd name="connsiteY0" fmla="*/ 7239 h 380238"/>
                <a:gd name="connsiteX1" fmla="*/ 7239 w 380238"/>
                <a:gd name="connsiteY1" fmla="*/ 380238 h 380238"/>
                <a:gd name="connsiteX2" fmla="*/ 0 w 380238"/>
                <a:gd name="connsiteY2" fmla="*/ 370713 h 380238"/>
                <a:gd name="connsiteX3" fmla="*/ 370237 w 380238"/>
                <a:gd name="connsiteY3" fmla="*/ 0 h 380238"/>
                <a:gd name="connsiteX4" fmla="*/ 380238 w 380238"/>
                <a:gd name="connsiteY4" fmla="*/ 7239 h 380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80238" h="380238">
                  <a:moveTo>
                    <a:pt x="380238" y="7239"/>
                  </a:moveTo>
                  <a:lnTo>
                    <a:pt x="7239" y="380238"/>
                  </a:lnTo>
                  <a:cubicBezTo>
                    <a:pt x="4763" y="377000"/>
                    <a:pt x="2381" y="373571"/>
                    <a:pt x="0" y="370713"/>
                  </a:cubicBezTo>
                  <a:lnTo>
                    <a:pt x="370237" y="0"/>
                  </a:lnTo>
                  <a:cubicBezTo>
                    <a:pt x="373571" y="2381"/>
                    <a:pt x="377000" y="4763"/>
                    <a:pt x="380238" y="723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EEC418CD-F215-459D-8919-D5B5194EB46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02832" y="3235832"/>
              <a:ext cx="385191" cy="385191"/>
            </a:xfrm>
            <a:custGeom>
              <a:avLst/>
              <a:gdLst>
                <a:gd name="connsiteX0" fmla="*/ 380905 w 385191"/>
                <a:gd name="connsiteY0" fmla="*/ 4286 h 385191"/>
                <a:gd name="connsiteX1" fmla="*/ 385191 w 385191"/>
                <a:gd name="connsiteY1" fmla="*/ 8573 h 385191"/>
                <a:gd name="connsiteX2" fmla="*/ 8573 w 385191"/>
                <a:gd name="connsiteY2" fmla="*/ 385191 h 385191"/>
                <a:gd name="connsiteX3" fmla="*/ 4286 w 385191"/>
                <a:gd name="connsiteY3" fmla="*/ 380905 h 385191"/>
                <a:gd name="connsiteX4" fmla="*/ 0 w 385191"/>
                <a:gd name="connsiteY4" fmla="*/ 376523 h 385191"/>
                <a:gd name="connsiteX5" fmla="*/ 376523 w 385191"/>
                <a:gd name="connsiteY5" fmla="*/ 0 h 385191"/>
                <a:gd name="connsiteX6" fmla="*/ 380905 w 385191"/>
                <a:gd name="connsiteY6" fmla="*/ 4286 h 3851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85191" h="385191">
                  <a:moveTo>
                    <a:pt x="380905" y="4286"/>
                  </a:moveTo>
                  <a:lnTo>
                    <a:pt x="385191" y="8573"/>
                  </a:lnTo>
                  <a:lnTo>
                    <a:pt x="8573" y="385191"/>
                  </a:lnTo>
                  <a:lnTo>
                    <a:pt x="4286" y="380905"/>
                  </a:lnTo>
                  <a:cubicBezTo>
                    <a:pt x="2762" y="379476"/>
                    <a:pt x="1334" y="377952"/>
                    <a:pt x="0" y="376523"/>
                  </a:cubicBezTo>
                  <a:lnTo>
                    <a:pt x="376523" y="0"/>
                  </a:lnTo>
                  <a:cubicBezTo>
                    <a:pt x="377952" y="1334"/>
                    <a:pt x="379476" y="2667"/>
                    <a:pt x="380905" y="4286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" name="Freeform: Shape 27">
              <a:extLst>
                <a:ext uri="{FF2B5EF4-FFF2-40B4-BE49-F238E27FC236}">
                  <a16:creationId xmlns:a16="http://schemas.microsoft.com/office/drawing/2014/main" id="{5E034A84-840E-429B-9A4F-ECC31AB6239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35789" y="3268313"/>
              <a:ext cx="379761" cy="380237"/>
            </a:xfrm>
            <a:custGeom>
              <a:avLst/>
              <a:gdLst>
                <a:gd name="connsiteX0" fmla="*/ 372428 w 379761"/>
                <a:gd name="connsiteY0" fmla="*/ 0 h 380237"/>
                <a:gd name="connsiteX1" fmla="*/ 379762 w 379761"/>
                <a:gd name="connsiteY1" fmla="*/ 9525 h 380237"/>
                <a:gd name="connsiteX2" fmla="*/ 9525 w 379761"/>
                <a:gd name="connsiteY2" fmla="*/ 380238 h 380237"/>
                <a:gd name="connsiteX3" fmla="*/ 0 w 379761"/>
                <a:gd name="connsiteY3" fmla="*/ 372904 h 3802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79761" h="380237">
                  <a:moveTo>
                    <a:pt x="372428" y="0"/>
                  </a:moveTo>
                  <a:cubicBezTo>
                    <a:pt x="374999" y="3239"/>
                    <a:pt x="377381" y="6572"/>
                    <a:pt x="379762" y="9525"/>
                  </a:cubicBezTo>
                  <a:lnTo>
                    <a:pt x="9525" y="380238"/>
                  </a:lnTo>
                  <a:cubicBezTo>
                    <a:pt x="6096" y="377857"/>
                    <a:pt x="2762" y="375476"/>
                    <a:pt x="0" y="372904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9" name="Freeform: Shape 28">
              <a:extLst>
                <a:ext uri="{FF2B5EF4-FFF2-40B4-BE49-F238E27FC236}">
                  <a16:creationId xmlns:a16="http://schemas.microsoft.com/office/drawing/2014/main" id="{6D050DBA-8800-4A73-84C0-34DC71A6BD3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2841" y="3305841"/>
              <a:ext cx="364807" cy="364807"/>
            </a:xfrm>
            <a:custGeom>
              <a:avLst/>
              <a:gdLst>
                <a:gd name="connsiteX0" fmla="*/ 359188 w 364807"/>
                <a:gd name="connsiteY0" fmla="*/ 0 h 364807"/>
                <a:gd name="connsiteX1" fmla="*/ 364808 w 364807"/>
                <a:gd name="connsiteY1" fmla="*/ 11621 h 364807"/>
                <a:gd name="connsiteX2" fmla="*/ 11621 w 364807"/>
                <a:gd name="connsiteY2" fmla="*/ 364808 h 364807"/>
                <a:gd name="connsiteX3" fmla="*/ 0 w 364807"/>
                <a:gd name="connsiteY3" fmla="*/ 359188 h 3648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64807" h="364807">
                  <a:moveTo>
                    <a:pt x="359188" y="0"/>
                  </a:moveTo>
                  <a:cubicBezTo>
                    <a:pt x="361188" y="3905"/>
                    <a:pt x="362998" y="7715"/>
                    <a:pt x="364808" y="11621"/>
                  </a:cubicBezTo>
                  <a:lnTo>
                    <a:pt x="11621" y="364808"/>
                  </a:lnTo>
                  <a:cubicBezTo>
                    <a:pt x="7715" y="362998"/>
                    <a:pt x="3905" y="361188"/>
                    <a:pt x="0" y="35918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id="{2D4BF35D-BFFA-45A5-8081-FEDD30757BE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16370" y="3349466"/>
              <a:ext cx="337280" cy="337280"/>
            </a:xfrm>
            <a:custGeom>
              <a:avLst/>
              <a:gdLst>
                <a:gd name="connsiteX0" fmla="*/ 333470 w 337280"/>
                <a:gd name="connsiteY0" fmla="*/ 0 h 337280"/>
                <a:gd name="connsiteX1" fmla="*/ 337280 w 337280"/>
                <a:gd name="connsiteY1" fmla="*/ 13430 h 337280"/>
                <a:gd name="connsiteX2" fmla="*/ 13430 w 337280"/>
                <a:gd name="connsiteY2" fmla="*/ 337280 h 337280"/>
                <a:gd name="connsiteX3" fmla="*/ 0 w 337280"/>
                <a:gd name="connsiteY3" fmla="*/ 333470 h 337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37280" h="337280">
                  <a:moveTo>
                    <a:pt x="333470" y="0"/>
                  </a:moveTo>
                  <a:cubicBezTo>
                    <a:pt x="334899" y="4382"/>
                    <a:pt x="336137" y="8858"/>
                    <a:pt x="337280" y="13430"/>
                  </a:cubicBezTo>
                  <a:lnTo>
                    <a:pt x="13430" y="337280"/>
                  </a:lnTo>
                  <a:cubicBezTo>
                    <a:pt x="8858" y="336137"/>
                    <a:pt x="4382" y="334899"/>
                    <a:pt x="0" y="33347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" name="Freeform: Shape 30">
              <a:extLst>
                <a:ext uri="{FF2B5EF4-FFF2-40B4-BE49-F238E27FC236}">
                  <a16:creationId xmlns:a16="http://schemas.microsoft.com/office/drawing/2014/main" id="{36B354BD-25DC-42A0-9CE7-82468681032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67329" y="3400425"/>
              <a:ext cx="294227" cy="294132"/>
            </a:xfrm>
            <a:custGeom>
              <a:avLst/>
              <a:gdLst>
                <a:gd name="connsiteX0" fmla="*/ 292989 w 294227"/>
                <a:gd name="connsiteY0" fmla="*/ 0 h 294132"/>
                <a:gd name="connsiteX1" fmla="*/ 294227 w 294227"/>
                <a:gd name="connsiteY1" fmla="*/ 15907 h 294132"/>
                <a:gd name="connsiteX2" fmla="*/ 15907 w 294227"/>
                <a:gd name="connsiteY2" fmla="*/ 294132 h 294132"/>
                <a:gd name="connsiteX3" fmla="*/ 0 w 294227"/>
                <a:gd name="connsiteY3" fmla="*/ 292894 h 2941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94227" h="294132">
                  <a:moveTo>
                    <a:pt x="292989" y="0"/>
                  </a:moveTo>
                  <a:cubicBezTo>
                    <a:pt x="293561" y="5334"/>
                    <a:pt x="293942" y="10668"/>
                    <a:pt x="294227" y="15907"/>
                  </a:cubicBezTo>
                  <a:lnTo>
                    <a:pt x="15907" y="294132"/>
                  </a:lnTo>
                  <a:cubicBezTo>
                    <a:pt x="10668" y="294132"/>
                    <a:pt x="5334" y="293465"/>
                    <a:pt x="0" y="292894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2" name="Freeform: Shape 31">
              <a:extLst>
                <a:ext uri="{FF2B5EF4-FFF2-40B4-BE49-F238E27FC236}">
                  <a16:creationId xmlns:a16="http://schemas.microsoft.com/office/drawing/2014/main" id="{852C4A08-6644-42B7-8237-2AD5F0041DD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29337" y="3462337"/>
              <a:ext cx="230314" cy="230314"/>
            </a:xfrm>
            <a:custGeom>
              <a:avLst/>
              <a:gdLst>
                <a:gd name="connsiteX0" fmla="*/ 230315 w 230314"/>
                <a:gd name="connsiteY0" fmla="*/ 0 h 230314"/>
                <a:gd name="connsiteX1" fmla="*/ 226886 w 230314"/>
                <a:gd name="connsiteY1" fmla="*/ 20574 h 230314"/>
                <a:gd name="connsiteX2" fmla="*/ 20669 w 230314"/>
                <a:gd name="connsiteY2" fmla="*/ 226790 h 230314"/>
                <a:gd name="connsiteX3" fmla="*/ 0 w 230314"/>
                <a:gd name="connsiteY3" fmla="*/ 230315 h 2303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30314" h="230314">
                  <a:moveTo>
                    <a:pt x="230315" y="0"/>
                  </a:moveTo>
                  <a:cubicBezTo>
                    <a:pt x="229457" y="6953"/>
                    <a:pt x="228314" y="13716"/>
                    <a:pt x="226886" y="20574"/>
                  </a:cubicBezTo>
                  <a:lnTo>
                    <a:pt x="20669" y="226790"/>
                  </a:lnTo>
                  <a:cubicBezTo>
                    <a:pt x="13811" y="228314"/>
                    <a:pt x="6953" y="229457"/>
                    <a:pt x="0" y="23031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3" name="Freeform: Shape 32">
              <a:extLst>
                <a:ext uri="{FF2B5EF4-FFF2-40B4-BE49-F238E27FC236}">
                  <a16:creationId xmlns:a16="http://schemas.microsoft.com/office/drawing/2014/main" id="{91D58C06-A184-4272-9824-2F085351849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18682" y="3551682"/>
              <a:ext cx="112871" cy="112871"/>
            </a:xfrm>
            <a:custGeom>
              <a:avLst/>
              <a:gdLst>
                <a:gd name="connsiteX0" fmla="*/ 112871 w 112871"/>
                <a:gd name="connsiteY0" fmla="*/ 0 h 112871"/>
                <a:gd name="connsiteX1" fmla="*/ 0 w 112871"/>
                <a:gd name="connsiteY1" fmla="*/ 112871 h 1128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12871" h="112871">
                  <a:moveTo>
                    <a:pt x="112871" y="0"/>
                  </a:moveTo>
                  <a:cubicBezTo>
                    <a:pt x="87618" y="48239"/>
                    <a:pt x="48239" y="87618"/>
                    <a:pt x="0" y="11287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  <p:pic>
        <p:nvPicPr>
          <p:cNvPr id="8" name="Image 7">
            <a:extLst>
              <a:ext uri="{FF2B5EF4-FFF2-40B4-BE49-F238E27FC236}">
                <a16:creationId xmlns:a16="http://schemas.microsoft.com/office/drawing/2014/main" id="{FFA1F537-E71A-AEF3-D79C-80BCE945A08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/>
        </p:blipFill>
        <p:spPr bwMode="auto">
          <a:xfrm>
            <a:off x="11228927" y="58020"/>
            <a:ext cx="963073" cy="963073"/>
          </a:xfrm>
          <a:prstGeom prst="rect">
            <a:avLst/>
          </a:prstGeom>
        </p:spPr>
      </p:pic>
      <p:sp>
        <p:nvSpPr>
          <p:cNvPr id="2" name="ZoneTexte 1">
            <a:extLst>
              <a:ext uri="{FF2B5EF4-FFF2-40B4-BE49-F238E27FC236}">
                <a16:creationId xmlns:a16="http://schemas.microsoft.com/office/drawing/2014/main" id="{75A2E793-B2F7-F786-A3DE-2160B22A645D}"/>
              </a:ext>
            </a:extLst>
          </p:cNvPr>
          <p:cNvSpPr txBox="1"/>
          <p:nvPr/>
        </p:nvSpPr>
        <p:spPr bwMode="auto">
          <a:xfrm>
            <a:off x="11399874" y="6153741"/>
            <a:ext cx="1056029" cy="82332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compatLnSpc="0">
            <a:spAutoFit/>
          </a:bodyPr>
          <a:lstStyle/>
          <a:p>
            <a:pPr>
              <a:defRPr/>
            </a:pPr>
            <a:r>
              <a:rPr sz="4800" b="1" dirty="0">
                <a:solidFill>
                  <a:schemeClr val="bg1"/>
                </a:solidFill>
              </a:rPr>
              <a:t>1</a:t>
            </a:r>
            <a:r>
              <a:rPr lang="fr-FR" sz="4800" b="1" dirty="0">
                <a:solidFill>
                  <a:schemeClr val="bg1"/>
                </a:solidFill>
              </a:rPr>
              <a:t>9</a:t>
            </a:r>
            <a:endParaRPr sz="8000" dirty="0">
              <a:solidFill>
                <a:schemeClr val="bg1"/>
              </a:solidFill>
            </a:endParaRPr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CDB328B6-4C8B-F0D3-0749-1ED7D5FE619A}"/>
              </a:ext>
            </a:extLst>
          </p:cNvPr>
          <p:cNvSpPr txBox="1"/>
          <p:nvPr/>
        </p:nvSpPr>
        <p:spPr>
          <a:xfrm>
            <a:off x="1026087" y="251652"/>
            <a:ext cx="9538189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4400" dirty="0">
                <a:solidFill>
                  <a:schemeClr val="bg1"/>
                </a:solidFill>
              </a:rPr>
              <a:t> Configuration du   compte utilisateur </a:t>
            </a:r>
          </a:p>
        </p:txBody>
      </p:sp>
    </p:spTree>
    <p:extLst>
      <p:ext uri="{BB962C8B-B14F-4D97-AF65-F5344CB8AC3E}">
        <p14:creationId xmlns:p14="http://schemas.microsoft.com/office/powerpoint/2010/main" val="171703883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>
            <a:extLst>
              <a:ext uri="{FF2B5EF4-FFF2-40B4-BE49-F238E27FC236}">
                <a16:creationId xmlns:a16="http://schemas.microsoft.com/office/drawing/2014/main" id="{D7A453D2-15D8-4403-815F-291FA16340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8161EA6B-09CA-445B-AB0D-8DF76FA92D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tx1">
              <a:alpha val="53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913B067F-3154-4968-A886-DF93A787EC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" y="2075420"/>
            <a:ext cx="12048729" cy="4093306"/>
            <a:chOff x="1" y="2075420"/>
            <a:chExt cx="12048729" cy="4093306"/>
          </a:xfrm>
        </p:grpSpPr>
        <p:sp>
          <p:nvSpPr>
            <p:cNvPr id="17" name="Oval 16">
              <a:extLst>
                <a:ext uri="{FF2B5EF4-FFF2-40B4-BE49-F238E27FC236}">
                  <a16:creationId xmlns:a16="http://schemas.microsoft.com/office/drawing/2014/main" id="{97583D6C-C05B-47AB-8540-B2700B82A4A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4500000">
              <a:off x="7942191" y="2507571"/>
              <a:ext cx="3563871" cy="3563871"/>
            </a:xfrm>
            <a:prstGeom prst="ellipse">
              <a:avLst/>
            </a:prstGeom>
            <a:noFill/>
            <a:ln w="31750">
              <a:gradFill>
                <a:gsLst>
                  <a:gs pos="0">
                    <a:schemeClr val="tx2">
                      <a:lumMod val="60000"/>
                      <a:lumOff val="40000"/>
                      <a:alpha val="10000"/>
                    </a:schemeClr>
                  </a:gs>
                  <a:gs pos="100000">
                    <a:schemeClr val="tx2">
                      <a:lumMod val="50000"/>
                      <a:alpha val="20000"/>
                    </a:schemeClr>
                  </a:gs>
                </a:gsLst>
                <a:lin ang="5400000" scaled="1"/>
              </a:gra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Oval 17">
              <a:extLst>
                <a:ext uri="{FF2B5EF4-FFF2-40B4-BE49-F238E27FC236}">
                  <a16:creationId xmlns:a16="http://schemas.microsoft.com/office/drawing/2014/main" id="{6501AD91-D973-4968-95E4-4C26CFDF8F7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6200000">
              <a:off x="10435065" y="4048931"/>
              <a:ext cx="1381607" cy="1381607"/>
            </a:xfrm>
            <a:prstGeom prst="ellipse">
              <a:avLst/>
            </a:prstGeom>
            <a:noFill/>
            <a:ln w="31750">
              <a:gradFill>
                <a:gsLst>
                  <a:gs pos="0">
                    <a:schemeClr val="tx2">
                      <a:lumMod val="60000"/>
                      <a:lumOff val="40000"/>
                      <a:alpha val="20000"/>
                    </a:schemeClr>
                  </a:gs>
                  <a:gs pos="100000">
                    <a:schemeClr val="tx2">
                      <a:lumMod val="50000"/>
                      <a:alpha val="20000"/>
                    </a:schemeClr>
                  </a:gs>
                </a:gsLst>
                <a:lin ang="5400000" scaled="1"/>
              </a:gra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" name="Oval 18">
              <a:extLst>
                <a:ext uri="{FF2B5EF4-FFF2-40B4-BE49-F238E27FC236}">
                  <a16:creationId xmlns:a16="http://schemas.microsoft.com/office/drawing/2014/main" id="{5C165989-F5FE-4BB6-9817-E7828CB1D6E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6200000">
              <a:off x="1" y="2075420"/>
              <a:ext cx="3144364" cy="3144364"/>
            </a:xfrm>
            <a:prstGeom prst="ellipse">
              <a:avLst/>
            </a:prstGeom>
            <a:gradFill>
              <a:gsLst>
                <a:gs pos="0">
                  <a:schemeClr val="tx2">
                    <a:lumMod val="75000"/>
                    <a:alpha val="20000"/>
                  </a:schemeClr>
                </a:gs>
                <a:gs pos="100000">
                  <a:schemeClr val="tx2">
                    <a:lumMod val="50000"/>
                    <a:alpha val="10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" name="Oval 19">
              <a:extLst>
                <a:ext uri="{FF2B5EF4-FFF2-40B4-BE49-F238E27FC236}">
                  <a16:creationId xmlns:a16="http://schemas.microsoft.com/office/drawing/2014/main" id="{6B0649CC-B912-4E82-BEA0-DA75ECB19A6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2600000">
              <a:off x="10150845" y="4270841"/>
              <a:ext cx="1897885" cy="1897885"/>
            </a:xfrm>
            <a:prstGeom prst="ellipse">
              <a:avLst/>
            </a:prstGeom>
            <a:gradFill>
              <a:gsLst>
                <a:gs pos="0">
                  <a:schemeClr val="tx2">
                    <a:lumMod val="75000"/>
                    <a:alpha val="10000"/>
                  </a:schemeClr>
                </a:gs>
                <a:gs pos="100000">
                  <a:schemeClr val="tx2">
                    <a:lumMod val="75000"/>
                    <a:alpha val="20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1" name="Oval 20">
              <a:extLst>
                <a:ext uri="{FF2B5EF4-FFF2-40B4-BE49-F238E27FC236}">
                  <a16:creationId xmlns:a16="http://schemas.microsoft.com/office/drawing/2014/main" id="{6BA08C17-C9A5-4FA8-ABC4-44FB3B86967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4500000">
              <a:off x="2046780" y="3040492"/>
              <a:ext cx="2579322" cy="2579322"/>
            </a:xfrm>
            <a:prstGeom prst="ellipse">
              <a:avLst/>
            </a:prstGeom>
            <a:noFill/>
            <a:ln w="31750">
              <a:gradFill>
                <a:gsLst>
                  <a:gs pos="0">
                    <a:schemeClr val="tx2">
                      <a:lumMod val="60000"/>
                      <a:lumOff val="40000"/>
                      <a:alpha val="20000"/>
                    </a:schemeClr>
                  </a:gs>
                  <a:gs pos="100000">
                    <a:schemeClr val="tx2">
                      <a:lumMod val="50000"/>
                      <a:alpha val="20000"/>
                    </a:schemeClr>
                  </a:gs>
                </a:gsLst>
                <a:lin ang="5400000" scaled="1"/>
              </a:gra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" name="Oval 21">
              <a:extLst>
                <a:ext uri="{FF2B5EF4-FFF2-40B4-BE49-F238E27FC236}">
                  <a16:creationId xmlns:a16="http://schemas.microsoft.com/office/drawing/2014/main" id="{70DEAC6C-553C-437E-BC17-D4495233756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4500000">
              <a:off x="2224640" y="3193975"/>
              <a:ext cx="2243193" cy="2243193"/>
            </a:xfrm>
            <a:prstGeom prst="ellipse">
              <a:avLst/>
            </a:prstGeom>
            <a:noFill/>
            <a:ln w="31750">
              <a:gradFill>
                <a:gsLst>
                  <a:gs pos="0">
                    <a:schemeClr val="tx2">
                      <a:lumMod val="60000"/>
                      <a:lumOff val="40000"/>
                      <a:alpha val="10000"/>
                    </a:schemeClr>
                  </a:gs>
                  <a:gs pos="100000">
                    <a:schemeClr val="tx2">
                      <a:lumMod val="50000"/>
                      <a:alpha val="10000"/>
                    </a:schemeClr>
                  </a:gs>
                </a:gsLst>
                <a:lin ang="5400000" scaled="1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4" name="Rectangle 23">
            <a:extLst>
              <a:ext uri="{FF2B5EF4-FFF2-40B4-BE49-F238E27FC236}">
                <a16:creationId xmlns:a16="http://schemas.microsoft.com/office/drawing/2014/main" id="{B8114C98-A349-4111-A123-E8EAB86ABE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10438146" y="1042605"/>
            <a:ext cx="2796461" cy="711252"/>
          </a:xfrm>
          <a:prstGeom prst="rect">
            <a:avLst/>
          </a:prstGeom>
          <a:gradFill flip="none" rotWithShape="1">
            <a:gsLst>
              <a:gs pos="0">
                <a:schemeClr val="tx2">
                  <a:lumMod val="40000"/>
                  <a:lumOff val="60000"/>
                  <a:alpha val="0"/>
                </a:schemeClr>
              </a:gs>
              <a:gs pos="100000">
                <a:schemeClr val="tx2">
                  <a:lumMod val="75000"/>
                  <a:alpha val="10000"/>
                </a:schemeClr>
              </a:gs>
            </a:gsLst>
            <a:lin ang="8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6" name="Group 25">
            <a:extLst>
              <a:ext uri="{FF2B5EF4-FFF2-40B4-BE49-F238E27FC236}">
                <a16:creationId xmlns:a16="http://schemas.microsoft.com/office/drawing/2014/main" id="{670FB431-AE18-414D-92F4-1D12D199115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1259539" y="317578"/>
            <a:ext cx="548640" cy="549007"/>
            <a:chOff x="7029447" y="3514725"/>
            <a:chExt cx="1285875" cy="549007"/>
          </a:xfrm>
        </p:grpSpPr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24467063-D74E-4D42-8790-B9F6D69584B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514725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75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A1D19BAC-1681-47BC-AAF5-92FAFFF6F4C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697727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75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id="{94347C2B-E846-452C-97AA-7E254FC1CE8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880729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75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id="{10EA2B35-7959-4C2A-84AA-FF5D94FEDE9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4063732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75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2" name="Rectangle 31">
            <a:extLst>
              <a:ext uri="{FF2B5EF4-FFF2-40B4-BE49-F238E27FC236}">
                <a16:creationId xmlns:a16="http://schemas.microsoft.com/office/drawing/2014/main" id="{E2D3D3F2-ABBB-4453-B1C5-1BEBF7E4DD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1" y="6140785"/>
            <a:ext cx="6095997" cy="711252"/>
          </a:xfrm>
          <a:prstGeom prst="rect">
            <a:avLst/>
          </a:prstGeom>
          <a:gradFill flip="none" rotWithShape="1">
            <a:gsLst>
              <a:gs pos="10000">
                <a:schemeClr val="tx2">
                  <a:lumMod val="50000"/>
                  <a:alpha val="10000"/>
                </a:schemeClr>
              </a:gs>
              <a:gs pos="100000">
                <a:schemeClr val="tx2">
                  <a:lumMod val="60000"/>
                  <a:lumOff val="40000"/>
                  <a:alpha val="0"/>
                </a:schemeClr>
              </a:gs>
            </a:gsLst>
            <a:lin ang="8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34" name="Group 33">
            <a:extLst>
              <a:ext uri="{FF2B5EF4-FFF2-40B4-BE49-F238E27FC236}">
                <a16:creationId xmlns:a16="http://schemas.microsoft.com/office/drawing/2014/main" id="{8214E4A5-A0D2-42C4-8D14-D2A7E495F04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5400000">
            <a:off x="616345" y="5940560"/>
            <a:ext cx="1285875" cy="549007"/>
            <a:chOff x="7029447" y="3514725"/>
            <a:chExt cx="1285875" cy="549007"/>
          </a:xfrm>
        </p:grpSpPr>
        <p:cxnSp>
          <p:nvCxnSpPr>
            <p:cNvPr id="35" name="Straight Connector 34">
              <a:extLst>
                <a:ext uri="{FF2B5EF4-FFF2-40B4-BE49-F238E27FC236}">
                  <a16:creationId xmlns:a16="http://schemas.microsoft.com/office/drawing/2014/main" id="{7494D7A0-6B21-41E8-A7D3-0033BBB7915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514725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50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Connector 35">
              <a:extLst>
                <a:ext uri="{FF2B5EF4-FFF2-40B4-BE49-F238E27FC236}">
                  <a16:creationId xmlns:a16="http://schemas.microsoft.com/office/drawing/2014/main" id="{1E141D7D-32B0-448E-A666-EA8703AFCF2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697727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50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Straight Connector 36">
              <a:extLst>
                <a:ext uri="{FF2B5EF4-FFF2-40B4-BE49-F238E27FC236}">
                  <a16:creationId xmlns:a16="http://schemas.microsoft.com/office/drawing/2014/main" id="{8D87E268-6345-420F-8B97-B37ED04100E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880729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50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Straight Connector 37">
              <a:extLst>
                <a:ext uri="{FF2B5EF4-FFF2-40B4-BE49-F238E27FC236}">
                  <a16:creationId xmlns:a16="http://schemas.microsoft.com/office/drawing/2014/main" id="{35E1622E-7FA6-4760-A2BF-A8105EBF7BB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4063732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50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5" name="Espace réservé du contenu 4" descr="Une image contenant texte, Police, capture d’écran&#10;&#10;Le contenu généré par l’IA peut être incorrect.">
            <a:extLst>
              <a:ext uri="{FF2B5EF4-FFF2-40B4-BE49-F238E27FC236}">
                <a16:creationId xmlns:a16="http://schemas.microsoft.com/office/drawing/2014/main" id="{2F42DC48-60AF-749D-7903-DFE0F3A2600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2943" y="2104199"/>
            <a:ext cx="10843065" cy="2954735"/>
          </a:xfrm>
          <a:prstGeom prst="rect">
            <a:avLst/>
          </a:prstGeom>
        </p:spPr>
      </p:pic>
      <p:grpSp>
        <p:nvGrpSpPr>
          <p:cNvPr id="40" name="Group 39">
            <a:extLst>
              <a:ext uri="{FF2B5EF4-FFF2-40B4-BE49-F238E27FC236}">
                <a16:creationId xmlns:a16="http://schemas.microsoft.com/office/drawing/2014/main" id="{1F4E1649-4D1F-4A91-AF97-A254BFDD524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16200000">
            <a:off x="474192" y="776904"/>
            <a:ext cx="304800" cy="429768"/>
            <a:chOff x="215328" y="-46937"/>
            <a:chExt cx="304800" cy="2773841"/>
          </a:xfrm>
        </p:grpSpPr>
        <p:cxnSp>
          <p:nvCxnSpPr>
            <p:cNvPr id="41" name="Straight Connector 40">
              <a:extLst>
                <a:ext uri="{FF2B5EF4-FFF2-40B4-BE49-F238E27FC236}">
                  <a16:creationId xmlns:a16="http://schemas.microsoft.com/office/drawing/2014/main" id="{FE483602-62F9-474D-9C9B-5EE4CD7671C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215328" y="-46937"/>
              <a:ext cx="0" cy="2773841"/>
            </a:xfrm>
            <a:prstGeom prst="line">
              <a:avLst/>
            </a:prstGeom>
            <a:ln w="25400" cmpd="sng">
              <a:solidFill>
                <a:schemeClr val="bg2">
                  <a:lumMod val="60000"/>
                  <a:lumOff val="40000"/>
                  <a:alpha val="5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Straight Connector 41">
              <a:extLst>
                <a:ext uri="{FF2B5EF4-FFF2-40B4-BE49-F238E27FC236}">
                  <a16:creationId xmlns:a16="http://schemas.microsoft.com/office/drawing/2014/main" id="{DD7D1AC0-A6C7-40E3-9841-F34AC831A48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316928" y="-46937"/>
              <a:ext cx="0" cy="2773841"/>
            </a:xfrm>
            <a:prstGeom prst="line">
              <a:avLst/>
            </a:prstGeom>
            <a:ln w="25400" cmpd="sng">
              <a:solidFill>
                <a:schemeClr val="bg2">
                  <a:lumMod val="60000"/>
                  <a:lumOff val="40000"/>
                  <a:alpha val="5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Straight Connector 42">
              <a:extLst>
                <a:ext uri="{FF2B5EF4-FFF2-40B4-BE49-F238E27FC236}">
                  <a16:creationId xmlns:a16="http://schemas.microsoft.com/office/drawing/2014/main" id="{F951C4DD-7427-497D-9DE3-9D731D3F456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418528" y="-46937"/>
              <a:ext cx="0" cy="2773841"/>
            </a:xfrm>
            <a:prstGeom prst="line">
              <a:avLst/>
            </a:prstGeom>
            <a:ln w="25400" cmpd="sng">
              <a:solidFill>
                <a:schemeClr val="bg2">
                  <a:lumMod val="60000"/>
                  <a:lumOff val="40000"/>
                  <a:alpha val="5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Straight Connector 43">
              <a:extLst>
                <a:ext uri="{FF2B5EF4-FFF2-40B4-BE49-F238E27FC236}">
                  <a16:creationId xmlns:a16="http://schemas.microsoft.com/office/drawing/2014/main" id="{0EE18298-0BF5-4D7A-921A-2F4186E8D96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520128" y="-46937"/>
              <a:ext cx="0" cy="2773841"/>
            </a:xfrm>
            <a:prstGeom prst="line">
              <a:avLst/>
            </a:prstGeom>
            <a:ln w="25400" cmpd="sng">
              <a:solidFill>
                <a:schemeClr val="bg2">
                  <a:lumMod val="60000"/>
                  <a:lumOff val="40000"/>
                  <a:alpha val="5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6" name="Oval 45">
            <a:extLst>
              <a:ext uri="{FF2B5EF4-FFF2-40B4-BE49-F238E27FC236}">
                <a16:creationId xmlns:a16="http://schemas.microsoft.com/office/drawing/2014/main" id="{773AEA78-C03B-40B7-9D11-DC022119D57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2600000">
            <a:off x="10150845" y="4270841"/>
            <a:ext cx="1897885" cy="1897885"/>
          </a:xfrm>
          <a:prstGeom prst="ellipse">
            <a:avLst/>
          </a:prstGeom>
          <a:gradFill>
            <a:gsLst>
              <a:gs pos="0">
                <a:schemeClr val="tx2">
                  <a:lumMod val="75000"/>
                  <a:alpha val="10000"/>
                </a:schemeClr>
              </a:gs>
              <a:gs pos="100000">
                <a:schemeClr val="tx2">
                  <a:lumMod val="60000"/>
                  <a:lumOff val="40000"/>
                  <a:alpha val="1000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Image 5">
            <a:extLst>
              <a:ext uri="{FF2B5EF4-FFF2-40B4-BE49-F238E27FC236}">
                <a16:creationId xmlns:a16="http://schemas.microsoft.com/office/drawing/2014/main" id="{21E358F6-39AB-4CC5-3C5A-0ECD3BA17D7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11228927" y="58020"/>
            <a:ext cx="963073" cy="963073"/>
          </a:xfrm>
          <a:prstGeom prst="rect">
            <a:avLst/>
          </a:prstGeom>
        </p:spPr>
      </p:pic>
      <p:sp>
        <p:nvSpPr>
          <p:cNvPr id="2" name="ZoneTexte 1">
            <a:extLst>
              <a:ext uri="{FF2B5EF4-FFF2-40B4-BE49-F238E27FC236}">
                <a16:creationId xmlns:a16="http://schemas.microsoft.com/office/drawing/2014/main" id="{E94AC421-8D3E-BF3F-3153-1330EC5B3AF7}"/>
              </a:ext>
            </a:extLst>
          </p:cNvPr>
          <p:cNvSpPr txBox="1"/>
          <p:nvPr/>
        </p:nvSpPr>
        <p:spPr bwMode="auto">
          <a:xfrm>
            <a:off x="11399874" y="6153741"/>
            <a:ext cx="1056029" cy="800155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compatLnSpc="0">
            <a:spAutoFit/>
          </a:bodyPr>
          <a:lstStyle/>
          <a:p>
            <a:pPr>
              <a:defRPr/>
            </a:pPr>
            <a:r>
              <a:rPr lang="fr-FR" sz="4800" b="1" dirty="0">
                <a:solidFill>
                  <a:schemeClr val="bg1"/>
                </a:solidFill>
              </a:rPr>
              <a:t>20</a:t>
            </a:r>
            <a:endParaRPr sz="8000" dirty="0">
              <a:solidFill>
                <a:schemeClr val="bg1"/>
              </a:solidFill>
            </a:endParaRPr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9BF189BD-AE0F-3BF2-4025-0458103BF8DE}"/>
              </a:ext>
            </a:extLst>
          </p:cNvPr>
          <p:cNvSpPr txBox="1"/>
          <p:nvPr/>
        </p:nvSpPr>
        <p:spPr>
          <a:xfrm>
            <a:off x="1167782" y="1144188"/>
            <a:ext cx="898194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3600" dirty="0">
                <a:solidFill>
                  <a:schemeClr val="bg1"/>
                </a:solidFill>
              </a:rPr>
              <a:t>Partitionnement des disques pour kali linux</a:t>
            </a:r>
          </a:p>
        </p:txBody>
      </p:sp>
    </p:spTree>
    <p:extLst>
      <p:ext uri="{BB962C8B-B14F-4D97-AF65-F5344CB8AC3E}">
        <p14:creationId xmlns:p14="http://schemas.microsoft.com/office/powerpoint/2010/main" val="403066370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9" name="Rectangle 3078">
            <a:extLst>
              <a:ext uri="{FF2B5EF4-FFF2-40B4-BE49-F238E27FC236}">
                <a16:creationId xmlns:a16="http://schemas.microsoft.com/office/drawing/2014/main" id="{657F69E0-C4B0-4BEC-A689-4F8D877F05D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074" name="Picture 2" descr="Dual Booting Kali with Windows | Kali ...">
            <a:extLst>
              <a:ext uri="{FF2B5EF4-FFF2-40B4-BE49-F238E27FC236}">
                <a16:creationId xmlns:a16="http://schemas.microsoft.com/office/drawing/2014/main" id="{2CE6DEE6-F46E-965A-4EBA-006E259F2539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" r="-10" b="-10"/>
          <a:stretch>
            <a:fillRect/>
          </a:stretch>
        </p:blipFill>
        <p:spPr bwMode="auto">
          <a:xfrm>
            <a:off x="0" y="10"/>
            <a:ext cx="12188930" cy="68579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re 1">
            <a:extLst>
              <a:ext uri="{FF2B5EF4-FFF2-40B4-BE49-F238E27FC236}">
                <a16:creationId xmlns:a16="http://schemas.microsoft.com/office/drawing/2014/main" id="{51946245-33A1-5C9D-9F6C-317E972E32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71103" y="0"/>
            <a:ext cx="7446723" cy="1762972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 rtl="0">
              <a:spcBef>
                <a:spcPct val="0"/>
              </a:spcBef>
            </a:pPr>
            <a:r>
              <a:rPr lang="en-US" sz="6600" kern="1200" dirty="0">
                <a:solidFill>
                  <a:schemeClr val="bg1"/>
                </a:solidFill>
              </a:rPr>
              <a:t>Interface GRUB</a:t>
            </a:r>
          </a:p>
        </p:txBody>
      </p:sp>
      <p:sp>
        <p:nvSpPr>
          <p:cNvPr id="3081" name="sketchy line">
            <a:extLst>
              <a:ext uri="{FF2B5EF4-FFF2-40B4-BE49-F238E27FC236}">
                <a16:creationId xmlns:a16="http://schemas.microsoft.com/office/drawing/2014/main" id="{9F6380B4-6A1C-481E-8408-B4E6C75B9B8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974206" y="4368623"/>
            <a:ext cx="4243589" cy="18288"/>
          </a:xfrm>
          <a:custGeom>
            <a:avLst/>
            <a:gdLst>
              <a:gd name="connsiteX0" fmla="*/ 0 w 4243589"/>
              <a:gd name="connsiteY0" fmla="*/ 0 h 18288"/>
              <a:gd name="connsiteX1" fmla="*/ 478919 w 4243589"/>
              <a:gd name="connsiteY1" fmla="*/ 0 h 18288"/>
              <a:gd name="connsiteX2" fmla="*/ 957839 w 4243589"/>
              <a:gd name="connsiteY2" fmla="*/ 0 h 18288"/>
              <a:gd name="connsiteX3" fmla="*/ 1521630 w 4243589"/>
              <a:gd name="connsiteY3" fmla="*/ 0 h 18288"/>
              <a:gd name="connsiteX4" fmla="*/ 2212729 w 4243589"/>
              <a:gd name="connsiteY4" fmla="*/ 0 h 18288"/>
              <a:gd name="connsiteX5" fmla="*/ 2734084 w 4243589"/>
              <a:gd name="connsiteY5" fmla="*/ 0 h 18288"/>
              <a:gd name="connsiteX6" fmla="*/ 3255439 w 4243589"/>
              <a:gd name="connsiteY6" fmla="*/ 0 h 18288"/>
              <a:gd name="connsiteX7" fmla="*/ 4243589 w 4243589"/>
              <a:gd name="connsiteY7" fmla="*/ 0 h 18288"/>
              <a:gd name="connsiteX8" fmla="*/ 4243589 w 4243589"/>
              <a:gd name="connsiteY8" fmla="*/ 18288 h 18288"/>
              <a:gd name="connsiteX9" fmla="*/ 3594926 w 4243589"/>
              <a:gd name="connsiteY9" fmla="*/ 18288 h 18288"/>
              <a:gd name="connsiteX10" fmla="*/ 3073571 w 4243589"/>
              <a:gd name="connsiteY10" fmla="*/ 18288 h 18288"/>
              <a:gd name="connsiteX11" fmla="*/ 2552216 w 4243589"/>
              <a:gd name="connsiteY11" fmla="*/ 18288 h 18288"/>
              <a:gd name="connsiteX12" fmla="*/ 1903553 w 4243589"/>
              <a:gd name="connsiteY12" fmla="*/ 18288 h 18288"/>
              <a:gd name="connsiteX13" fmla="*/ 1212454 w 4243589"/>
              <a:gd name="connsiteY13" fmla="*/ 18288 h 18288"/>
              <a:gd name="connsiteX14" fmla="*/ 733535 w 4243589"/>
              <a:gd name="connsiteY14" fmla="*/ 18288 h 18288"/>
              <a:gd name="connsiteX15" fmla="*/ 0 w 4243589"/>
              <a:gd name="connsiteY15" fmla="*/ 18288 h 18288"/>
              <a:gd name="connsiteX16" fmla="*/ 0 w 4243589"/>
              <a:gd name="connsiteY16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4243589" h="18288" fill="none" extrusionOk="0">
                <a:moveTo>
                  <a:pt x="0" y="0"/>
                </a:moveTo>
                <a:cubicBezTo>
                  <a:pt x="213395" y="-21006"/>
                  <a:pt x="307421" y="-18116"/>
                  <a:pt x="478919" y="0"/>
                </a:cubicBezTo>
                <a:cubicBezTo>
                  <a:pt x="650417" y="18116"/>
                  <a:pt x="831092" y="-21237"/>
                  <a:pt x="957839" y="0"/>
                </a:cubicBezTo>
                <a:cubicBezTo>
                  <a:pt x="1084586" y="21237"/>
                  <a:pt x="1301682" y="25124"/>
                  <a:pt x="1521630" y="0"/>
                </a:cubicBezTo>
                <a:cubicBezTo>
                  <a:pt x="1741578" y="-25124"/>
                  <a:pt x="1970269" y="-29139"/>
                  <a:pt x="2212729" y="0"/>
                </a:cubicBezTo>
                <a:cubicBezTo>
                  <a:pt x="2455189" y="29139"/>
                  <a:pt x="2558847" y="-4796"/>
                  <a:pt x="2734084" y="0"/>
                </a:cubicBezTo>
                <a:cubicBezTo>
                  <a:pt x="2909321" y="4796"/>
                  <a:pt x="3097217" y="-13409"/>
                  <a:pt x="3255439" y="0"/>
                </a:cubicBezTo>
                <a:cubicBezTo>
                  <a:pt x="3413662" y="13409"/>
                  <a:pt x="3979999" y="-10121"/>
                  <a:pt x="4243589" y="0"/>
                </a:cubicBezTo>
                <a:cubicBezTo>
                  <a:pt x="4244484" y="8974"/>
                  <a:pt x="4243043" y="9359"/>
                  <a:pt x="4243589" y="18288"/>
                </a:cubicBezTo>
                <a:cubicBezTo>
                  <a:pt x="4058777" y="31246"/>
                  <a:pt x="3910348" y="3158"/>
                  <a:pt x="3594926" y="18288"/>
                </a:cubicBezTo>
                <a:cubicBezTo>
                  <a:pt x="3279504" y="33418"/>
                  <a:pt x="3319955" y="-3977"/>
                  <a:pt x="3073571" y="18288"/>
                </a:cubicBezTo>
                <a:cubicBezTo>
                  <a:pt x="2827187" y="40553"/>
                  <a:pt x="2767387" y="1863"/>
                  <a:pt x="2552216" y="18288"/>
                </a:cubicBezTo>
                <a:cubicBezTo>
                  <a:pt x="2337046" y="34713"/>
                  <a:pt x="2181871" y="19527"/>
                  <a:pt x="1903553" y="18288"/>
                </a:cubicBezTo>
                <a:cubicBezTo>
                  <a:pt x="1625235" y="17049"/>
                  <a:pt x="1557672" y="24174"/>
                  <a:pt x="1212454" y="18288"/>
                </a:cubicBezTo>
                <a:cubicBezTo>
                  <a:pt x="867236" y="12402"/>
                  <a:pt x="874382" y="15627"/>
                  <a:pt x="733535" y="18288"/>
                </a:cubicBezTo>
                <a:cubicBezTo>
                  <a:pt x="592688" y="20949"/>
                  <a:pt x="183477" y="14753"/>
                  <a:pt x="0" y="18288"/>
                </a:cubicBezTo>
                <a:cubicBezTo>
                  <a:pt x="-229" y="14222"/>
                  <a:pt x="509" y="5816"/>
                  <a:pt x="0" y="0"/>
                </a:cubicBezTo>
                <a:close/>
              </a:path>
              <a:path w="4243589" h="18288" stroke="0" extrusionOk="0">
                <a:moveTo>
                  <a:pt x="0" y="0"/>
                </a:moveTo>
                <a:cubicBezTo>
                  <a:pt x="143690" y="16630"/>
                  <a:pt x="266667" y="14847"/>
                  <a:pt x="521355" y="0"/>
                </a:cubicBezTo>
                <a:cubicBezTo>
                  <a:pt x="776043" y="-14847"/>
                  <a:pt x="814491" y="-17363"/>
                  <a:pt x="1000275" y="0"/>
                </a:cubicBezTo>
                <a:cubicBezTo>
                  <a:pt x="1186059" y="17363"/>
                  <a:pt x="1352504" y="-23507"/>
                  <a:pt x="1521630" y="0"/>
                </a:cubicBezTo>
                <a:cubicBezTo>
                  <a:pt x="1690756" y="23507"/>
                  <a:pt x="1889525" y="5871"/>
                  <a:pt x="2127857" y="0"/>
                </a:cubicBezTo>
                <a:cubicBezTo>
                  <a:pt x="2366189" y="-5871"/>
                  <a:pt x="2620628" y="-27997"/>
                  <a:pt x="2776520" y="0"/>
                </a:cubicBezTo>
                <a:cubicBezTo>
                  <a:pt x="2932412" y="27997"/>
                  <a:pt x="3131683" y="-25073"/>
                  <a:pt x="3467618" y="0"/>
                </a:cubicBezTo>
                <a:cubicBezTo>
                  <a:pt x="3803553" y="25073"/>
                  <a:pt x="4017371" y="3071"/>
                  <a:pt x="4243589" y="0"/>
                </a:cubicBezTo>
                <a:cubicBezTo>
                  <a:pt x="4243134" y="6162"/>
                  <a:pt x="4243492" y="11775"/>
                  <a:pt x="4243589" y="18288"/>
                </a:cubicBezTo>
                <a:cubicBezTo>
                  <a:pt x="4017834" y="-5779"/>
                  <a:pt x="3834586" y="13376"/>
                  <a:pt x="3594926" y="18288"/>
                </a:cubicBezTo>
                <a:cubicBezTo>
                  <a:pt x="3355266" y="23200"/>
                  <a:pt x="3204179" y="2869"/>
                  <a:pt x="2903827" y="18288"/>
                </a:cubicBezTo>
                <a:cubicBezTo>
                  <a:pt x="2603475" y="33707"/>
                  <a:pt x="2526187" y="46187"/>
                  <a:pt x="2212729" y="18288"/>
                </a:cubicBezTo>
                <a:cubicBezTo>
                  <a:pt x="1899271" y="-9611"/>
                  <a:pt x="1966289" y="29692"/>
                  <a:pt x="1733809" y="18288"/>
                </a:cubicBezTo>
                <a:cubicBezTo>
                  <a:pt x="1501329" y="6884"/>
                  <a:pt x="1343612" y="12492"/>
                  <a:pt x="1085146" y="18288"/>
                </a:cubicBezTo>
                <a:cubicBezTo>
                  <a:pt x="826680" y="24084"/>
                  <a:pt x="778184" y="35607"/>
                  <a:pt x="521355" y="18288"/>
                </a:cubicBezTo>
                <a:cubicBezTo>
                  <a:pt x="264526" y="969"/>
                  <a:pt x="120277" y="4268"/>
                  <a:pt x="0" y="18288"/>
                </a:cubicBezTo>
                <a:cubicBezTo>
                  <a:pt x="766" y="10800"/>
                  <a:pt x="-457" y="8180"/>
                  <a:pt x="0" y="0"/>
                </a:cubicBezTo>
                <a:close/>
              </a:path>
            </a:pathLst>
          </a:custGeom>
          <a:solidFill>
            <a:srgbClr val="FFFFFF">
              <a:alpha val="75000"/>
            </a:srgbClr>
          </a:solidFill>
          <a:ln w="44450" cap="rnd">
            <a:solidFill>
              <a:schemeClr val="bg1">
                <a:alpha val="75000"/>
              </a:schemeClr>
            </a:solidFill>
            <a:round/>
            <a:extLst>
              <a:ext uri="{C807C97D-BFC1-408E-A445-0C87EB9F89A2}">
                <ask:lineSketchStyleProps xmlns:ask="http://schemas.microsoft.com/office/drawing/2018/sketchyshapes" sd="2727557108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078" name="Picture 6" descr="Dual Booting Kali with Windows | Kali ...">
            <a:extLst>
              <a:ext uri="{FF2B5EF4-FFF2-40B4-BE49-F238E27FC236}">
                <a16:creationId xmlns:a16="http://schemas.microsoft.com/office/drawing/2014/main" id="{D1B7773E-72CF-9277-D586-D859995C3F0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28644" y="1636363"/>
            <a:ext cx="8890938" cy="500115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Image 3">
            <a:extLst>
              <a:ext uri="{FF2B5EF4-FFF2-40B4-BE49-F238E27FC236}">
                <a16:creationId xmlns:a16="http://schemas.microsoft.com/office/drawing/2014/main" id="{AF589748-724C-EC0A-0769-0CBAE8CCC2A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11228927" y="58020"/>
            <a:ext cx="963073" cy="963073"/>
          </a:xfrm>
          <a:prstGeom prst="rect">
            <a:avLst/>
          </a:prstGeom>
        </p:spPr>
      </p:pic>
      <p:sp>
        <p:nvSpPr>
          <p:cNvPr id="3" name="ZoneTexte 2">
            <a:extLst>
              <a:ext uri="{FF2B5EF4-FFF2-40B4-BE49-F238E27FC236}">
                <a16:creationId xmlns:a16="http://schemas.microsoft.com/office/drawing/2014/main" id="{749FEA88-9606-9F2F-141F-605D1F75519C}"/>
              </a:ext>
            </a:extLst>
          </p:cNvPr>
          <p:cNvSpPr txBox="1"/>
          <p:nvPr/>
        </p:nvSpPr>
        <p:spPr bwMode="auto">
          <a:xfrm>
            <a:off x="11399874" y="6153741"/>
            <a:ext cx="1056029" cy="800155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compatLnSpc="0">
            <a:spAutoFit/>
          </a:bodyPr>
          <a:lstStyle/>
          <a:p>
            <a:pPr>
              <a:defRPr/>
            </a:pPr>
            <a:r>
              <a:rPr lang="fr-FR" sz="4800" b="1" dirty="0">
                <a:solidFill>
                  <a:schemeClr val="bg1"/>
                </a:solidFill>
              </a:rPr>
              <a:t>21</a:t>
            </a:r>
            <a:endParaRPr sz="80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7449627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124495DF-0FFF-B72D-800A-E0C9CC6342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fr-FR" dirty="0">
                <a:solidFill>
                  <a:schemeClr val="bg1"/>
                </a:solidFill>
              </a:rPr>
              <a:t>Liste des logiciels à installer sur les deux systèmes</a:t>
            </a:r>
          </a:p>
        </p:txBody>
      </p:sp>
      <p:pic>
        <p:nvPicPr>
          <p:cNvPr id="1026" name="Picture 2" descr="HERRAMIENTAS PARA CREAR MAPAS MENTALES">
            <a:extLst>
              <a:ext uri="{FF2B5EF4-FFF2-40B4-BE49-F238E27FC236}">
                <a16:creationId xmlns:a16="http://schemas.microsoft.com/office/drawing/2014/main" id="{8CC3DB7E-0DF3-D61D-17E1-7DA07011F767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5385" y="1807472"/>
            <a:ext cx="1485692" cy="148569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Cisco Packet Tracer - EcuRed">
            <a:extLst>
              <a:ext uri="{FF2B5EF4-FFF2-40B4-BE49-F238E27FC236}">
                <a16:creationId xmlns:a16="http://schemas.microsoft.com/office/drawing/2014/main" id="{7C496F5A-1494-CA87-D3A3-1EC88126FCB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71272" y="1646430"/>
            <a:ext cx="1714500" cy="1714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Monitorización de equipos en un aula con Veyon (parte 2) - SomeBooks.es">
            <a:extLst>
              <a:ext uri="{FF2B5EF4-FFF2-40B4-BE49-F238E27FC236}">
                <a16:creationId xmlns:a16="http://schemas.microsoft.com/office/drawing/2014/main" id="{AFDC8111-2DD9-21DC-980A-275A80AB477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68919" y="1690688"/>
            <a:ext cx="1603926" cy="16039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Image 6" descr="Une image contenant ordinateur, capture d’écran, conception&#10;&#10;Le contenu généré par l’IA peut être incorrect.">
            <a:extLst>
              <a:ext uri="{FF2B5EF4-FFF2-40B4-BE49-F238E27FC236}">
                <a16:creationId xmlns:a16="http://schemas.microsoft.com/office/drawing/2014/main" id="{3CD1ABE3-3D1E-C463-F689-F632F0F8DF01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15840" y="1807472"/>
            <a:ext cx="1372477" cy="1370359"/>
          </a:xfrm>
          <a:prstGeom prst="rect">
            <a:avLst/>
          </a:prstGeom>
        </p:spPr>
      </p:pic>
      <p:pic>
        <p:nvPicPr>
          <p:cNvPr id="1036" name="Picture 12" descr="draw-io-logo - Tech Tools for Teachers">
            <a:extLst>
              <a:ext uri="{FF2B5EF4-FFF2-40B4-BE49-F238E27FC236}">
                <a16:creationId xmlns:a16="http://schemas.microsoft.com/office/drawing/2014/main" id="{0CD9344C-9735-6A9D-4E10-2A9FD232542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39809" y="1756429"/>
            <a:ext cx="1603926" cy="16039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Image 8" descr="Une image contenant Police, typographie, Graphique, logo&#10;&#10;Le contenu généré par l’IA peut être incorrect.">
            <a:extLst>
              <a:ext uri="{FF2B5EF4-FFF2-40B4-BE49-F238E27FC236}">
                <a16:creationId xmlns:a16="http://schemas.microsoft.com/office/drawing/2014/main" id="{636ED31C-E05C-F46C-1E41-A833EC665D32}"/>
              </a:ext>
            </a:extLst>
          </p:cNvPr>
          <p:cNvPicPr>
            <a:picLocks noChangeAspect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58056" y="3843530"/>
            <a:ext cx="2663029" cy="727232"/>
          </a:xfrm>
          <a:prstGeom prst="rect">
            <a:avLst/>
          </a:prstGeom>
        </p:spPr>
      </p:pic>
      <p:pic>
        <p:nvPicPr>
          <p:cNvPr id="1042" name="Picture 18" descr="Wireshark Packet Analyzer Free Download - ALL PC World">
            <a:extLst>
              <a:ext uri="{FF2B5EF4-FFF2-40B4-BE49-F238E27FC236}">
                <a16:creationId xmlns:a16="http://schemas.microsoft.com/office/drawing/2014/main" id="{F281A136-7DDE-6712-31F7-C84F2865E23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34198" y="3585951"/>
            <a:ext cx="1293283" cy="12920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44" name="Picture 20" descr="AEMICS smart products">
            <a:extLst>
              <a:ext uri="{FF2B5EF4-FFF2-40B4-BE49-F238E27FC236}">
                <a16:creationId xmlns:a16="http://schemas.microsoft.com/office/drawing/2014/main" id="{97305A1F-8F4D-5594-930B-1816E569E93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85684" y="3585951"/>
            <a:ext cx="2208695" cy="124239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46" name="Picture 22" descr="Install Thonny on Linux | Snap Store">
            <a:extLst>
              <a:ext uri="{FF2B5EF4-FFF2-40B4-BE49-F238E27FC236}">
                <a16:creationId xmlns:a16="http://schemas.microsoft.com/office/drawing/2014/main" id="{7E63739A-8117-88F1-473E-9D415965235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86514" y="1690688"/>
            <a:ext cx="1534571" cy="153457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48" name="Picture 24" descr="Audacity Logo - LogoDix">
            <a:extLst>
              <a:ext uri="{FF2B5EF4-FFF2-40B4-BE49-F238E27FC236}">
                <a16:creationId xmlns:a16="http://schemas.microsoft.com/office/drawing/2014/main" id="{520CF829-1ED8-89AA-3DC1-E8538A91288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20796" y="5100633"/>
            <a:ext cx="1292087" cy="12920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50" name="Picture 26" descr="LibreOffice-logo - Best Reviews 2017">
            <a:extLst>
              <a:ext uri="{FF2B5EF4-FFF2-40B4-BE49-F238E27FC236}">
                <a16:creationId xmlns:a16="http://schemas.microsoft.com/office/drawing/2014/main" id="{2576E9D0-6C96-B0E5-5024-59AD6919D5F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671401" y="4973647"/>
            <a:ext cx="1508678" cy="15192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52" name="Picture 28" descr="Virtualbox Logo Png Transparent Brands Logos | Images and Photos finder">
            <a:extLst>
              <a:ext uri="{FF2B5EF4-FFF2-40B4-BE49-F238E27FC236}">
                <a16:creationId xmlns:a16="http://schemas.microsoft.com/office/drawing/2014/main" id="{9BC6593C-1323-C918-0409-53DEF78E517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4027" y="3918912"/>
            <a:ext cx="1918252" cy="19182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" name="Image 10" descr="Une image contenant texte, Police, logo, Graphique&#10;&#10;Le contenu généré par l’IA peut être incorrect.">
            <a:extLst>
              <a:ext uri="{FF2B5EF4-FFF2-40B4-BE49-F238E27FC236}">
                <a16:creationId xmlns:a16="http://schemas.microsoft.com/office/drawing/2014/main" id="{C603C060-F85E-2298-39CA-8A09B71483E8}"/>
              </a:ext>
            </a:extLst>
          </p:cNvPr>
          <p:cNvPicPr>
            <a:picLocks noChangeAspect="1"/>
          </p:cNvPicPr>
          <p:nvPr/>
        </p:nvPicPr>
        <p:blipFill>
          <a:blip r:embed="rId1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40203" y="3882620"/>
            <a:ext cx="1526295" cy="1519229"/>
          </a:xfrm>
          <a:prstGeom prst="rect">
            <a:avLst/>
          </a:prstGeom>
        </p:spPr>
      </p:pic>
      <p:sp>
        <p:nvSpPr>
          <p:cNvPr id="12" name="ZoneTexte 11">
            <a:extLst>
              <a:ext uri="{FF2B5EF4-FFF2-40B4-BE49-F238E27FC236}">
                <a16:creationId xmlns:a16="http://schemas.microsoft.com/office/drawing/2014/main" id="{30E09341-8180-4A0F-AE50-B8F342A3BE7F}"/>
              </a:ext>
            </a:extLst>
          </p:cNvPr>
          <p:cNvSpPr txBox="1"/>
          <p:nvPr/>
        </p:nvSpPr>
        <p:spPr bwMode="auto">
          <a:xfrm>
            <a:off x="11251416" y="6083168"/>
            <a:ext cx="1056029" cy="800155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compatLnSpc="0">
            <a:spAutoFit/>
          </a:bodyPr>
          <a:lstStyle/>
          <a:p>
            <a:pPr>
              <a:defRPr/>
            </a:pPr>
            <a:r>
              <a:rPr lang="fr-FR" sz="4800" b="1" dirty="0">
                <a:solidFill>
                  <a:schemeClr val="bg1"/>
                </a:solidFill>
              </a:rPr>
              <a:t>22</a:t>
            </a:r>
            <a:endParaRPr sz="8000" dirty="0">
              <a:solidFill>
                <a:schemeClr val="bg1"/>
              </a:solidFill>
            </a:endParaRPr>
          </a:p>
        </p:txBody>
      </p:sp>
      <p:pic>
        <p:nvPicPr>
          <p:cNvPr id="3" name="Image 2">
            <a:extLst>
              <a:ext uri="{FF2B5EF4-FFF2-40B4-BE49-F238E27FC236}">
                <a16:creationId xmlns:a16="http://schemas.microsoft.com/office/drawing/2014/main" id="{AA2B988F-0712-5670-A99B-2790EF2F953E}"/>
              </a:ext>
            </a:extLst>
          </p:cNvPr>
          <p:cNvPicPr>
            <a:picLocks noChangeAspect="1"/>
          </p:cNvPicPr>
          <p:nvPr/>
        </p:nvPicPr>
        <p:blipFill>
          <a:blip r:embed="rId16"/>
          <a:stretch/>
        </p:blipFill>
        <p:spPr bwMode="auto">
          <a:xfrm>
            <a:off x="11228927" y="58020"/>
            <a:ext cx="963073" cy="9630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3375423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E2E1B72-55F6-3BA7-62BA-E5DF5C7B06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3" name="Rectangle 1032">
            <a:extLst>
              <a:ext uri="{FF2B5EF4-FFF2-40B4-BE49-F238E27FC236}">
                <a16:creationId xmlns:a16="http://schemas.microsoft.com/office/drawing/2014/main" id="{9AA72BD9-2C5A-4EDC-931F-5AA08EACA0F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28" name="Picture 4" descr="Installer un serveur FOG | Wiki.js">
            <a:extLst>
              <a:ext uri="{FF2B5EF4-FFF2-40B4-BE49-F238E27FC236}">
                <a16:creationId xmlns:a16="http://schemas.microsoft.com/office/drawing/2014/main" id="{592470E1-8E1A-C730-77B0-8A086626612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596" r="18979" b="4495"/>
          <a:stretch>
            <a:fillRect/>
          </a:stretch>
        </p:blipFill>
        <p:spPr bwMode="auto">
          <a:xfrm>
            <a:off x="3522468" y="12672"/>
            <a:ext cx="8669532" cy="68579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35" name="Rectangle 1034">
            <a:extLst>
              <a:ext uri="{FF2B5EF4-FFF2-40B4-BE49-F238E27FC236}">
                <a16:creationId xmlns:a16="http://schemas.microsoft.com/office/drawing/2014/main" id="{DD3981AC-7B61-4947-BCF3-F7AA7FA385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" y="0"/>
            <a:ext cx="9756601" cy="6858000"/>
          </a:xfrm>
          <a:prstGeom prst="rect">
            <a:avLst/>
          </a:prstGeom>
          <a:gradFill>
            <a:gsLst>
              <a:gs pos="58000">
                <a:schemeClr val="tx1"/>
              </a:gs>
              <a:gs pos="35000">
                <a:schemeClr val="tx1">
                  <a:alpha val="78000"/>
                </a:schemeClr>
              </a:gs>
              <a:gs pos="19000">
                <a:schemeClr val="tx1">
                  <a:alpha val="38000"/>
                </a:schemeClr>
              </a:gs>
              <a:gs pos="0">
                <a:schemeClr val="tx1">
                  <a:alpha val="0"/>
                </a:schemeClr>
              </a:gs>
              <a:gs pos="100000">
                <a:schemeClr val="tx1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37" name="Rectangle 1036">
            <a:extLst>
              <a:ext uri="{FF2B5EF4-FFF2-40B4-BE49-F238E27FC236}">
                <a16:creationId xmlns:a16="http://schemas.microsoft.com/office/drawing/2014/main" id="{55D4142C-5077-457F-A6AD-3FECFDB396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662559" y="605790"/>
            <a:ext cx="73152" cy="54864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039" name="Rectangle 1038">
            <a:extLst>
              <a:ext uri="{FF2B5EF4-FFF2-40B4-BE49-F238E27FC236}">
                <a16:creationId xmlns:a16="http://schemas.microsoft.com/office/drawing/2014/main" id="{7A5F0580-5EE9-419F-96EE-B6529EF6E7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28244" y="2443480"/>
            <a:ext cx="3300984" cy="9144"/>
          </a:xfrm>
          <a:prstGeom prst="rect">
            <a:avLst/>
          </a:prstGeom>
          <a:solidFill>
            <a:schemeClr val="tx1"/>
          </a:solidFill>
          <a:ln w="3175">
            <a:solidFill>
              <a:schemeClr val="bg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3" name="Image 2">
            <a:extLst>
              <a:ext uri="{FF2B5EF4-FFF2-40B4-BE49-F238E27FC236}">
                <a16:creationId xmlns:a16="http://schemas.microsoft.com/office/drawing/2014/main" id="{57A46D9D-1677-939B-8168-C1B8F3B59AD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/>
        </p:blipFill>
        <p:spPr bwMode="auto">
          <a:xfrm>
            <a:off x="11228927" y="58020"/>
            <a:ext cx="963073" cy="963073"/>
          </a:xfrm>
          <a:prstGeom prst="rect">
            <a:avLst/>
          </a:prstGeom>
        </p:spPr>
      </p:pic>
      <p:sp>
        <p:nvSpPr>
          <p:cNvPr id="6" name="ZoneTexte 5">
            <a:extLst>
              <a:ext uri="{FF2B5EF4-FFF2-40B4-BE49-F238E27FC236}">
                <a16:creationId xmlns:a16="http://schemas.microsoft.com/office/drawing/2014/main" id="{12201107-0E61-50C9-96A7-309644127FB6}"/>
              </a:ext>
            </a:extLst>
          </p:cNvPr>
          <p:cNvSpPr txBox="1"/>
          <p:nvPr/>
        </p:nvSpPr>
        <p:spPr>
          <a:xfrm>
            <a:off x="447195" y="1079103"/>
            <a:ext cx="11662091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6000" dirty="0">
                <a:solidFill>
                  <a:schemeClr val="bg2"/>
                </a:solidFill>
              </a:rPr>
              <a:t>FOG (Free Open-source </a:t>
            </a:r>
            <a:r>
              <a:rPr lang="fr-FR" sz="6000" dirty="0" err="1">
                <a:solidFill>
                  <a:schemeClr val="bg2"/>
                </a:solidFill>
              </a:rPr>
              <a:t>Ghost</a:t>
            </a:r>
            <a:r>
              <a:rPr lang="fr-FR" sz="6000" dirty="0">
                <a:solidFill>
                  <a:schemeClr val="bg2"/>
                </a:solidFill>
              </a:rPr>
              <a:t>)</a:t>
            </a:r>
          </a:p>
        </p:txBody>
      </p:sp>
      <p:sp>
        <p:nvSpPr>
          <p:cNvPr id="7" name="ZoneTexte 6">
            <a:extLst>
              <a:ext uri="{FF2B5EF4-FFF2-40B4-BE49-F238E27FC236}">
                <a16:creationId xmlns:a16="http://schemas.microsoft.com/office/drawing/2014/main" id="{59D30836-2CD1-886B-89AC-99D68E9C9953}"/>
              </a:ext>
            </a:extLst>
          </p:cNvPr>
          <p:cNvSpPr txBox="1"/>
          <p:nvPr/>
        </p:nvSpPr>
        <p:spPr bwMode="auto">
          <a:xfrm>
            <a:off x="11251416" y="6083168"/>
            <a:ext cx="1056029" cy="800155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compatLnSpc="0">
            <a:spAutoFit/>
          </a:bodyPr>
          <a:lstStyle/>
          <a:p>
            <a:pPr>
              <a:defRPr/>
            </a:pPr>
            <a:r>
              <a:rPr lang="fr-FR" sz="4800" b="1" dirty="0">
                <a:solidFill>
                  <a:schemeClr val="bg1"/>
                </a:solidFill>
              </a:rPr>
              <a:t>23</a:t>
            </a:r>
            <a:endParaRPr lang="fr-FR" sz="8000" dirty="0">
              <a:solidFill>
                <a:schemeClr val="bg1"/>
              </a:solidFill>
            </a:endParaRPr>
          </a:p>
        </p:txBody>
      </p:sp>
      <p:sp>
        <p:nvSpPr>
          <p:cNvPr id="2" name="ZoneTexte 1">
            <a:extLst>
              <a:ext uri="{FF2B5EF4-FFF2-40B4-BE49-F238E27FC236}">
                <a16:creationId xmlns:a16="http://schemas.microsoft.com/office/drawing/2014/main" id="{DAB59B03-083E-CF95-7A73-C79FEEB80B81}"/>
              </a:ext>
            </a:extLst>
          </p:cNvPr>
          <p:cNvSpPr txBox="1"/>
          <p:nvPr/>
        </p:nvSpPr>
        <p:spPr>
          <a:xfrm>
            <a:off x="228600" y="2726222"/>
            <a:ext cx="516038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>
                <a:solidFill>
                  <a:schemeClr val="bg1"/>
                </a:solidFill>
              </a:rPr>
              <a:t>INSTALLATION DE FOG REALISEE PAR AXEL</a:t>
            </a:r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A23B05F4-66D3-2F7E-D5FA-418284F2AD36}"/>
              </a:ext>
            </a:extLst>
          </p:cNvPr>
          <p:cNvSpPr txBox="1"/>
          <p:nvPr/>
        </p:nvSpPr>
        <p:spPr>
          <a:xfrm>
            <a:off x="228600" y="3273577"/>
            <a:ext cx="494237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>
                <a:solidFill>
                  <a:schemeClr val="bg1"/>
                </a:solidFill>
              </a:rPr>
              <a:t>CREATION ET DEPLOIEMENT D’IMAGE ISO</a:t>
            </a:r>
          </a:p>
        </p:txBody>
      </p:sp>
    </p:spTree>
    <p:extLst>
      <p:ext uri="{BB962C8B-B14F-4D97-AF65-F5344CB8AC3E}">
        <p14:creationId xmlns:p14="http://schemas.microsoft.com/office/powerpoint/2010/main" val="228702288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096266C-9C89-253F-B2FF-D81193631D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ZoneTexte 11">
            <a:extLst>
              <a:ext uri="{FF2B5EF4-FFF2-40B4-BE49-F238E27FC236}">
                <a16:creationId xmlns:a16="http://schemas.microsoft.com/office/drawing/2014/main" id="{34466023-6A3B-A361-D8CC-CB60210F389E}"/>
              </a:ext>
            </a:extLst>
          </p:cNvPr>
          <p:cNvSpPr txBox="1"/>
          <p:nvPr/>
        </p:nvSpPr>
        <p:spPr bwMode="auto">
          <a:xfrm>
            <a:off x="11251416" y="6083168"/>
            <a:ext cx="1056029" cy="800155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compatLnSpc="0">
            <a:spAutoFit/>
          </a:bodyPr>
          <a:lstStyle/>
          <a:p>
            <a:pPr>
              <a:defRPr/>
            </a:pPr>
            <a:r>
              <a:rPr lang="fr-FR" sz="4800" b="1" dirty="0">
                <a:solidFill>
                  <a:schemeClr val="bg1"/>
                </a:solidFill>
              </a:rPr>
              <a:t>24</a:t>
            </a:r>
            <a:endParaRPr lang="fr-FR" sz="8000" dirty="0">
              <a:solidFill>
                <a:schemeClr val="bg1"/>
              </a:solidFill>
            </a:endParaRPr>
          </a:p>
        </p:txBody>
      </p:sp>
      <p:pic>
        <p:nvPicPr>
          <p:cNvPr id="3" name="Image 2">
            <a:extLst>
              <a:ext uri="{FF2B5EF4-FFF2-40B4-BE49-F238E27FC236}">
                <a16:creationId xmlns:a16="http://schemas.microsoft.com/office/drawing/2014/main" id="{E62966D3-BF0A-82F1-8FF3-653F41FF77A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11228927" y="58020"/>
            <a:ext cx="963073" cy="963073"/>
          </a:xfrm>
          <a:prstGeom prst="rect">
            <a:avLst/>
          </a:prstGeom>
        </p:spPr>
      </p:pic>
      <p:sp>
        <p:nvSpPr>
          <p:cNvPr id="4" name="Titre 3">
            <a:extLst>
              <a:ext uri="{FF2B5EF4-FFF2-40B4-BE49-F238E27FC236}">
                <a16:creationId xmlns:a16="http://schemas.microsoft.com/office/drawing/2014/main" id="{DAB3A5B3-0B46-E958-ECB7-BFFFE66322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8020"/>
            <a:ext cx="10390727" cy="963073"/>
          </a:xfrm>
        </p:spPr>
        <p:txBody>
          <a:bodyPr>
            <a:normAutofit fontScale="90000"/>
          </a:bodyPr>
          <a:lstStyle/>
          <a:p>
            <a:pPr algn="ctr"/>
            <a:r>
              <a:rPr lang="fr-FR" dirty="0">
                <a:solidFill>
                  <a:schemeClr val="bg1"/>
                </a:solidFill>
              </a:rPr>
              <a:t>Création d'une image ISO vide dans FOG</a:t>
            </a:r>
          </a:p>
        </p:txBody>
      </p:sp>
      <p:pic>
        <p:nvPicPr>
          <p:cNvPr id="9" name="Image 8" descr="Une image contenant texte, capture d’écran, logiciel, nombre&#10;&#10;Le contenu généré par l’IA peut être incorrect.">
            <a:extLst>
              <a:ext uri="{FF2B5EF4-FFF2-40B4-BE49-F238E27FC236}">
                <a16:creationId xmlns:a16="http://schemas.microsoft.com/office/drawing/2014/main" id="{89754412-4CC9-CAB1-D9C3-1FAA85B294B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74731" y="889328"/>
            <a:ext cx="9517664" cy="59106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1483602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0ADA565-5BCE-0628-75C3-9A4A7707AC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ZoneTexte 11">
            <a:extLst>
              <a:ext uri="{FF2B5EF4-FFF2-40B4-BE49-F238E27FC236}">
                <a16:creationId xmlns:a16="http://schemas.microsoft.com/office/drawing/2014/main" id="{FC599023-C96E-17A8-5F0D-4E1A17EC6896}"/>
              </a:ext>
            </a:extLst>
          </p:cNvPr>
          <p:cNvSpPr txBox="1"/>
          <p:nvPr/>
        </p:nvSpPr>
        <p:spPr bwMode="auto">
          <a:xfrm>
            <a:off x="11251416" y="6083168"/>
            <a:ext cx="1056029" cy="800155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compatLnSpc="0">
            <a:spAutoFit/>
          </a:bodyPr>
          <a:lstStyle/>
          <a:p>
            <a:pPr>
              <a:defRPr/>
            </a:pPr>
            <a:r>
              <a:rPr lang="fr-FR" sz="4800" b="1" dirty="0">
                <a:solidFill>
                  <a:schemeClr val="bg1"/>
                </a:solidFill>
              </a:rPr>
              <a:t>25</a:t>
            </a:r>
            <a:endParaRPr lang="fr-FR" sz="8000" dirty="0">
              <a:solidFill>
                <a:schemeClr val="bg1"/>
              </a:solidFill>
            </a:endParaRPr>
          </a:p>
        </p:txBody>
      </p:sp>
      <p:pic>
        <p:nvPicPr>
          <p:cNvPr id="3" name="Image 2">
            <a:extLst>
              <a:ext uri="{FF2B5EF4-FFF2-40B4-BE49-F238E27FC236}">
                <a16:creationId xmlns:a16="http://schemas.microsoft.com/office/drawing/2014/main" id="{56A61674-7968-51D1-4120-184E1AFA4DF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11228927" y="58020"/>
            <a:ext cx="963073" cy="963073"/>
          </a:xfrm>
          <a:prstGeom prst="rect">
            <a:avLst/>
          </a:prstGeom>
        </p:spPr>
      </p:pic>
      <p:sp>
        <p:nvSpPr>
          <p:cNvPr id="5" name="Titre 4">
            <a:extLst>
              <a:ext uri="{FF2B5EF4-FFF2-40B4-BE49-F238E27FC236}">
                <a16:creationId xmlns:a16="http://schemas.microsoft.com/office/drawing/2014/main" id="{9F6CA7E7-FC9D-5709-316D-671D852980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3327" y="149225"/>
            <a:ext cx="10515600" cy="1325563"/>
          </a:xfrm>
        </p:spPr>
        <p:txBody>
          <a:bodyPr/>
          <a:lstStyle/>
          <a:p>
            <a:pPr algn="ctr"/>
            <a:r>
              <a:rPr lang="fr-FR" dirty="0">
                <a:solidFill>
                  <a:schemeClr val="bg1"/>
                </a:solidFill>
              </a:rPr>
              <a:t>Création d’un hôte pour FOG</a:t>
            </a:r>
          </a:p>
        </p:txBody>
      </p:sp>
      <p:pic>
        <p:nvPicPr>
          <p:cNvPr id="15" name="Image 14" descr="Une image contenant texte, Appareils électroniques, logiciel, capture d’écran&#10;&#10;Le contenu généré par l’IA peut être incorrect.">
            <a:extLst>
              <a:ext uri="{FF2B5EF4-FFF2-40B4-BE49-F238E27FC236}">
                <a16:creationId xmlns:a16="http://schemas.microsoft.com/office/drawing/2014/main" id="{2248675D-881D-83C6-8DF3-7ECFF35D229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89043" y="1323819"/>
            <a:ext cx="9164167" cy="51594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9664779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E565B46-4ADB-01D9-83E2-E4514EA3D6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ZoneTexte 11">
            <a:extLst>
              <a:ext uri="{FF2B5EF4-FFF2-40B4-BE49-F238E27FC236}">
                <a16:creationId xmlns:a16="http://schemas.microsoft.com/office/drawing/2014/main" id="{9452EA48-7F7F-E7DB-ED75-26EF14B82A10}"/>
              </a:ext>
            </a:extLst>
          </p:cNvPr>
          <p:cNvSpPr txBox="1"/>
          <p:nvPr/>
        </p:nvSpPr>
        <p:spPr bwMode="auto">
          <a:xfrm>
            <a:off x="11251416" y="6083168"/>
            <a:ext cx="1056029" cy="800155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compatLnSpc="0">
            <a:spAutoFit/>
          </a:bodyPr>
          <a:lstStyle/>
          <a:p>
            <a:pPr>
              <a:defRPr/>
            </a:pPr>
            <a:r>
              <a:rPr lang="fr-FR" sz="4800" b="1" dirty="0">
                <a:solidFill>
                  <a:schemeClr val="bg1"/>
                </a:solidFill>
              </a:rPr>
              <a:t>26</a:t>
            </a:r>
            <a:endParaRPr lang="fr-FR" sz="8000" dirty="0">
              <a:solidFill>
                <a:schemeClr val="bg1"/>
              </a:solidFill>
            </a:endParaRPr>
          </a:p>
        </p:txBody>
      </p:sp>
      <p:pic>
        <p:nvPicPr>
          <p:cNvPr id="3" name="Image 2">
            <a:extLst>
              <a:ext uri="{FF2B5EF4-FFF2-40B4-BE49-F238E27FC236}">
                <a16:creationId xmlns:a16="http://schemas.microsoft.com/office/drawing/2014/main" id="{5EC72A7D-2465-A73D-4B90-91BE8373B47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11228927" y="58020"/>
            <a:ext cx="963073" cy="963073"/>
          </a:xfrm>
          <a:prstGeom prst="rect">
            <a:avLst/>
          </a:prstGeom>
        </p:spPr>
      </p:pic>
      <p:sp>
        <p:nvSpPr>
          <p:cNvPr id="4" name="Titre 3">
            <a:extLst>
              <a:ext uri="{FF2B5EF4-FFF2-40B4-BE49-F238E27FC236}">
                <a16:creationId xmlns:a16="http://schemas.microsoft.com/office/drawing/2014/main" id="{AC3D60B3-B4D1-77B7-A94A-2251C66352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1316" y="160271"/>
            <a:ext cx="10960100" cy="1325563"/>
          </a:xfrm>
        </p:spPr>
        <p:txBody>
          <a:bodyPr/>
          <a:lstStyle/>
          <a:p>
            <a:pPr algn="ctr"/>
            <a:r>
              <a:rPr lang="fr-FR" dirty="0">
                <a:solidFill>
                  <a:schemeClr val="bg1"/>
                </a:solidFill>
              </a:rPr>
              <a:t>Démarrage du clonage via PXE</a:t>
            </a:r>
          </a:p>
        </p:txBody>
      </p:sp>
      <p:pic>
        <p:nvPicPr>
          <p:cNvPr id="11" name="Image 10" descr="Une image contenant texte, capture d’écran, logiciel, Icône d’ordinateur&#10;&#10;Le contenu généré par l’IA peut être incorrect.">
            <a:extLst>
              <a:ext uri="{FF2B5EF4-FFF2-40B4-BE49-F238E27FC236}">
                <a16:creationId xmlns:a16="http://schemas.microsoft.com/office/drawing/2014/main" id="{3DAF9D6D-3C00-84C4-74FB-8D03272B08C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3455" y="1588085"/>
            <a:ext cx="10425472" cy="48021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13728752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62" name="Rectangle 61">
            <a:extLst>
              <a:ext uri="{FF2B5EF4-FFF2-40B4-BE49-F238E27FC236}">
                <a16:creationId xmlns:a16="http://schemas.microsoft.com/office/drawing/2014/main" id="{73AD41DB-DF9F-49BC-85AE-6AB1840AD5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0BFBB9C0-9400-0582-80F9-267319AB13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4669978"/>
            <a:ext cx="5829300" cy="1173700"/>
          </a:xfrm>
        </p:spPr>
        <p:txBody>
          <a:bodyPr vert="horz" lIns="91440" tIns="45720" rIns="91440" bIns="45720" rtlCol="0" anchor="t">
            <a:normAutofit/>
          </a:bodyPr>
          <a:lstStyle/>
          <a:p>
            <a:pPr rtl="0">
              <a:spcBef>
                <a:spcPct val="0"/>
              </a:spcBef>
            </a:pPr>
            <a:r>
              <a:rPr lang="en-US" sz="3700" kern="1200" dirty="0" err="1">
                <a:solidFill>
                  <a:schemeClr val="bg1"/>
                </a:solidFill>
              </a:rPr>
              <a:t>Diagramme</a:t>
            </a:r>
            <a:r>
              <a:rPr lang="en-US" sz="3700" kern="1200" dirty="0">
                <a:solidFill>
                  <a:schemeClr val="bg1"/>
                </a:solidFill>
              </a:rPr>
              <a:t> de Gantt final  </a:t>
            </a:r>
          </a:p>
        </p:txBody>
      </p:sp>
      <p:pic>
        <p:nvPicPr>
          <p:cNvPr id="5" name="Image 4" descr="Une image contenant texte, capture d’écran, ligne, Tracé&#10;&#10;Le contenu généré par l’IA peut être incorrect.">
            <a:extLst>
              <a:ext uri="{FF2B5EF4-FFF2-40B4-BE49-F238E27FC236}">
                <a16:creationId xmlns:a16="http://schemas.microsoft.com/office/drawing/2014/main" id="{19D6D74A-D0F0-01A7-2C51-39D1090B729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786" b="3423"/>
          <a:stretch>
            <a:fillRect/>
          </a:stretch>
        </p:blipFill>
        <p:spPr>
          <a:xfrm>
            <a:off x="20" y="0"/>
            <a:ext cx="12191980" cy="3984912"/>
          </a:xfrm>
          <a:custGeom>
            <a:avLst/>
            <a:gdLst/>
            <a:ahLst/>
            <a:cxnLst/>
            <a:rect l="l" t="t" r="r" b="b"/>
            <a:pathLst>
              <a:path w="12192000" h="3984912">
                <a:moveTo>
                  <a:pt x="0" y="0"/>
                </a:moveTo>
                <a:lnTo>
                  <a:pt x="12192000" y="0"/>
                </a:lnTo>
                <a:lnTo>
                  <a:pt x="12192000" y="566059"/>
                </a:lnTo>
                <a:lnTo>
                  <a:pt x="12192000" y="794037"/>
                </a:lnTo>
                <a:lnTo>
                  <a:pt x="12192000" y="2336800"/>
                </a:lnTo>
                <a:lnTo>
                  <a:pt x="12192000" y="2631227"/>
                </a:lnTo>
                <a:lnTo>
                  <a:pt x="12192000" y="3908712"/>
                </a:lnTo>
                <a:lnTo>
                  <a:pt x="9439275" y="3984912"/>
                </a:lnTo>
                <a:lnTo>
                  <a:pt x="5572127" y="3737262"/>
                </a:lnTo>
                <a:lnTo>
                  <a:pt x="0" y="3908712"/>
                </a:lnTo>
                <a:lnTo>
                  <a:pt x="0" y="2631227"/>
                </a:lnTo>
                <a:lnTo>
                  <a:pt x="0" y="2336800"/>
                </a:lnTo>
                <a:lnTo>
                  <a:pt x="0" y="794037"/>
                </a:lnTo>
                <a:lnTo>
                  <a:pt x="0" y="566059"/>
                </a:lnTo>
                <a:close/>
              </a:path>
            </a:pathLst>
          </a:custGeom>
        </p:spPr>
      </p:pic>
      <p:grpSp>
        <p:nvGrpSpPr>
          <p:cNvPr id="64" name="Group 63">
            <a:extLst>
              <a:ext uri="{FF2B5EF4-FFF2-40B4-BE49-F238E27FC236}">
                <a16:creationId xmlns:a16="http://schemas.microsoft.com/office/drawing/2014/main" id="{A4AE1828-51FD-4AD7-BCF6-9AF5C696CE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3528992"/>
            <a:ext cx="12192000" cy="757168"/>
            <a:chOff x="0" y="2959818"/>
            <a:chExt cx="12192000" cy="757168"/>
          </a:xfrm>
        </p:grpSpPr>
        <p:sp>
          <p:nvSpPr>
            <p:cNvPr id="65" name="Freeform: Shape 64">
              <a:extLst>
                <a:ext uri="{FF2B5EF4-FFF2-40B4-BE49-F238E27FC236}">
                  <a16:creationId xmlns:a16="http://schemas.microsoft.com/office/drawing/2014/main" id="{8542C7CD-02BE-4ADE-8D2F-DFB759D71A3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2959818"/>
              <a:ext cx="12192000" cy="757168"/>
            </a:xfrm>
            <a:custGeom>
              <a:avLst/>
              <a:gdLst>
                <a:gd name="connsiteX0" fmla="*/ 0 w 12192000"/>
                <a:gd name="connsiteY0" fmla="*/ 0 h 757168"/>
                <a:gd name="connsiteX1" fmla="*/ 41653 w 12192000"/>
                <a:gd name="connsiteY1" fmla="*/ 6945 h 757168"/>
                <a:gd name="connsiteX2" fmla="*/ 81317 w 12192000"/>
                <a:gd name="connsiteY2" fmla="*/ 15509 h 757168"/>
                <a:gd name="connsiteX3" fmla="*/ 114150 w 12192000"/>
                <a:gd name="connsiteY3" fmla="*/ 28105 h 757168"/>
                <a:gd name="connsiteX4" fmla="*/ 214865 w 12192000"/>
                <a:gd name="connsiteY4" fmla="*/ 58374 h 757168"/>
                <a:gd name="connsiteX5" fmla="*/ 299237 w 12192000"/>
                <a:gd name="connsiteY5" fmla="*/ 63560 h 757168"/>
                <a:gd name="connsiteX6" fmla="*/ 415570 w 12192000"/>
                <a:gd name="connsiteY6" fmla="*/ 83774 h 757168"/>
                <a:gd name="connsiteX7" fmla="*/ 633210 w 12192000"/>
                <a:gd name="connsiteY7" fmla="*/ 109108 h 757168"/>
                <a:gd name="connsiteX8" fmla="*/ 677567 w 12192000"/>
                <a:gd name="connsiteY8" fmla="*/ 119446 h 757168"/>
                <a:gd name="connsiteX9" fmla="*/ 946429 w 12192000"/>
                <a:gd name="connsiteY9" fmla="*/ 171502 h 757168"/>
                <a:gd name="connsiteX10" fmla="*/ 1163367 w 12192000"/>
                <a:gd name="connsiteY10" fmla="*/ 182106 h 757168"/>
                <a:gd name="connsiteX11" fmla="*/ 1180337 w 12192000"/>
                <a:gd name="connsiteY11" fmla="*/ 181279 h 757168"/>
                <a:gd name="connsiteX12" fmla="*/ 1263939 w 12192000"/>
                <a:gd name="connsiteY12" fmla="*/ 173070 h 757168"/>
                <a:gd name="connsiteX13" fmla="*/ 1392213 w 12192000"/>
                <a:gd name="connsiteY13" fmla="*/ 183225 h 757168"/>
                <a:gd name="connsiteX14" fmla="*/ 1479752 w 12192000"/>
                <a:gd name="connsiteY14" fmla="*/ 205174 h 757168"/>
                <a:gd name="connsiteX15" fmla="*/ 1589813 w 12192000"/>
                <a:gd name="connsiteY15" fmla="*/ 211706 h 757168"/>
                <a:gd name="connsiteX16" fmla="*/ 1716264 w 12192000"/>
                <a:gd name="connsiteY16" fmla="*/ 207459 h 757168"/>
                <a:gd name="connsiteX17" fmla="*/ 1772900 w 12192000"/>
                <a:gd name="connsiteY17" fmla="*/ 208137 h 757168"/>
                <a:gd name="connsiteX18" fmla="*/ 1929319 w 12192000"/>
                <a:gd name="connsiteY18" fmla="*/ 193822 h 757168"/>
                <a:gd name="connsiteX19" fmla="*/ 2021514 w 12192000"/>
                <a:gd name="connsiteY19" fmla="*/ 204186 h 757168"/>
                <a:gd name="connsiteX20" fmla="*/ 2111753 w 12192000"/>
                <a:gd name="connsiteY20" fmla="*/ 223797 h 757168"/>
                <a:gd name="connsiteX21" fmla="*/ 2169356 w 12192000"/>
                <a:gd name="connsiteY21" fmla="*/ 241125 h 757168"/>
                <a:gd name="connsiteX22" fmla="*/ 2286638 w 12192000"/>
                <a:gd name="connsiteY22" fmla="*/ 257382 h 757168"/>
                <a:gd name="connsiteX23" fmla="*/ 2308368 w 12192000"/>
                <a:gd name="connsiteY23" fmla="*/ 256995 h 757168"/>
                <a:gd name="connsiteX24" fmla="*/ 2660621 w 12192000"/>
                <a:gd name="connsiteY24" fmla="*/ 262863 h 757168"/>
                <a:gd name="connsiteX25" fmla="*/ 2801134 w 12192000"/>
                <a:gd name="connsiteY25" fmla="*/ 250006 h 757168"/>
                <a:gd name="connsiteX26" fmla="*/ 2830994 w 12192000"/>
                <a:gd name="connsiteY26" fmla="*/ 249091 h 757168"/>
                <a:gd name="connsiteX27" fmla="*/ 3129084 w 12192000"/>
                <a:gd name="connsiteY27" fmla="*/ 242009 h 757168"/>
                <a:gd name="connsiteX28" fmla="*/ 3162162 w 12192000"/>
                <a:gd name="connsiteY28" fmla="*/ 242789 h 757168"/>
                <a:gd name="connsiteX29" fmla="*/ 3254072 w 12192000"/>
                <a:gd name="connsiteY29" fmla="*/ 251612 h 757168"/>
                <a:gd name="connsiteX30" fmla="*/ 3473491 w 12192000"/>
                <a:gd name="connsiteY30" fmla="*/ 221903 h 757168"/>
                <a:gd name="connsiteX31" fmla="*/ 3691860 w 12192000"/>
                <a:gd name="connsiteY31" fmla="*/ 219228 h 757168"/>
                <a:gd name="connsiteX32" fmla="*/ 3811494 w 12192000"/>
                <a:gd name="connsiteY32" fmla="*/ 225691 h 757168"/>
                <a:gd name="connsiteX33" fmla="*/ 3897533 w 12192000"/>
                <a:gd name="connsiteY33" fmla="*/ 220087 h 757168"/>
                <a:gd name="connsiteX34" fmla="*/ 4109430 w 12192000"/>
                <a:gd name="connsiteY34" fmla="*/ 200477 h 757168"/>
                <a:gd name="connsiteX35" fmla="*/ 4208772 w 12192000"/>
                <a:gd name="connsiteY35" fmla="*/ 200914 h 757168"/>
                <a:gd name="connsiteX36" fmla="*/ 4314641 w 12192000"/>
                <a:gd name="connsiteY36" fmla="*/ 196159 h 757168"/>
                <a:gd name="connsiteX37" fmla="*/ 4577622 w 12192000"/>
                <a:gd name="connsiteY37" fmla="*/ 163774 h 757168"/>
                <a:gd name="connsiteX38" fmla="*/ 4790345 w 12192000"/>
                <a:gd name="connsiteY38" fmla="*/ 177592 h 757168"/>
                <a:gd name="connsiteX39" fmla="*/ 4926164 w 12192000"/>
                <a:gd name="connsiteY39" fmla="*/ 184139 h 757168"/>
                <a:gd name="connsiteX40" fmla="*/ 5088812 w 12192000"/>
                <a:gd name="connsiteY40" fmla="*/ 177401 h 757168"/>
                <a:gd name="connsiteX41" fmla="*/ 5222466 w 12192000"/>
                <a:gd name="connsiteY41" fmla="*/ 162082 h 757168"/>
                <a:gd name="connsiteX42" fmla="*/ 5406528 w 12192000"/>
                <a:gd name="connsiteY42" fmla="*/ 153987 h 757168"/>
                <a:gd name="connsiteX43" fmla="*/ 5590716 w 12192000"/>
                <a:gd name="connsiteY43" fmla="*/ 129490 h 757168"/>
                <a:gd name="connsiteX44" fmla="*/ 5719429 w 12192000"/>
                <a:gd name="connsiteY44" fmla="*/ 110099 h 757168"/>
                <a:gd name="connsiteX45" fmla="*/ 5897895 w 12192000"/>
                <a:gd name="connsiteY45" fmla="*/ 96368 h 757168"/>
                <a:gd name="connsiteX46" fmla="*/ 6169957 w 12192000"/>
                <a:gd name="connsiteY46" fmla="*/ 94411 h 757168"/>
                <a:gd name="connsiteX47" fmla="*/ 6294827 w 12192000"/>
                <a:gd name="connsiteY47" fmla="*/ 99236 h 757168"/>
                <a:gd name="connsiteX48" fmla="*/ 6494261 w 12192000"/>
                <a:gd name="connsiteY48" fmla="*/ 71724 h 757168"/>
                <a:gd name="connsiteX49" fmla="*/ 6579627 w 12192000"/>
                <a:gd name="connsiteY49" fmla="*/ 57883 h 757168"/>
                <a:gd name="connsiteX50" fmla="*/ 6654800 w 12192000"/>
                <a:gd name="connsiteY50" fmla="*/ 77086 h 757168"/>
                <a:gd name="connsiteX51" fmla="*/ 6703059 w 12192000"/>
                <a:gd name="connsiteY51" fmla="*/ 97166 h 757168"/>
                <a:gd name="connsiteX52" fmla="*/ 6859445 w 12192000"/>
                <a:gd name="connsiteY52" fmla="*/ 90481 h 757168"/>
                <a:gd name="connsiteX53" fmla="*/ 7025414 w 12192000"/>
                <a:gd name="connsiteY53" fmla="*/ 83536 h 757168"/>
                <a:gd name="connsiteX54" fmla="*/ 7144137 w 12192000"/>
                <a:gd name="connsiteY54" fmla="*/ 79264 h 757168"/>
                <a:gd name="connsiteX55" fmla="*/ 7291235 w 12192000"/>
                <a:gd name="connsiteY55" fmla="*/ 95367 h 757168"/>
                <a:gd name="connsiteX56" fmla="*/ 7407395 w 12192000"/>
                <a:gd name="connsiteY56" fmla="*/ 104888 h 757168"/>
                <a:gd name="connsiteX57" fmla="*/ 7500837 w 12192000"/>
                <a:gd name="connsiteY57" fmla="*/ 119515 h 757168"/>
                <a:gd name="connsiteX58" fmla="*/ 7533567 w 12192000"/>
                <a:gd name="connsiteY58" fmla="*/ 126955 h 757168"/>
                <a:gd name="connsiteX59" fmla="*/ 7792910 w 12192000"/>
                <a:gd name="connsiteY59" fmla="*/ 185188 h 757168"/>
                <a:gd name="connsiteX60" fmla="*/ 8070699 w 12192000"/>
                <a:gd name="connsiteY60" fmla="*/ 235423 h 757168"/>
                <a:gd name="connsiteX61" fmla="*/ 8253177 w 12192000"/>
                <a:gd name="connsiteY61" fmla="*/ 222473 h 757168"/>
                <a:gd name="connsiteX62" fmla="*/ 8320683 w 12192000"/>
                <a:gd name="connsiteY62" fmla="*/ 226393 h 757168"/>
                <a:gd name="connsiteX63" fmla="*/ 8631438 w 12192000"/>
                <a:gd name="connsiteY63" fmla="*/ 237528 h 757168"/>
                <a:gd name="connsiteX64" fmla="*/ 8686410 w 12192000"/>
                <a:gd name="connsiteY64" fmla="*/ 234877 h 757168"/>
                <a:gd name="connsiteX65" fmla="*/ 8980658 w 12192000"/>
                <a:gd name="connsiteY65" fmla="*/ 273001 h 757168"/>
                <a:gd name="connsiteX66" fmla="*/ 9087625 w 12192000"/>
                <a:gd name="connsiteY66" fmla="*/ 282423 h 757168"/>
                <a:gd name="connsiteX67" fmla="*/ 9186017 w 12192000"/>
                <a:gd name="connsiteY67" fmla="*/ 293875 h 757168"/>
                <a:gd name="connsiteX68" fmla="*/ 9323931 w 12192000"/>
                <a:gd name="connsiteY68" fmla="*/ 302628 h 757168"/>
                <a:gd name="connsiteX69" fmla="*/ 9467213 w 12192000"/>
                <a:gd name="connsiteY69" fmla="*/ 307275 h 757168"/>
                <a:gd name="connsiteX70" fmla="*/ 9626826 w 12192000"/>
                <a:gd name="connsiteY70" fmla="*/ 316213 h 757168"/>
                <a:gd name="connsiteX71" fmla="*/ 9689696 w 12192000"/>
                <a:gd name="connsiteY71" fmla="*/ 324467 h 757168"/>
                <a:gd name="connsiteX72" fmla="*/ 9860526 w 12192000"/>
                <a:gd name="connsiteY72" fmla="*/ 329986 h 757168"/>
                <a:gd name="connsiteX73" fmla="*/ 9949775 w 12192000"/>
                <a:gd name="connsiteY73" fmla="*/ 340386 h 757168"/>
                <a:gd name="connsiteX74" fmla="*/ 10097252 w 12192000"/>
                <a:gd name="connsiteY74" fmla="*/ 349262 h 757168"/>
                <a:gd name="connsiteX75" fmla="*/ 10145261 w 12192000"/>
                <a:gd name="connsiteY75" fmla="*/ 353113 h 757168"/>
                <a:gd name="connsiteX76" fmla="*/ 10188159 w 12192000"/>
                <a:gd name="connsiteY76" fmla="*/ 356124 h 757168"/>
                <a:gd name="connsiteX77" fmla="*/ 10336144 w 12192000"/>
                <a:gd name="connsiteY77" fmla="*/ 348235 h 757168"/>
                <a:gd name="connsiteX78" fmla="*/ 10466847 w 12192000"/>
                <a:gd name="connsiteY78" fmla="*/ 354131 h 757168"/>
                <a:gd name="connsiteX79" fmla="*/ 10696514 w 12192000"/>
                <a:gd name="connsiteY79" fmla="*/ 353575 h 757168"/>
                <a:gd name="connsiteX80" fmla="*/ 10746932 w 12192000"/>
                <a:gd name="connsiteY80" fmla="*/ 360606 h 757168"/>
                <a:gd name="connsiteX81" fmla="*/ 10905388 w 12192000"/>
                <a:gd name="connsiteY81" fmla="*/ 370627 h 757168"/>
                <a:gd name="connsiteX82" fmla="*/ 10995602 w 12192000"/>
                <a:gd name="connsiteY82" fmla="*/ 376691 h 757168"/>
                <a:gd name="connsiteX83" fmla="*/ 11107647 w 12192000"/>
                <a:gd name="connsiteY83" fmla="*/ 373405 h 757168"/>
                <a:gd name="connsiteX84" fmla="*/ 11302440 w 12192000"/>
                <a:gd name="connsiteY84" fmla="*/ 364156 h 757168"/>
                <a:gd name="connsiteX85" fmla="*/ 11353613 w 12192000"/>
                <a:gd name="connsiteY85" fmla="*/ 363785 h 757168"/>
                <a:gd name="connsiteX86" fmla="*/ 11447323 w 12192000"/>
                <a:gd name="connsiteY86" fmla="*/ 359346 h 757168"/>
                <a:gd name="connsiteX87" fmla="*/ 11464292 w 12192000"/>
                <a:gd name="connsiteY87" fmla="*/ 358519 h 757168"/>
                <a:gd name="connsiteX88" fmla="*/ 11607560 w 12192000"/>
                <a:gd name="connsiteY88" fmla="*/ 342370 h 757168"/>
                <a:gd name="connsiteX89" fmla="*/ 11681426 w 12192000"/>
                <a:gd name="connsiteY89" fmla="*/ 344335 h 757168"/>
                <a:gd name="connsiteX90" fmla="*/ 11893565 w 12192000"/>
                <a:gd name="connsiteY90" fmla="*/ 355261 h 757168"/>
                <a:gd name="connsiteX91" fmla="*/ 11983290 w 12192000"/>
                <a:gd name="connsiteY91" fmla="*/ 363588 h 757168"/>
                <a:gd name="connsiteX92" fmla="*/ 12192000 w 12192000"/>
                <a:gd name="connsiteY92" fmla="*/ 388018 h 757168"/>
                <a:gd name="connsiteX93" fmla="*/ 12192000 w 12192000"/>
                <a:gd name="connsiteY93" fmla="*/ 577115 h 757168"/>
                <a:gd name="connsiteX94" fmla="*/ 12157329 w 12192000"/>
                <a:gd name="connsiteY94" fmla="*/ 588862 h 757168"/>
                <a:gd name="connsiteX95" fmla="*/ 12066948 w 12192000"/>
                <a:gd name="connsiteY95" fmla="*/ 586034 h 757168"/>
                <a:gd name="connsiteX96" fmla="*/ 11911344 w 12192000"/>
                <a:gd name="connsiteY96" fmla="*/ 521599 h 757168"/>
                <a:gd name="connsiteX97" fmla="*/ 11847823 w 12192000"/>
                <a:gd name="connsiteY97" fmla="*/ 511785 h 757168"/>
                <a:gd name="connsiteX98" fmla="*/ 11737547 w 12192000"/>
                <a:gd name="connsiteY98" fmla="*/ 502380 h 757168"/>
                <a:gd name="connsiteX99" fmla="*/ 11636052 w 12192000"/>
                <a:gd name="connsiteY99" fmla="*/ 514993 h 757168"/>
                <a:gd name="connsiteX100" fmla="*/ 11394706 w 12192000"/>
                <a:gd name="connsiteY100" fmla="*/ 590867 h 757168"/>
                <a:gd name="connsiteX101" fmla="*/ 11354978 w 12192000"/>
                <a:gd name="connsiteY101" fmla="*/ 597561 h 757168"/>
                <a:gd name="connsiteX102" fmla="*/ 11285306 w 12192000"/>
                <a:gd name="connsiteY102" fmla="*/ 599825 h 757168"/>
                <a:gd name="connsiteX103" fmla="*/ 11008528 w 12192000"/>
                <a:gd name="connsiteY103" fmla="*/ 656670 h 757168"/>
                <a:gd name="connsiteX104" fmla="*/ 10948735 w 12192000"/>
                <a:gd name="connsiteY104" fmla="*/ 652964 h 757168"/>
                <a:gd name="connsiteX105" fmla="*/ 10850698 w 12192000"/>
                <a:gd name="connsiteY105" fmla="*/ 641721 h 757168"/>
                <a:gd name="connsiteX106" fmla="*/ 10744026 w 12192000"/>
                <a:gd name="connsiteY106" fmla="*/ 647769 h 757168"/>
                <a:gd name="connsiteX107" fmla="*/ 10666160 w 12192000"/>
                <a:gd name="connsiteY107" fmla="*/ 651891 h 757168"/>
                <a:gd name="connsiteX108" fmla="*/ 10450521 w 12192000"/>
                <a:gd name="connsiteY108" fmla="*/ 616552 h 757168"/>
                <a:gd name="connsiteX109" fmla="*/ 10271192 w 12192000"/>
                <a:gd name="connsiteY109" fmla="*/ 583498 h 757168"/>
                <a:gd name="connsiteX110" fmla="*/ 10246067 w 12192000"/>
                <a:gd name="connsiteY110" fmla="*/ 585423 h 757168"/>
                <a:gd name="connsiteX111" fmla="*/ 10005027 w 12192000"/>
                <a:gd name="connsiteY111" fmla="*/ 592252 h 757168"/>
                <a:gd name="connsiteX112" fmla="*/ 9898681 w 12192000"/>
                <a:gd name="connsiteY112" fmla="*/ 613195 h 757168"/>
                <a:gd name="connsiteX113" fmla="*/ 9753225 w 12192000"/>
                <a:gd name="connsiteY113" fmla="*/ 629038 h 757168"/>
                <a:gd name="connsiteX114" fmla="*/ 9591376 w 12192000"/>
                <a:gd name="connsiteY114" fmla="*/ 648601 h 757168"/>
                <a:gd name="connsiteX115" fmla="*/ 9472860 w 12192000"/>
                <a:gd name="connsiteY115" fmla="*/ 655936 h 757168"/>
                <a:gd name="connsiteX116" fmla="*/ 9299788 w 12192000"/>
                <a:gd name="connsiteY116" fmla="*/ 636945 h 757168"/>
                <a:gd name="connsiteX117" fmla="*/ 9264605 w 12192000"/>
                <a:gd name="connsiteY117" fmla="*/ 627087 h 757168"/>
                <a:gd name="connsiteX118" fmla="*/ 8926435 w 12192000"/>
                <a:gd name="connsiteY118" fmla="*/ 549269 h 757168"/>
                <a:gd name="connsiteX119" fmla="*/ 8698934 w 12192000"/>
                <a:gd name="connsiteY119" fmla="*/ 536583 h 757168"/>
                <a:gd name="connsiteX120" fmla="*/ 8622862 w 12192000"/>
                <a:gd name="connsiteY120" fmla="*/ 541563 h 757168"/>
                <a:gd name="connsiteX121" fmla="*/ 8482784 w 12192000"/>
                <a:gd name="connsiteY121" fmla="*/ 574094 h 757168"/>
                <a:gd name="connsiteX122" fmla="*/ 8421565 w 12192000"/>
                <a:gd name="connsiteY122" fmla="*/ 576610 h 757168"/>
                <a:gd name="connsiteX123" fmla="*/ 8313469 w 12192000"/>
                <a:gd name="connsiteY123" fmla="*/ 574762 h 757168"/>
                <a:gd name="connsiteX124" fmla="*/ 8079520 w 12192000"/>
                <a:gd name="connsiteY124" fmla="*/ 558685 h 757168"/>
                <a:gd name="connsiteX125" fmla="*/ 7773327 w 12192000"/>
                <a:gd name="connsiteY125" fmla="*/ 558854 h 757168"/>
                <a:gd name="connsiteX126" fmla="*/ 7652477 w 12192000"/>
                <a:gd name="connsiteY126" fmla="*/ 547561 h 757168"/>
                <a:gd name="connsiteX127" fmla="*/ 7522274 w 12192000"/>
                <a:gd name="connsiteY127" fmla="*/ 532150 h 757168"/>
                <a:gd name="connsiteX128" fmla="*/ 7484080 w 12192000"/>
                <a:gd name="connsiteY128" fmla="*/ 530532 h 757168"/>
                <a:gd name="connsiteX129" fmla="*/ 7282277 w 12192000"/>
                <a:gd name="connsiteY129" fmla="*/ 540177 h 757168"/>
                <a:gd name="connsiteX130" fmla="*/ 7235690 w 12192000"/>
                <a:gd name="connsiteY130" fmla="*/ 551282 h 757168"/>
                <a:gd name="connsiteX131" fmla="*/ 7116339 w 12192000"/>
                <a:gd name="connsiteY131" fmla="*/ 539494 h 757168"/>
                <a:gd name="connsiteX132" fmla="*/ 7011067 w 12192000"/>
                <a:gd name="connsiteY132" fmla="*/ 511848 h 757168"/>
                <a:gd name="connsiteX133" fmla="*/ 6403234 w 12192000"/>
                <a:gd name="connsiteY133" fmla="*/ 432296 h 757168"/>
                <a:gd name="connsiteX134" fmla="*/ 6036273 w 12192000"/>
                <a:gd name="connsiteY134" fmla="*/ 412301 h 757168"/>
                <a:gd name="connsiteX135" fmla="*/ 5780467 w 12192000"/>
                <a:gd name="connsiteY135" fmla="*/ 377910 h 757168"/>
                <a:gd name="connsiteX136" fmla="*/ 5739051 w 12192000"/>
                <a:gd name="connsiteY136" fmla="*/ 353609 h 757168"/>
                <a:gd name="connsiteX137" fmla="*/ 5583566 w 12192000"/>
                <a:gd name="connsiteY137" fmla="*/ 321995 h 757168"/>
                <a:gd name="connsiteX138" fmla="*/ 5432030 w 12192000"/>
                <a:gd name="connsiteY138" fmla="*/ 362512 h 757168"/>
                <a:gd name="connsiteX139" fmla="*/ 5241398 w 12192000"/>
                <a:gd name="connsiteY139" fmla="*/ 425781 h 757168"/>
                <a:gd name="connsiteX140" fmla="*/ 5139710 w 12192000"/>
                <a:gd name="connsiteY140" fmla="*/ 421022 h 757168"/>
                <a:gd name="connsiteX141" fmla="*/ 4929402 w 12192000"/>
                <a:gd name="connsiteY141" fmla="*/ 424310 h 757168"/>
                <a:gd name="connsiteX142" fmla="*/ 4782793 w 12192000"/>
                <a:gd name="connsiteY142" fmla="*/ 441046 h 757168"/>
                <a:gd name="connsiteX143" fmla="*/ 4577594 w 12192000"/>
                <a:gd name="connsiteY143" fmla="*/ 459290 h 757168"/>
                <a:gd name="connsiteX144" fmla="*/ 4500826 w 12192000"/>
                <a:gd name="connsiteY144" fmla="*/ 470529 h 757168"/>
                <a:gd name="connsiteX145" fmla="*/ 4317973 w 12192000"/>
                <a:gd name="connsiteY145" fmla="*/ 483649 h 757168"/>
                <a:gd name="connsiteX146" fmla="*/ 4166722 w 12192000"/>
                <a:gd name="connsiteY146" fmla="*/ 490602 h 757168"/>
                <a:gd name="connsiteX147" fmla="*/ 4042814 w 12192000"/>
                <a:gd name="connsiteY147" fmla="*/ 530660 h 757168"/>
                <a:gd name="connsiteX148" fmla="*/ 4002653 w 12192000"/>
                <a:gd name="connsiteY148" fmla="*/ 552594 h 757168"/>
                <a:gd name="connsiteX149" fmla="*/ 3969549 w 12192000"/>
                <a:gd name="connsiteY149" fmla="*/ 566312 h 757168"/>
                <a:gd name="connsiteX150" fmla="*/ 3821685 w 12192000"/>
                <a:gd name="connsiteY150" fmla="*/ 649183 h 757168"/>
                <a:gd name="connsiteX151" fmla="*/ 3805138 w 12192000"/>
                <a:gd name="connsiteY151" fmla="*/ 655947 h 757168"/>
                <a:gd name="connsiteX152" fmla="*/ 3609177 w 12192000"/>
                <a:gd name="connsiteY152" fmla="*/ 687459 h 757168"/>
                <a:gd name="connsiteX153" fmla="*/ 3539727 w 12192000"/>
                <a:gd name="connsiteY153" fmla="*/ 706521 h 757168"/>
                <a:gd name="connsiteX154" fmla="*/ 3396572 w 12192000"/>
                <a:gd name="connsiteY154" fmla="*/ 755681 h 757168"/>
                <a:gd name="connsiteX155" fmla="*/ 3341054 w 12192000"/>
                <a:gd name="connsiteY155" fmla="*/ 754679 h 757168"/>
                <a:gd name="connsiteX156" fmla="*/ 3138775 w 12192000"/>
                <a:gd name="connsiteY156" fmla="*/ 710120 h 757168"/>
                <a:gd name="connsiteX157" fmla="*/ 3037283 w 12192000"/>
                <a:gd name="connsiteY157" fmla="*/ 666453 h 757168"/>
                <a:gd name="connsiteX158" fmla="*/ 3002117 w 12192000"/>
                <a:gd name="connsiteY158" fmla="*/ 649347 h 757168"/>
                <a:gd name="connsiteX159" fmla="*/ 2747294 w 12192000"/>
                <a:gd name="connsiteY159" fmla="*/ 652400 h 757168"/>
                <a:gd name="connsiteX160" fmla="*/ 2676273 w 12192000"/>
                <a:gd name="connsiteY160" fmla="*/ 652304 h 757168"/>
                <a:gd name="connsiteX161" fmla="*/ 2432360 w 12192000"/>
                <a:gd name="connsiteY161" fmla="*/ 657836 h 757168"/>
                <a:gd name="connsiteX162" fmla="*/ 2382311 w 12192000"/>
                <a:gd name="connsiteY162" fmla="*/ 650824 h 757168"/>
                <a:gd name="connsiteX163" fmla="*/ 2055134 w 12192000"/>
                <a:gd name="connsiteY163" fmla="*/ 630053 h 757168"/>
                <a:gd name="connsiteX164" fmla="*/ 2031829 w 12192000"/>
                <a:gd name="connsiteY164" fmla="*/ 639324 h 757168"/>
                <a:gd name="connsiteX165" fmla="*/ 1912764 w 12192000"/>
                <a:gd name="connsiteY165" fmla="*/ 664183 h 757168"/>
                <a:gd name="connsiteX166" fmla="*/ 1755637 w 12192000"/>
                <a:gd name="connsiteY166" fmla="*/ 663960 h 757168"/>
                <a:gd name="connsiteX167" fmla="*/ 1727159 w 12192000"/>
                <a:gd name="connsiteY167" fmla="*/ 659605 h 757168"/>
                <a:gd name="connsiteX168" fmla="*/ 1622470 w 12192000"/>
                <a:gd name="connsiteY168" fmla="*/ 634850 h 757168"/>
                <a:gd name="connsiteX169" fmla="*/ 1385955 w 12192000"/>
                <a:gd name="connsiteY169" fmla="*/ 604522 h 757168"/>
                <a:gd name="connsiteX170" fmla="*/ 1340055 w 12192000"/>
                <a:gd name="connsiteY170" fmla="*/ 595629 h 757168"/>
                <a:gd name="connsiteX171" fmla="*/ 1257271 w 12192000"/>
                <a:gd name="connsiteY171" fmla="*/ 581180 h 757168"/>
                <a:gd name="connsiteX172" fmla="*/ 1031914 w 12192000"/>
                <a:gd name="connsiteY172" fmla="*/ 562692 h 757168"/>
                <a:gd name="connsiteX173" fmla="*/ 922031 w 12192000"/>
                <a:gd name="connsiteY173" fmla="*/ 566853 h 757168"/>
                <a:gd name="connsiteX174" fmla="*/ 873250 w 12192000"/>
                <a:gd name="connsiteY174" fmla="*/ 563724 h 757168"/>
                <a:gd name="connsiteX175" fmla="*/ 711627 w 12192000"/>
                <a:gd name="connsiteY175" fmla="*/ 529880 h 757168"/>
                <a:gd name="connsiteX176" fmla="*/ 311112 w 12192000"/>
                <a:gd name="connsiteY176" fmla="*/ 525106 h 757168"/>
                <a:gd name="connsiteX177" fmla="*/ 184145 w 12192000"/>
                <a:gd name="connsiteY177" fmla="*/ 532188 h 757168"/>
                <a:gd name="connsiteX178" fmla="*/ 116886 w 12192000"/>
                <a:gd name="connsiteY178" fmla="*/ 530572 h 757168"/>
                <a:gd name="connsiteX179" fmla="*/ 23941 w 12192000"/>
                <a:gd name="connsiteY179" fmla="*/ 506433 h 757168"/>
                <a:gd name="connsiteX180" fmla="*/ 0 w 12192000"/>
                <a:gd name="connsiteY180" fmla="*/ 502149 h 7571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</a:cxnLst>
              <a:rect l="l" t="t" r="r" b="b"/>
              <a:pathLst>
                <a:path w="12192000" h="757168">
                  <a:moveTo>
                    <a:pt x="0" y="0"/>
                  </a:moveTo>
                  <a:lnTo>
                    <a:pt x="41653" y="6945"/>
                  </a:lnTo>
                  <a:cubicBezTo>
                    <a:pt x="55151" y="9178"/>
                    <a:pt x="68996" y="11810"/>
                    <a:pt x="81317" y="15509"/>
                  </a:cubicBezTo>
                  <a:cubicBezTo>
                    <a:pt x="92911" y="18978"/>
                    <a:pt x="102562" y="24446"/>
                    <a:pt x="114150" y="28105"/>
                  </a:cubicBezTo>
                  <a:cubicBezTo>
                    <a:pt x="145644" y="37958"/>
                    <a:pt x="177914" y="47281"/>
                    <a:pt x="214865" y="58374"/>
                  </a:cubicBezTo>
                  <a:cubicBezTo>
                    <a:pt x="236680" y="42349"/>
                    <a:pt x="264438" y="53534"/>
                    <a:pt x="299237" y="63560"/>
                  </a:cubicBezTo>
                  <a:cubicBezTo>
                    <a:pt x="334763" y="73816"/>
                    <a:pt x="376093" y="78654"/>
                    <a:pt x="415570" y="83774"/>
                  </a:cubicBezTo>
                  <a:cubicBezTo>
                    <a:pt x="487949" y="93100"/>
                    <a:pt x="560804" y="100354"/>
                    <a:pt x="633210" y="109108"/>
                  </a:cubicBezTo>
                  <a:cubicBezTo>
                    <a:pt x="648566" y="111058"/>
                    <a:pt x="666073" y="114072"/>
                    <a:pt x="677567" y="119446"/>
                  </a:cubicBezTo>
                  <a:cubicBezTo>
                    <a:pt x="756262" y="155621"/>
                    <a:pt x="853422" y="169678"/>
                    <a:pt x="946429" y="171502"/>
                  </a:cubicBezTo>
                  <a:cubicBezTo>
                    <a:pt x="1019582" y="173044"/>
                    <a:pt x="1091239" y="175083"/>
                    <a:pt x="1163367" y="182106"/>
                  </a:cubicBezTo>
                  <a:cubicBezTo>
                    <a:pt x="1168863" y="182586"/>
                    <a:pt x="1176224" y="182589"/>
                    <a:pt x="1180337" y="181279"/>
                  </a:cubicBezTo>
                  <a:cubicBezTo>
                    <a:pt x="1205822" y="172503"/>
                    <a:pt x="1231920" y="173109"/>
                    <a:pt x="1263939" y="173070"/>
                  </a:cubicBezTo>
                  <a:cubicBezTo>
                    <a:pt x="1309211" y="172961"/>
                    <a:pt x="1350592" y="176848"/>
                    <a:pt x="1392213" y="183225"/>
                  </a:cubicBezTo>
                  <a:cubicBezTo>
                    <a:pt x="1422516" y="187866"/>
                    <a:pt x="1453010" y="195759"/>
                    <a:pt x="1479752" y="205174"/>
                  </a:cubicBezTo>
                  <a:cubicBezTo>
                    <a:pt x="1516962" y="218381"/>
                    <a:pt x="1553071" y="224660"/>
                    <a:pt x="1589813" y="211706"/>
                  </a:cubicBezTo>
                  <a:cubicBezTo>
                    <a:pt x="1629541" y="197953"/>
                    <a:pt x="1673292" y="205778"/>
                    <a:pt x="1716264" y="207459"/>
                  </a:cubicBezTo>
                  <a:cubicBezTo>
                    <a:pt x="1734988" y="208248"/>
                    <a:pt x="1754789" y="209668"/>
                    <a:pt x="1772900" y="208137"/>
                  </a:cubicBezTo>
                  <a:cubicBezTo>
                    <a:pt x="1825381" y="203828"/>
                    <a:pt x="1876222" y="195808"/>
                    <a:pt x="1929319" y="193822"/>
                  </a:cubicBezTo>
                  <a:cubicBezTo>
                    <a:pt x="1958819" y="192698"/>
                    <a:pt x="1991232" y="199166"/>
                    <a:pt x="2021514" y="204186"/>
                  </a:cubicBezTo>
                  <a:cubicBezTo>
                    <a:pt x="2052154" y="209417"/>
                    <a:pt x="2082323" y="216530"/>
                    <a:pt x="2111753" y="223797"/>
                  </a:cubicBezTo>
                  <a:cubicBezTo>
                    <a:pt x="2131736" y="228659"/>
                    <a:pt x="2153567" y="233429"/>
                    <a:pt x="2169356" y="241125"/>
                  </a:cubicBezTo>
                  <a:cubicBezTo>
                    <a:pt x="2205243" y="258649"/>
                    <a:pt x="2242901" y="263295"/>
                    <a:pt x="2286638" y="257382"/>
                  </a:cubicBezTo>
                  <a:cubicBezTo>
                    <a:pt x="2293313" y="256396"/>
                    <a:pt x="2301018" y="256799"/>
                    <a:pt x="2308368" y="256995"/>
                  </a:cubicBezTo>
                  <a:cubicBezTo>
                    <a:pt x="2426026" y="259155"/>
                    <a:pt x="2543593" y="262834"/>
                    <a:pt x="2660621" y="262863"/>
                  </a:cubicBezTo>
                  <a:cubicBezTo>
                    <a:pt x="2708088" y="262871"/>
                    <a:pt x="2754165" y="254412"/>
                    <a:pt x="2801134" y="250006"/>
                  </a:cubicBezTo>
                  <a:cubicBezTo>
                    <a:pt x="2810748" y="249174"/>
                    <a:pt x="2821504" y="247638"/>
                    <a:pt x="2830994" y="249091"/>
                  </a:cubicBezTo>
                  <a:cubicBezTo>
                    <a:pt x="2934354" y="264045"/>
                    <a:pt x="3032340" y="255254"/>
                    <a:pt x="3129084" y="242009"/>
                  </a:cubicBezTo>
                  <a:cubicBezTo>
                    <a:pt x="3139090" y="240625"/>
                    <a:pt x="3151170" y="241831"/>
                    <a:pt x="3162162" y="242789"/>
                  </a:cubicBezTo>
                  <a:cubicBezTo>
                    <a:pt x="3192925" y="245736"/>
                    <a:pt x="3225969" y="254145"/>
                    <a:pt x="3254072" y="251612"/>
                  </a:cubicBezTo>
                  <a:cubicBezTo>
                    <a:pt x="3328782" y="244461"/>
                    <a:pt x="3402881" y="234992"/>
                    <a:pt x="3473491" y="221903"/>
                  </a:cubicBezTo>
                  <a:cubicBezTo>
                    <a:pt x="3545212" y="208683"/>
                    <a:pt x="3611651" y="197856"/>
                    <a:pt x="3691860" y="219228"/>
                  </a:cubicBezTo>
                  <a:cubicBezTo>
                    <a:pt x="3725977" y="228268"/>
                    <a:pt x="3771754" y="225515"/>
                    <a:pt x="3811494" y="225691"/>
                  </a:cubicBezTo>
                  <a:cubicBezTo>
                    <a:pt x="3840564" y="225687"/>
                    <a:pt x="3868906" y="218586"/>
                    <a:pt x="3897533" y="220087"/>
                  </a:cubicBezTo>
                  <a:cubicBezTo>
                    <a:pt x="3973874" y="224087"/>
                    <a:pt x="4042293" y="217563"/>
                    <a:pt x="4109430" y="200477"/>
                  </a:cubicBezTo>
                  <a:cubicBezTo>
                    <a:pt x="4135544" y="193834"/>
                    <a:pt x="4175268" y="201258"/>
                    <a:pt x="4208772" y="200914"/>
                  </a:cubicBezTo>
                  <a:cubicBezTo>
                    <a:pt x="4244136" y="200288"/>
                    <a:pt x="4280583" y="199908"/>
                    <a:pt x="4314641" y="196159"/>
                  </a:cubicBezTo>
                  <a:cubicBezTo>
                    <a:pt x="4402743" y="186278"/>
                    <a:pt x="4489848" y="174436"/>
                    <a:pt x="4577622" y="163774"/>
                  </a:cubicBezTo>
                  <a:cubicBezTo>
                    <a:pt x="4649843" y="154967"/>
                    <a:pt x="4719794" y="168553"/>
                    <a:pt x="4790345" y="177592"/>
                  </a:cubicBezTo>
                  <a:cubicBezTo>
                    <a:pt x="4834576" y="183345"/>
                    <a:pt x="4875614" y="193701"/>
                    <a:pt x="4926164" y="184139"/>
                  </a:cubicBezTo>
                  <a:cubicBezTo>
                    <a:pt x="4974485" y="175032"/>
                    <a:pt x="5034899" y="180870"/>
                    <a:pt x="5088812" y="177401"/>
                  </a:cubicBezTo>
                  <a:cubicBezTo>
                    <a:pt x="5134238" y="174439"/>
                    <a:pt x="5178353" y="168165"/>
                    <a:pt x="5222466" y="162082"/>
                  </a:cubicBezTo>
                  <a:cubicBezTo>
                    <a:pt x="5282519" y="153783"/>
                    <a:pt x="5341864" y="144876"/>
                    <a:pt x="5406528" y="153987"/>
                  </a:cubicBezTo>
                  <a:cubicBezTo>
                    <a:pt x="5479960" y="164323"/>
                    <a:pt x="5531876" y="142624"/>
                    <a:pt x="5590716" y="129490"/>
                  </a:cubicBezTo>
                  <a:cubicBezTo>
                    <a:pt x="5631296" y="120553"/>
                    <a:pt x="5675395" y="114659"/>
                    <a:pt x="5719429" y="110099"/>
                  </a:cubicBezTo>
                  <a:cubicBezTo>
                    <a:pt x="5778247" y="104215"/>
                    <a:pt x="5838715" y="102042"/>
                    <a:pt x="5897895" y="96368"/>
                  </a:cubicBezTo>
                  <a:cubicBezTo>
                    <a:pt x="5987399" y="87895"/>
                    <a:pt x="6077855" y="82333"/>
                    <a:pt x="6169957" y="94411"/>
                  </a:cubicBezTo>
                  <a:cubicBezTo>
                    <a:pt x="6212360" y="99875"/>
                    <a:pt x="6252010" y="101763"/>
                    <a:pt x="6294827" y="99236"/>
                  </a:cubicBezTo>
                  <a:cubicBezTo>
                    <a:pt x="6364965" y="95091"/>
                    <a:pt x="6436581" y="97891"/>
                    <a:pt x="6494261" y="71724"/>
                  </a:cubicBezTo>
                  <a:cubicBezTo>
                    <a:pt x="6514615" y="62488"/>
                    <a:pt x="6550354" y="61691"/>
                    <a:pt x="6579627" y="57883"/>
                  </a:cubicBezTo>
                  <a:cubicBezTo>
                    <a:pt x="6613354" y="53353"/>
                    <a:pt x="6637770" y="57878"/>
                    <a:pt x="6654800" y="77086"/>
                  </a:cubicBezTo>
                  <a:cubicBezTo>
                    <a:pt x="6662444" y="85688"/>
                    <a:pt x="6685147" y="94892"/>
                    <a:pt x="6703059" y="97166"/>
                  </a:cubicBezTo>
                  <a:cubicBezTo>
                    <a:pt x="6756799" y="103989"/>
                    <a:pt x="6806654" y="100687"/>
                    <a:pt x="6859445" y="90481"/>
                  </a:cubicBezTo>
                  <a:cubicBezTo>
                    <a:pt x="6908894" y="80861"/>
                    <a:pt x="6969747" y="85387"/>
                    <a:pt x="7025414" y="83536"/>
                  </a:cubicBezTo>
                  <a:cubicBezTo>
                    <a:pt x="7064862" y="82168"/>
                    <a:pt x="7104501" y="77186"/>
                    <a:pt x="7144137" y="79264"/>
                  </a:cubicBezTo>
                  <a:cubicBezTo>
                    <a:pt x="7193316" y="81841"/>
                    <a:pt x="7241809" y="90488"/>
                    <a:pt x="7291235" y="95367"/>
                  </a:cubicBezTo>
                  <a:cubicBezTo>
                    <a:pt x="7329668" y="99288"/>
                    <a:pt x="7368978" y="100585"/>
                    <a:pt x="7407395" y="104888"/>
                  </a:cubicBezTo>
                  <a:cubicBezTo>
                    <a:pt x="7438868" y="108256"/>
                    <a:pt x="7469832" y="114265"/>
                    <a:pt x="7500837" y="119515"/>
                  </a:cubicBezTo>
                  <a:cubicBezTo>
                    <a:pt x="7512146" y="121444"/>
                    <a:pt x="7523255" y="127178"/>
                    <a:pt x="7533567" y="126955"/>
                  </a:cubicBezTo>
                  <a:cubicBezTo>
                    <a:pt x="7636025" y="124121"/>
                    <a:pt x="7707510" y="164497"/>
                    <a:pt x="7792910" y="185188"/>
                  </a:cubicBezTo>
                  <a:cubicBezTo>
                    <a:pt x="7882663" y="207063"/>
                    <a:pt x="7969001" y="237914"/>
                    <a:pt x="8070699" y="235423"/>
                  </a:cubicBezTo>
                  <a:cubicBezTo>
                    <a:pt x="8132239" y="233879"/>
                    <a:pt x="8191903" y="225939"/>
                    <a:pt x="8253177" y="222473"/>
                  </a:cubicBezTo>
                  <a:cubicBezTo>
                    <a:pt x="8274949" y="221324"/>
                    <a:pt x="8299150" y="222976"/>
                    <a:pt x="8320683" y="226393"/>
                  </a:cubicBezTo>
                  <a:cubicBezTo>
                    <a:pt x="8424731" y="242340"/>
                    <a:pt x="8527777" y="249266"/>
                    <a:pt x="8631438" y="237528"/>
                  </a:cubicBezTo>
                  <a:cubicBezTo>
                    <a:pt x="8649201" y="235596"/>
                    <a:pt x="8668058" y="233915"/>
                    <a:pt x="8686410" y="234877"/>
                  </a:cubicBezTo>
                  <a:cubicBezTo>
                    <a:pt x="8786966" y="240146"/>
                    <a:pt x="8885480" y="249315"/>
                    <a:pt x="8980658" y="273001"/>
                  </a:cubicBezTo>
                  <a:cubicBezTo>
                    <a:pt x="9012626" y="280972"/>
                    <a:pt x="9052108" y="279035"/>
                    <a:pt x="9087625" y="282423"/>
                  </a:cubicBezTo>
                  <a:cubicBezTo>
                    <a:pt x="9120583" y="285484"/>
                    <a:pt x="9154319" y="287825"/>
                    <a:pt x="9186017" y="293875"/>
                  </a:cubicBezTo>
                  <a:cubicBezTo>
                    <a:pt x="9232288" y="302785"/>
                    <a:pt x="9275554" y="305815"/>
                    <a:pt x="9323931" y="302628"/>
                  </a:cubicBezTo>
                  <a:cubicBezTo>
                    <a:pt x="9370084" y="299705"/>
                    <a:pt x="9419491" y="304964"/>
                    <a:pt x="9467213" y="307275"/>
                  </a:cubicBezTo>
                  <a:cubicBezTo>
                    <a:pt x="9520438" y="309874"/>
                    <a:pt x="9573661" y="312473"/>
                    <a:pt x="9626826" y="316213"/>
                  </a:cubicBezTo>
                  <a:cubicBezTo>
                    <a:pt x="9648094" y="317708"/>
                    <a:pt x="9671915" y="326588"/>
                    <a:pt x="9689696" y="324467"/>
                  </a:cubicBezTo>
                  <a:cubicBezTo>
                    <a:pt x="9747117" y="317175"/>
                    <a:pt x="9803355" y="332523"/>
                    <a:pt x="9860526" y="329986"/>
                  </a:cubicBezTo>
                  <a:cubicBezTo>
                    <a:pt x="9888572" y="328594"/>
                    <a:pt x="9919723" y="338048"/>
                    <a:pt x="9949775" y="340386"/>
                  </a:cubicBezTo>
                  <a:cubicBezTo>
                    <a:pt x="9998886" y="344296"/>
                    <a:pt x="10048092" y="346302"/>
                    <a:pt x="10097252" y="349262"/>
                  </a:cubicBezTo>
                  <a:cubicBezTo>
                    <a:pt x="10113390" y="350297"/>
                    <a:pt x="10129133" y="351886"/>
                    <a:pt x="10145261" y="353113"/>
                  </a:cubicBezTo>
                  <a:cubicBezTo>
                    <a:pt x="10159555" y="354243"/>
                    <a:pt x="10174512" y="356743"/>
                    <a:pt x="10188159" y="356124"/>
                  </a:cubicBezTo>
                  <a:cubicBezTo>
                    <a:pt x="10237589" y="353944"/>
                    <a:pt x="10286441" y="348682"/>
                    <a:pt x="10336144" y="348235"/>
                  </a:cubicBezTo>
                  <a:cubicBezTo>
                    <a:pt x="10379222" y="347822"/>
                    <a:pt x="10423443" y="353764"/>
                    <a:pt x="10466847" y="354131"/>
                  </a:cubicBezTo>
                  <a:cubicBezTo>
                    <a:pt x="10543353" y="354898"/>
                    <a:pt x="10619988" y="353190"/>
                    <a:pt x="10696514" y="353575"/>
                  </a:cubicBezTo>
                  <a:cubicBezTo>
                    <a:pt x="10713071" y="353680"/>
                    <a:pt x="10730069" y="359342"/>
                    <a:pt x="10746932" y="360606"/>
                  </a:cubicBezTo>
                  <a:cubicBezTo>
                    <a:pt x="10799731" y="364326"/>
                    <a:pt x="10852569" y="367289"/>
                    <a:pt x="10905388" y="370627"/>
                  </a:cubicBezTo>
                  <a:cubicBezTo>
                    <a:pt x="10935470" y="372396"/>
                    <a:pt x="10965963" y="373421"/>
                    <a:pt x="10995602" y="376691"/>
                  </a:cubicBezTo>
                  <a:cubicBezTo>
                    <a:pt x="11034750" y="381032"/>
                    <a:pt x="11070168" y="386324"/>
                    <a:pt x="11107647" y="373405"/>
                  </a:cubicBezTo>
                  <a:cubicBezTo>
                    <a:pt x="11165372" y="353347"/>
                    <a:pt x="11236837" y="366060"/>
                    <a:pt x="11302440" y="364156"/>
                  </a:cubicBezTo>
                  <a:cubicBezTo>
                    <a:pt x="11319394" y="363708"/>
                    <a:pt x="11336655" y="364422"/>
                    <a:pt x="11353613" y="363785"/>
                  </a:cubicBezTo>
                  <a:cubicBezTo>
                    <a:pt x="11384961" y="362566"/>
                    <a:pt x="11415955" y="360947"/>
                    <a:pt x="11447323" y="359346"/>
                  </a:cubicBezTo>
                  <a:cubicBezTo>
                    <a:pt x="11452855" y="359066"/>
                    <a:pt x="11459104" y="359200"/>
                    <a:pt x="11464292" y="358519"/>
                  </a:cubicBezTo>
                  <a:cubicBezTo>
                    <a:pt x="11512058" y="353010"/>
                    <a:pt x="11559143" y="346321"/>
                    <a:pt x="11607560" y="342370"/>
                  </a:cubicBezTo>
                  <a:cubicBezTo>
                    <a:pt x="11631218" y="340368"/>
                    <a:pt x="11657295" y="341352"/>
                    <a:pt x="11681426" y="344335"/>
                  </a:cubicBezTo>
                  <a:cubicBezTo>
                    <a:pt x="11751997" y="352993"/>
                    <a:pt x="11821986" y="358760"/>
                    <a:pt x="11893565" y="355261"/>
                  </a:cubicBezTo>
                  <a:cubicBezTo>
                    <a:pt x="11921973" y="353889"/>
                    <a:pt x="11953288" y="360300"/>
                    <a:pt x="11983290" y="363588"/>
                  </a:cubicBezTo>
                  <a:lnTo>
                    <a:pt x="12192000" y="388018"/>
                  </a:lnTo>
                  <a:lnTo>
                    <a:pt x="12192000" y="577115"/>
                  </a:lnTo>
                  <a:lnTo>
                    <a:pt x="12157329" y="588862"/>
                  </a:lnTo>
                  <a:cubicBezTo>
                    <a:pt x="12118393" y="608572"/>
                    <a:pt x="12109715" y="605637"/>
                    <a:pt x="12066948" y="586034"/>
                  </a:cubicBezTo>
                  <a:cubicBezTo>
                    <a:pt x="12016991" y="563193"/>
                    <a:pt x="11965119" y="541779"/>
                    <a:pt x="11911344" y="521599"/>
                  </a:cubicBezTo>
                  <a:cubicBezTo>
                    <a:pt x="11894383" y="515178"/>
                    <a:pt x="11869417" y="514060"/>
                    <a:pt x="11847823" y="511785"/>
                  </a:cubicBezTo>
                  <a:cubicBezTo>
                    <a:pt x="11811233" y="507768"/>
                    <a:pt x="11773630" y="501982"/>
                    <a:pt x="11737547" y="502380"/>
                  </a:cubicBezTo>
                  <a:cubicBezTo>
                    <a:pt x="11702930" y="502855"/>
                    <a:pt x="11668388" y="508866"/>
                    <a:pt x="11636052" y="514993"/>
                  </a:cubicBezTo>
                  <a:cubicBezTo>
                    <a:pt x="11545722" y="532199"/>
                    <a:pt x="11462455" y="555118"/>
                    <a:pt x="11394706" y="590867"/>
                  </a:cubicBezTo>
                  <a:cubicBezTo>
                    <a:pt x="11385999" y="595562"/>
                    <a:pt x="11369016" y="596581"/>
                    <a:pt x="11354978" y="597561"/>
                  </a:cubicBezTo>
                  <a:cubicBezTo>
                    <a:pt x="11332076" y="599224"/>
                    <a:pt x="11308448" y="600655"/>
                    <a:pt x="11285306" y="599825"/>
                  </a:cubicBezTo>
                  <a:cubicBezTo>
                    <a:pt x="11172906" y="595841"/>
                    <a:pt x="11083430" y="617861"/>
                    <a:pt x="11008528" y="656670"/>
                  </a:cubicBezTo>
                  <a:cubicBezTo>
                    <a:pt x="10986971" y="667750"/>
                    <a:pt x="10970753" y="668236"/>
                    <a:pt x="10948735" y="652964"/>
                  </a:cubicBezTo>
                  <a:cubicBezTo>
                    <a:pt x="10923173" y="635218"/>
                    <a:pt x="10885031" y="639705"/>
                    <a:pt x="10850698" y="641721"/>
                  </a:cubicBezTo>
                  <a:cubicBezTo>
                    <a:pt x="10815269" y="643680"/>
                    <a:pt x="10779458" y="645811"/>
                    <a:pt x="10744026" y="647769"/>
                  </a:cubicBezTo>
                  <a:cubicBezTo>
                    <a:pt x="10717832" y="649066"/>
                    <a:pt x="10692021" y="650003"/>
                    <a:pt x="10666160" y="651891"/>
                  </a:cubicBezTo>
                  <a:cubicBezTo>
                    <a:pt x="10585627" y="657783"/>
                    <a:pt x="10513854" y="650969"/>
                    <a:pt x="10450521" y="616552"/>
                  </a:cubicBezTo>
                  <a:cubicBezTo>
                    <a:pt x="10402221" y="590175"/>
                    <a:pt x="10339099" y="579806"/>
                    <a:pt x="10271192" y="583498"/>
                  </a:cubicBezTo>
                  <a:cubicBezTo>
                    <a:pt x="10262701" y="584006"/>
                    <a:pt x="10251859" y="587254"/>
                    <a:pt x="10246067" y="585423"/>
                  </a:cubicBezTo>
                  <a:cubicBezTo>
                    <a:pt x="10158786" y="558528"/>
                    <a:pt x="10086634" y="594049"/>
                    <a:pt x="10005027" y="592252"/>
                  </a:cubicBezTo>
                  <a:cubicBezTo>
                    <a:pt x="9969004" y="591507"/>
                    <a:pt x="9931565" y="603664"/>
                    <a:pt x="9898681" y="613195"/>
                  </a:cubicBezTo>
                  <a:cubicBezTo>
                    <a:pt x="9853463" y="626281"/>
                    <a:pt x="9813049" y="639042"/>
                    <a:pt x="9753225" y="629038"/>
                  </a:cubicBezTo>
                  <a:cubicBezTo>
                    <a:pt x="9693404" y="618845"/>
                    <a:pt x="9637675" y="628898"/>
                    <a:pt x="9591376" y="648601"/>
                  </a:cubicBezTo>
                  <a:cubicBezTo>
                    <a:pt x="9556001" y="663537"/>
                    <a:pt x="9518120" y="663077"/>
                    <a:pt x="9472860" y="655936"/>
                  </a:cubicBezTo>
                  <a:cubicBezTo>
                    <a:pt x="9416283" y="647056"/>
                    <a:pt x="9357217" y="643578"/>
                    <a:pt x="9299788" y="636945"/>
                  </a:cubicBezTo>
                  <a:cubicBezTo>
                    <a:pt x="9287347" y="635531"/>
                    <a:pt x="9271710" y="632039"/>
                    <a:pt x="9264605" y="627087"/>
                  </a:cubicBezTo>
                  <a:cubicBezTo>
                    <a:pt x="9177661" y="565680"/>
                    <a:pt x="9051076" y="558473"/>
                    <a:pt x="8926435" y="549269"/>
                  </a:cubicBezTo>
                  <a:cubicBezTo>
                    <a:pt x="8850925" y="543595"/>
                    <a:pt x="8774954" y="539613"/>
                    <a:pt x="8698934" y="536583"/>
                  </a:cubicBezTo>
                  <a:cubicBezTo>
                    <a:pt x="8673232" y="535428"/>
                    <a:pt x="8645916" y="537050"/>
                    <a:pt x="8622862" y="541563"/>
                  </a:cubicBezTo>
                  <a:cubicBezTo>
                    <a:pt x="8574890" y="551069"/>
                    <a:pt x="8530403" y="564380"/>
                    <a:pt x="8482784" y="574094"/>
                  </a:cubicBezTo>
                  <a:cubicBezTo>
                    <a:pt x="8464923" y="577929"/>
                    <a:pt x="8442157" y="576927"/>
                    <a:pt x="8421565" y="576610"/>
                  </a:cubicBezTo>
                  <a:cubicBezTo>
                    <a:pt x="8385152" y="576229"/>
                    <a:pt x="8345023" y="569546"/>
                    <a:pt x="8313469" y="574762"/>
                  </a:cubicBezTo>
                  <a:cubicBezTo>
                    <a:pt x="8231431" y="588203"/>
                    <a:pt x="8155671" y="580227"/>
                    <a:pt x="8079520" y="558685"/>
                  </a:cubicBezTo>
                  <a:cubicBezTo>
                    <a:pt x="7972906" y="528487"/>
                    <a:pt x="7870782" y="525043"/>
                    <a:pt x="7773327" y="558854"/>
                  </a:cubicBezTo>
                  <a:cubicBezTo>
                    <a:pt x="7729470" y="574107"/>
                    <a:pt x="7688069" y="563543"/>
                    <a:pt x="7652477" y="547561"/>
                  </a:cubicBezTo>
                  <a:cubicBezTo>
                    <a:pt x="7611494" y="529005"/>
                    <a:pt x="7570974" y="522685"/>
                    <a:pt x="7522274" y="532150"/>
                  </a:cubicBezTo>
                  <a:cubicBezTo>
                    <a:pt x="7511488" y="534257"/>
                    <a:pt x="7496511" y="532136"/>
                    <a:pt x="7484080" y="530532"/>
                  </a:cubicBezTo>
                  <a:cubicBezTo>
                    <a:pt x="7413133" y="522044"/>
                    <a:pt x="7341987" y="510303"/>
                    <a:pt x="7282277" y="540177"/>
                  </a:cubicBezTo>
                  <a:cubicBezTo>
                    <a:pt x="7270558" y="546051"/>
                    <a:pt x="7251336" y="547713"/>
                    <a:pt x="7235690" y="551282"/>
                  </a:cubicBezTo>
                  <a:cubicBezTo>
                    <a:pt x="7170161" y="565782"/>
                    <a:pt x="7172820" y="564203"/>
                    <a:pt x="7116339" y="539494"/>
                  </a:cubicBezTo>
                  <a:cubicBezTo>
                    <a:pt x="7086841" y="526502"/>
                    <a:pt x="7045980" y="512724"/>
                    <a:pt x="7011067" y="511848"/>
                  </a:cubicBezTo>
                  <a:cubicBezTo>
                    <a:pt x="6800473" y="506533"/>
                    <a:pt x="6601893" y="468653"/>
                    <a:pt x="6403234" y="432296"/>
                  </a:cubicBezTo>
                  <a:cubicBezTo>
                    <a:pt x="6280760" y="409851"/>
                    <a:pt x="6160432" y="402592"/>
                    <a:pt x="6036273" y="412301"/>
                  </a:cubicBezTo>
                  <a:cubicBezTo>
                    <a:pt x="5946471" y="419425"/>
                    <a:pt x="5863077" y="395593"/>
                    <a:pt x="5780467" y="377910"/>
                  </a:cubicBezTo>
                  <a:cubicBezTo>
                    <a:pt x="5763357" y="374343"/>
                    <a:pt x="5747757" y="363033"/>
                    <a:pt x="5739051" y="353609"/>
                  </a:cubicBezTo>
                  <a:cubicBezTo>
                    <a:pt x="5707675" y="320294"/>
                    <a:pt x="5653252" y="312483"/>
                    <a:pt x="5583566" y="321995"/>
                  </a:cubicBezTo>
                  <a:cubicBezTo>
                    <a:pt x="5528347" y="329404"/>
                    <a:pt x="5477716" y="340486"/>
                    <a:pt x="5432030" y="362512"/>
                  </a:cubicBezTo>
                  <a:cubicBezTo>
                    <a:pt x="5378421" y="388318"/>
                    <a:pt x="5322767" y="418026"/>
                    <a:pt x="5241398" y="425781"/>
                  </a:cubicBezTo>
                  <a:cubicBezTo>
                    <a:pt x="5206262" y="429089"/>
                    <a:pt x="5176131" y="428273"/>
                    <a:pt x="5139710" y="421022"/>
                  </a:cubicBezTo>
                  <a:cubicBezTo>
                    <a:pt x="5069048" y="407018"/>
                    <a:pt x="4997864" y="396037"/>
                    <a:pt x="4929402" y="424310"/>
                  </a:cubicBezTo>
                  <a:cubicBezTo>
                    <a:pt x="4891785" y="439890"/>
                    <a:pt x="4841650" y="448519"/>
                    <a:pt x="4782793" y="441046"/>
                  </a:cubicBezTo>
                  <a:cubicBezTo>
                    <a:pt x="4709316" y="431663"/>
                    <a:pt x="4641426" y="442031"/>
                    <a:pt x="4577594" y="459290"/>
                  </a:cubicBezTo>
                  <a:cubicBezTo>
                    <a:pt x="4554816" y="465538"/>
                    <a:pt x="4527069" y="468279"/>
                    <a:pt x="4500826" y="470529"/>
                  </a:cubicBezTo>
                  <a:cubicBezTo>
                    <a:pt x="4440199" y="475746"/>
                    <a:pt x="4379252" y="479993"/>
                    <a:pt x="4317973" y="483649"/>
                  </a:cubicBezTo>
                  <a:cubicBezTo>
                    <a:pt x="4267762" y="486741"/>
                    <a:pt x="4217264" y="488292"/>
                    <a:pt x="4166722" y="490602"/>
                  </a:cubicBezTo>
                  <a:cubicBezTo>
                    <a:pt x="4111394" y="493045"/>
                    <a:pt x="4067073" y="503124"/>
                    <a:pt x="4042814" y="530660"/>
                  </a:cubicBezTo>
                  <a:cubicBezTo>
                    <a:pt x="4034996" y="539407"/>
                    <a:pt x="4017001" y="545715"/>
                    <a:pt x="4002653" y="552594"/>
                  </a:cubicBezTo>
                  <a:cubicBezTo>
                    <a:pt x="3992459" y="557592"/>
                    <a:pt x="3979023" y="561086"/>
                    <a:pt x="3969549" y="566312"/>
                  </a:cubicBezTo>
                  <a:cubicBezTo>
                    <a:pt x="3919896" y="593854"/>
                    <a:pt x="3870968" y="621622"/>
                    <a:pt x="3821685" y="649183"/>
                  </a:cubicBezTo>
                  <a:cubicBezTo>
                    <a:pt x="3816761" y="651788"/>
                    <a:pt x="3811445" y="654943"/>
                    <a:pt x="3805138" y="655947"/>
                  </a:cubicBezTo>
                  <a:cubicBezTo>
                    <a:pt x="3739817" y="666451"/>
                    <a:pt x="3673801" y="676154"/>
                    <a:pt x="3609177" y="687459"/>
                  </a:cubicBezTo>
                  <a:cubicBezTo>
                    <a:pt x="3584288" y="691878"/>
                    <a:pt x="3558597" y="697589"/>
                    <a:pt x="3539727" y="706521"/>
                  </a:cubicBezTo>
                  <a:cubicBezTo>
                    <a:pt x="3496714" y="726780"/>
                    <a:pt x="3457268" y="749132"/>
                    <a:pt x="3396572" y="755681"/>
                  </a:cubicBezTo>
                  <a:cubicBezTo>
                    <a:pt x="3378807" y="757611"/>
                    <a:pt x="3357809" y="758036"/>
                    <a:pt x="3341054" y="754679"/>
                  </a:cubicBezTo>
                  <a:cubicBezTo>
                    <a:pt x="3272962" y="740809"/>
                    <a:pt x="3206471" y="724541"/>
                    <a:pt x="3138775" y="710120"/>
                  </a:cubicBezTo>
                  <a:cubicBezTo>
                    <a:pt x="3095820" y="701191"/>
                    <a:pt x="3056969" y="691141"/>
                    <a:pt x="3037283" y="666453"/>
                  </a:cubicBezTo>
                  <a:cubicBezTo>
                    <a:pt x="3031764" y="659487"/>
                    <a:pt x="3015626" y="651391"/>
                    <a:pt x="3002117" y="649347"/>
                  </a:cubicBezTo>
                  <a:cubicBezTo>
                    <a:pt x="2915220" y="636209"/>
                    <a:pt x="2829194" y="627503"/>
                    <a:pt x="2747294" y="652400"/>
                  </a:cubicBezTo>
                  <a:cubicBezTo>
                    <a:pt x="2730084" y="657794"/>
                    <a:pt x="2698519" y="656140"/>
                    <a:pt x="2676273" y="652304"/>
                  </a:cubicBezTo>
                  <a:cubicBezTo>
                    <a:pt x="2590546" y="637890"/>
                    <a:pt x="2508883" y="630176"/>
                    <a:pt x="2432360" y="657836"/>
                  </a:cubicBezTo>
                  <a:cubicBezTo>
                    <a:pt x="2423352" y="661179"/>
                    <a:pt x="2395274" y="656272"/>
                    <a:pt x="2382311" y="650824"/>
                  </a:cubicBezTo>
                  <a:cubicBezTo>
                    <a:pt x="2257393" y="597728"/>
                    <a:pt x="2187724" y="592930"/>
                    <a:pt x="2055134" y="630053"/>
                  </a:cubicBezTo>
                  <a:cubicBezTo>
                    <a:pt x="2046542" y="632464"/>
                    <a:pt x="2035364" y="635121"/>
                    <a:pt x="2031829" y="639324"/>
                  </a:cubicBezTo>
                  <a:cubicBezTo>
                    <a:pt x="2007977" y="666120"/>
                    <a:pt x="1960229" y="664380"/>
                    <a:pt x="1912764" y="664183"/>
                  </a:cubicBezTo>
                  <a:cubicBezTo>
                    <a:pt x="1860521" y="663924"/>
                    <a:pt x="1808236" y="664426"/>
                    <a:pt x="1755637" y="663960"/>
                  </a:cubicBezTo>
                  <a:cubicBezTo>
                    <a:pt x="1746439" y="663859"/>
                    <a:pt x="1736243" y="661799"/>
                    <a:pt x="1727159" y="659605"/>
                  </a:cubicBezTo>
                  <a:cubicBezTo>
                    <a:pt x="1692256" y="651480"/>
                    <a:pt x="1658604" y="640559"/>
                    <a:pt x="1622470" y="634850"/>
                  </a:cubicBezTo>
                  <a:cubicBezTo>
                    <a:pt x="1544362" y="622552"/>
                    <a:pt x="1469248" y="602210"/>
                    <a:pt x="1385955" y="604522"/>
                  </a:cubicBezTo>
                  <a:cubicBezTo>
                    <a:pt x="1371585" y="604913"/>
                    <a:pt x="1355357" y="598530"/>
                    <a:pt x="1340055" y="595629"/>
                  </a:cubicBezTo>
                  <a:cubicBezTo>
                    <a:pt x="1312351" y="590552"/>
                    <a:pt x="1285460" y="583993"/>
                    <a:pt x="1257271" y="581180"/>
                  </a:cubicBezTo>
                  <a:cubicBezTo>
                    <a:pt x="1182583" y="573830"/>
                    <a:pt x="1107142" y="566824"/>
                    <a:pt x="1031914" y="562692"/>
                  </a:cubicBezTo>
                  <a:cubicBezTo>
                    <a:pt x="995593" y="560597"/>
                    <a:pt x="958880" y="565923"/>
                    <a:pt x="922031" y="566853"/>
                  </a:cubicBezTo>
                  <a:cubicBezTo>
                    <a:pt x="905446" y="567320"/>
                    <a:pt x="878533" y="568199"/>
                    <a:pt x="873250" y="563724"/>
                  </a:cubicBezTo>
                  <a:cubicBezTo>
                    <a:pt x="832343" y="529722"/>
                    <a:pt x="772202" y="532674"/>
                    <a:pt x="711627" y="529880"/>
                  </a:cubicBezTo>
                  <a:cubicBezTo>
                    <a:pt x="577999" y="523641"/>
                    <a:pt x="447408" y="543696"/>
                    <a:pt x="311112" y="525106"/>
                  </a:cubicBezTo>
                  <a:cubicBezTo>
                    <a:pt x="271645" y="519795"/>
                    <a:pt x="226936" y="530235"/>
                    <a:pt x="184145" y="532188"/>
                  </a:cubicBezTo>
                  <a:cubicBezTo>
                    <a:pt x="162015" y="533128"/>
                    <a:pt x="137665" y="534333"/>
                    <a:pt x="116886" y="530572"/>
                  </a:cubicBezTo>
                  <a:cubicBezTo>
                    <a:pt x="84810" y="524693"/>
                    <a:pt x="54011" y="515448"/>
                    <a:pt x="23941" y="506433"/>
                  </a:cubicBezTo>
                  <a:lnTo>
                    <a:pt x="0" y="502149"/>
                  </a:lnTo>
                  <a:close/>
                </a:path>
              </a:pathLst>
            </a:custGeom>
            <a:solidFill>
              <a:srgbClr val="FFFFFF"/>
            </a:solidFill>
            <a:ln w="12700" cap="flat" cmpd="sng" algn="ctr">
              <a:noFill/>
              <a:prstDash val="solid"/>
              <a:miter lim="800000"/>
            </a:ln>
            <a:effectLst>
              <a:outerShdw blurRad="381000" dist="152400" dir="5400000" algn="t" rotWithShape="0">
                <a:prstClr val="black">
                  <a:alpha val="1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66" name="Freeform: Shape 65">
              <a:extLst>
                <a:ext uri="{FF2B5EF4-FFF2-40B4-BE49-F238E27FC236}">
                  <a16:creationId xmlns:a16="http://schemas.microsoft.com/office/drawing/2014/main" id="{840A04EE-8E37-4C28-B09B-A9593A4AAB0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2959818"/>
              <a:ext cx="12192000" cy="757168"/>
            </a:xfrm>
            <a:custGeom>
              <a:avLst/>
              <a:gdLst>
                <a:gd name="connsiteX0" fmla="*/ 0 w 12192000"/>
                <a:gd name="connsiteY0" fmla="*/ 0 h 757168"/>
                <a:gd name="connsiteX1" fmla="*/ 41653 w 12192000"/>
                <a:gd name="connsiteY1" fmla="*/ 6945 h 757168"/>
                <a:gd name="connsiteX2" fmla="*/ 81317 w 12192000"/>
                <a:gd name="connsiteY2" fmla="*/ 15509 h 757168"/>
                <a:gd name="connsiteX3" fmla="*/ 114150 w 12192000"/>
                <a:gd name="connsiteY3" fmla="*/ 28105 h 757168"/>
                <a:gd name="connsiteX4" fmla="*/ 214865 w 12192000"/>
                <a:gd name="connsiteY4" fmla="*/ 58374 h 757168"/>
                <a:gd name="connsiteX5" fmla="*/ 299237 w 12192000"/>
                <a:gd name="connsiteY5" fmla="*/ 63560 h 757168"/>
                <a:gd name="connsiteX6" fmla="*/ 415570 w 12192000"/>
                <a:gd name="connsiteY6" fmla="*/ 83774 h 757168"/>
                <a:gd name="connsiteX7" fmla="*/ 633210 w 12192000"/>
                <a:gd name="connsiteY7" fmla="*/ 109108 h 757168"/>
                <a:gd name="connsiteX8" fmla="*/ 677567 w 12192000"/>
                <a:gd name="connsiteY8" fmla="*/ 119446 h 757168"/>
                <a:gd name="connsiteX9" fmla="*/ 946429 w 12192000"/>
                <a:gd name="connsiteY9" fmla="*/ 171502 h 757168"/>
                <a:gd name="connsiteX10" fmla="*/ 1163367 w 12192000"/>
                <a:gd name="connsiteY10" fmla="*/ 182106 h 757168"/>
                <a:gd name="connsiteX11" fmla="*/ 1180337 w 12192000"/>
                <a:gd name="connsiteY11" fmla="*/ 181279 h 757168"/>
                <a:gd name="connsiteX12" fmla="*/ 1263939 w 12192000"/>
                <a:gd name="connsiteY12" fmla="*/ 173070 h 757168"/>
                <a:gd name="connsiteX13" fmla="*/ 1392213 w 12192000"/>
                <a:gd name="connsiteY13" fmla="*/ 183225 h 757168"/>
                <a:gd name="connsiteX14" fmla="*/ 1479752 w 12192000"/>
                <a:gd name="connsiteY14" fmla="*/ 205174 h 757168"/>
                <a:gd name="connsiteX15" fmla="*/ 1589813 w 12192000"/>
                <a:gd name="connsiteY15" fmla="*/ 211706 h 757168"/>
                <a:gd name="connsiteX16" fmla="*/ 1716264 w 12192000"/>
                <a:gd name="connsiteY16" fmla="*/ 207459 h 757168"/>
                <a:gd name="connsiteX17" fmla="*/ 1772900 w 12192000"/>
                <a:gd name="connsiteY17" fmla="*/ 208137 h 757168"/>
                <a:gd name="connsiteX18" fmla="*/ 1929319 w 12192000"/>
                <a:gd name="connsiteY18" fmla="*/ 193822 h 757168"/>
                <a:gd name="connsiteX19" fmla="*/ 2021514 w 12192000"/>
                <a:gd name="connsiteY19" fmla="*/ 204186 h 757168"/>
                <a:gd name="connsiteX20" fmla="*/ 2111753 w 12192000"/>
                <a:gd name="connsiteY20" fmla="*/ 223797 h 757168"/>
                <a:gd name="connsiteX21" fmla="*/ 2169356 w 12192000"/>
                <a:gd name="connsiteY21" fmla="*/ 241125 h 757168"/>
                <a:gd name="connsiteX22" fmla="*/ 2286638 w 12192000"/>
                <a:gd name="connsiteY22" fmla="*/ 257382 h 757168"/>
                <a:gd name="connsiteX23" fmla="*/ 2308368 w 12192000"/>
                <a:gd name="connsiteY23" fmla="*/ 256995 h 757168"/>
                <a:gd name="connsiteX24" fmla="*/ 2660621 w 12192000"/>
                <a:gd name="connsiteY24" fmla="*/ 262863 h 757168"/>
                <a:gd name="connsiteX25" fmla="*/ 2801134 w 12192000"/>
                <a:gd name="connsiteY25" fmla="*/ 250006 h 757168"/>
                <a:gd name="connsiteX26" fmla="*/ 2830994 w 12192000"/>
                <a:gd name="connsiteY26" fmla="*/ 249091 h 757168"/>
                <a:gd name="connsiteX27" fmla="*/ 3129084 w 12192000"/>
                <a:gd name="connsiteY27" fmla="*/ 242009 h 757168"/>
                <a:gd name="connsiteX28" fmla="*/ 3162162 w 12192000"/>
                <a:gd name="connsiteY28" fmla="*/ 242789 h 757168"/>
                <a:gd name="connsiteX29" fmla="*/ 3254072 w 12192000"/>
                <a:gd name="connsiteY29" fmla="*/ 251612 h 757168"/>
                <a:gd name="connsiteX30" fmla="*/ 3473491 w 12192000"/>
                <a:gd name="connsiteY30" fmla="*/ 221903 h 757168"/>
                <a:gd name="connsiteX31" fmla="*/ 3691860 w 12192000"/>
                <a:gd name="connsiteY31" fmla="*/ 219228 h 757168"/>
                <a:gd name="connsiteX32" fmla="*/ 3811494 w 12192000"/>
                <a:gd name="connsiteY32" fmla="*/ 225691 h 757168"/>
                <a:gd name="connsiteX33" fmla="*/ 3897533 w 12192000"/>
                <a:gd name="connsiteY33" fmla="*/ 220087 h 757168"/>
                <a:gd name="connsiteX34" fmla="*/ 4109430 w 12192000"/>
                <a:gd name="connsiteY34" fmla="*/ 200477 h 757168"/>
                <a:gd name="connsiteX35" fmla="*/ 4208772 w 12192000"/>
                <a:gd name="connsiteY35" fmla="*/ 200914 h 757168"/>
                <a:gd name="connsiteX36" fmla="*/ 4314641 w 12192000"/>
                <a:gd name="connsiteY36" fmla="*/ 196159 h 757168"/>
                <a:gd name="connsiteX37" fmla="*/ 4577622 w 12192000"/>
                <a:gd name="connsiteY37" fmla="*/ 163774 h 757168"/>
                <a:gd name="connsiteX38" fmla="*/ 4790345 w 12192000"/>
                <a:gd name="connsiteY38" fmla="*/ 177592 h 757168"/>
                <a:gd name="connsiteX39" fmla="*/ 4926164 w 12192000"/>
                <a:gd name="connsiteY39" fmla="*/ 184139 h 757168"/>
                <a:gd name="connsiteX40" fmla="*/ 5088812 w 12192000"/>
                <a:gd name="connsiteY40" fmla="*/ 177401 h 757168"/>
                <a:gd name="connsiteX41" fmla="*/ 5222466 w 12192000"/>
                <a:gd name="connsiteY41" fmla="*/ 162082 h 757168"/>
                <a:gd name="connsiteX42" fmla="*/ 5406528 w 12192000"/>
                <a:gd name="connsiteY42" fmla="*/ 153987 h 757168"/>
                <a:gd name="connsiteX43" fmla="*/ 5590716 w 12192000"/>
                <a:gd name="connsiteY43" fmla="*/ 129490 h 757168"/>
                <a:gd name="connsiteX44" fmla="*/ 5719429 w 12192000"/>
                <a:gd name="connsiteY44" fmla="*/ 110099 h 757168"/>
                <a:gd name="connsiteX45" fmla="*/ 5897895 w 12192000"/>
                <a:gd name="connsiteY45" fmla="*/ 96368 h 757168"/>
                <a:gd name="connsiteX46" fmla="*/ 6169957 w 12192000"/>
                <a:gd name="connsiteY46" fmla="*/ 94411 h 757168"/>
                <a:gd name="connsiteX47" fmla="*/ 6294827 w 12192000"/>
                <a:gd name="connsiteY47" fmla="*/ 99236 h 757168"/>
                <a:gd name="connsiteX48" fmla="*/ 6494261 w 12192000"/>
                <a:gd name="connsiteY48" fmla="*/ 71724 h 757168"/>
                <a:gd name="connsiteX49" fmla="*/ 6579627 w 12192000"/>
                <a:gd name="connsiteY49" fmla="*/ 57883 h 757168"/>
                <a:gd name="connsiteX50" fmla="*/ 6654800 w 12192000"/>
                <a:gd name="connsiteY50" fmla="*/ 77086 h 757168"/>
                <a:gd name="connsiteX51" fmla="*/ 6703059 w 12192000"/>
                <a:gd name="connsiteY51" fmla="*/ 97166 h 757168"/>
                <a:gd name="connsiteX52" fmla="*/ 6859445 w 12192000"/>
                <a:gd name="connsiteY52" fmla="*/ 90481 h 757168"/>
                <a:gd name="connsiteX53" fmla="*/ 7025414 w 12192000"/>
                <a:gd name="connsiteY53" fmla="*/ 83536 h 757168"/>
                <a:gd name="connsiteX54" fmla="*/ 7144137 w 12192000"/>
                <a:gd name="connsiteY54" fmla="*/ 79264 h 757168"/>
                <a:gd name="connsiteX55" fmla="*/ 7291235 w 12192000"/>
                <a:gd name="connsiteY55" fmla="*/ 95367 h 757168"/>
                <a:gd name="connsiteX56" fmla="*/ 7407395 w 12192000"/>
                <a:gd name="connsiteY56" fmla="*/ 104888 h 757168"/>
                <a:gd name="connsiteX57" fmla="*/ 7500837 w 12192000"/>
                <a:gd name="connsiteY57" fmla="*/ 119515 h 757168"/>
                <a:gd name="connsiteX58" fmla="*/ 7533567 w 12192000"/>
                <a:gd name="connsiteY58" fmla="*/ 126955 h 757168"/>
                <a:gd name="connsiteX59" fmla="*/ 7792910 w 12192000"/>
                <a:gd name="connsiteY59" fmla="*/ 185188 h 757168"/>
                <a:gd name="connsiteX60" fmla="*/ 8070699 w 12192000"/>
                <a:gd name="connsiteY60" fmla="*/ 235423 h 757168"/>
                <a:gd name="connsiteX61" fmla="*/ 8253177 w 12192000"/>
                <a:gd name="connsiteY61" fmla="*/ 222473 h 757168"/>
                <a:gd name="connsiteX62" fmla="*/ 8320683 w 12192000"/>
                <a:gd name="connsiteY62" fmla="*/ 226393 h 757168"/>
                <a:gd name="connsiteX63" fmla="*/ 8631438 w 12192000"/>
                <a:gd name="connsiteY63" fmla="*/ 237528 h 757168"/>
                <a:gd name="connsiteX64" fmla="*/ 8686410 w 12192000"/>
                <a:gd name="connsiteY64" fmla="*/ 234877 h 757168"/>
                <a:gd name="connsiteX65" fmla="*/ 8980658 w 12192000"/>
                <a:gd name="connsiteY65" fmla="*/ 273001 h 757168"/>
                <a:gd name="connsiteX66" fmla="*/ 9087625 w 12192000"/>
                <a:gd name="connsiteY66" fmla="*/ 282423 h 757168"/>
                <a:gd name="connsiteX67" fmla="*/ 9186017 w 12192000"/>
                <a:gd name="connsiteY67" fmla="*/ 293875 h 757168"/>
                <a:gd name="connsiteX68" fmla="*/ 9323931 w 12192000"/>
                <a:gd name="connsiteY68" fmla="*/ 302628 h 757168"/>
                <a:gd name="connsiteX69" fmla="*/ 9467213 w 12192000"/>
                <a:gd name="connsiteY69" fmla="*/ 307275 h 757168"/>
                <a:gd name="connsiteX70" fmla="*/ 9626826 w 12192000"/>
                <a:gd name="connsiteY70" fmla="*/ 316213 h 757168"/>
                <a:gd name="connsiteX71" fmla="*/ 9689696 w 12192000"/>
                <a:gd name="connsiteY71" fmla="*/ 324467 h 757168"/>
                <a:gd name="connsiteX72" fmla="*/ 9860526 w 12192000"/>
                <a:gd name="connsiteY72" fmla="*/ 329986 h 757168"/>
                <a:gd name="connsiteX73" fmla="*/ 9949775 w 12192000"/>
                <a:gd name="connsiteY73" fmla="*/ 340386 h 757168"/>
                <a:gd name="connsiteX74" fmla="*/ 10097252 w 12192000"/>
                <a:gd name="connsiteY74" fmla="*/ 349262 h 757168"/>
                <a:gd name="connsiteX75" fmla="*/ 10145261 w 12192000"/>
                <a:gd name="connsiteY75" fmla="*/ 353113 h 757168"/>
                <a:gd name="connsiteX76" fmla="*/ 10188159 w 12192000"/>
                <a:gd name="connsiteY76" fmla="*/ 356124 h 757168"/>
                <a:gd name="connsiteX77" fmla="*/ 10336144 w 12192000"/>
                <a:gd name="connsiteY77" fmla="*/ 348235 h 757168"/>
                <a:gd name="connsiteX78" fmla="*/ 10466847 w 12192000"/>
                <a:gd name="connsiteY78" fmla="*/ 354131 h 757168"/>
                <a:gd name="connsiteX79" fmla="*/ 10696514 w 12192000"/>
                <a:gd name="connsiteY79" fmla="*/ 353575 h 757168"/>
                <a:gd name="connsiteX80" fmla="*/ 10746932 w 12192000"/>
                <a:gd name="connsiteY80" fmla="*/ 360606 h 757168"/>
                <a:gd name="connsiteX81" fmla="*/ 10905388 w 12192000"/>
                <a:gd name="connsiteY81" fmla="*/ 370627 h 757168"/>
                <a:gd name="connsiteX82" fmla="*/ 10995602 w 12192000"/>
                <a:gd name="connsiteY82" fmla="*/ 376691 h 757168"/>
                <a:gd name="connsiteX83" fmla="*/ 11107647 w 12192000"/>
                <a:gd name="connsiteY83" fmla="*/ 373405 h 757168"/>
                <a:gd name="connsiteX84" fmla="*/ 11302440 w 12192000"/>
                <a:gd name="connsiteY84" fmla="*/ 364156 h 757168"/>
                <a:gd name="connsiteX85" fmla="*/ 11353613 w 12192000"/>
                <a:gd name="connsiteY85" fmla="*/ 363785 h 757168"/>
                <a:gd name="connsiteX86" fmla="*/ 11447323 w 12192000"/>
                <a:gd name="connsiteY86" fmla="*/ 359346 h 757168"/>
                <a:gd name="connsiteX87" fmla="*/ 11464292 w 12192000"/>
                <a:gd name="connsiteY87" fmla="*/ 358519 h 757168"/>
                <a:gd name="connsiteX88" fmla="*/ 11607560 w 12192000"/>
                <a:gd name="connsiteY88" fmla="*/ 342370 h 757168"/>
                <a:gd name="connsiteX89" fmla="*/ 11681426 w 12192000"/>
                <a:gd name="connsiteY89" fmla="*/ 344335 h 757168"/>
                <a:gd name="connsiteX90" fmla="*/ 11893565 w 12192000"/>
                <a:gd name="connsiteY90" fmla="*/ 355261 h 757168"/>
                <a:gd name="connsiteX91" fmla="*/ 11983290 w 12192000"/>
                <a:gd name="connsiteY91" fmla="*/ 363588 h 757168"/>
                <a:gd name="connsiteX92" fmla="*/ 12192000 w 12192000"/>
                <a:gd name="connsiteY92" fmla="*/ 388018 h 757168"/>
                <a:gd name="connsiteX93" fmla="*/ 12192000 w 12192000"/>
                <a:gd name="connsiteY93" fmla="*/ 577115 h 757168"/>
                <a:gd name="connsiteX94" fmla="*/ 12157329 w 12192000"/>
                <a:gd name="connsiteY94" fmla="*/ 588862 h 757168"/>
                <a:gd name="connsiteX95" fmla="*/ 12066948 w 12192000"/>
                <a:gd name="connsiteY95" fmla="*/ 586034 h 757168"/>
                <a:gd name="connsiteX96" fmla="*/ 11911344 w 12192000"/>
                <a:gd name="connsiteY96" fmla="*/ 521599 h 757168"/>
                <a:gd name="connsiteX97" fmla="*/ 11847823 w 12192000"/>
                <a:gd name="connsiteY97" fmla="*/ 511785 h 757168"/>
                <a:gd name="connsiteX98" fmla="*/ 11737547 w 12192000"/>
                <a:gd name="connsiteY98" fmla="*/ 502380 h 757168"/>
                <a:gd name="connsiteX99" fmla="*/ 11636052 w 12192000"/>
                <a:gd name="connsiteY99" fmla="*/ 514993 h 757168"/>
                <a:gd name="connsiteX100" fmla="*/ 11394706 w 12192000"/>
                <a:gd name="connsiteY100" fmla="*/ 590867 h 757168"/>
                <a:gd name="connsiteX101" fmla="*/ 11354978 w 12192000"/>
                <a:gd name="connsiteY101" fmla="*/ 597561 h 757168"/>
                <a:gd name="connsiteX102" fmla="*/ 11285306 w 12192000"/>
                <a:gd name="connsiteY102" fmla="*/ 599825 h 757168"/>
                <a:gd name="connsiteX103" fmla="*/ 11008528 w 12192000"/>
                <a:gd name="connsiteY103" fmla="*/ 656670 h 757168"/>
                <a:gd name="connsiteX104" fmla="*/ 10948735 w 12192000"/>
                <a:gd name="connsiteY104" fmla="*/ 652964 h 757168"/>
                <a:gd name="connsiteX105" fmla="*/ 10850698 w 12192000"/>
                <a:gd name="connsiteY105" fmla="*/ 641721 h 757168"/>
                <a:gd name="connsiteX106" fmla="*/ 10744026 w 12192000"/>
                <a:gd name="connsiteY106" fmla="*/ 647769 h 757168"/>
                <a:gd name="connsiteX107" fmla="*/ 10666160 w 12192000"/>
                <a:gd name="connsiteY107" fmla="*/ 651891 h 757168"/>
                <a:gd name="connsiteX108" fmla="*/ 10450521 w 12192000"/>
                <a:gd name="connsiteY108" fmla="*/ 616552 h 757168"/>
                <a:gd name="connsiteX109" fmla="*/ 10271192 w 12192000"/>
                <a:gd name="connsiteY109" fmla="*/ 583498 h 757168"/>
                <a:gd name="connsiteX110" fmla="*/ 10246067 w 12192000"/>
                <a:gd name="connsiteY110" fmla="*/ 585423 h 757168"/>
                <a:gd name="connsiteX111" fmla="*/ 10005027 w 12192000"/>
                <a:gd name="connsiteY111" fmla="*/ 592252 h 757168"/>
                <a:gd name="connsiteX112" fmla="*/ 9898681 w 12192000"/>
                <a:gd name="connsiteY112" fmla="*/ 613195 h 757168"/>
                <a:gd name="connsiteX113" fmla="*/ 9753225 w 12192000"/>
                <a:gd name="connsiteY113" fmla="*/ 629038 h 757168"/>
                <a:gd name="connsiteX114" fmla="*/ 9591376 w 12192000"/>
                <a:gd name="connsiteY114" fmla="*/ 648601 h 757168"/>
                <a:gd name="connsiteX115" fmla="*/ 9472860 w 12192000"/>
                <a:gd name="connsiteY115" fmla="*/ 655936 h 757168"/>
                <a:gd name="connsiteX116" fmla="*/ 9299788 w 12192000"/>
                <a:gd name="connsiteY116" fmla="*/ 636945 h 757168"/>
                <a:gd name="connsiteX117" fmla="*/ 9264605 w 12192000"/>
                <a:gd name="connsiteY117" fmla="*/ 627087 h 757168"/>
                <a:gd name="connsiteX118" fmla="*/ 8926435 w 12192000"/>
                <a:gd name="connsiteY118" fmla="*/ 549269 h 757168"/>
                <a:gd name="connsiteX119" fmla="*/ 8698934 w 12192000"/>
                <a:gd name="connsiteY119" fmla="*/ 536583 h 757168"/>
                <a:gd name="connsiteX120" fmla="*/ 8622862 w 12192000"/>
                <a:gd name="connsiteY120" fmla="*/ 541563 h 757168"/>
                <a:gd name="connsiteX121" fmla="*/ 8482784 w 12192000"/>
                <a:gd name="connsiteY121" fmla="*/ 574094 h 757168"/>
                <a:gd name="connsiteX122" fmla="*/ 8421565 w 12192000"/>
                <a:gd name="connsiteY122" fmla="*/ 576610 h 757168"/>
                <a:gd name="connsiteX123" fmla="*/ 8313469 w 12192000"/>
                <a:gd name="connsiteY123" fmla="*/ 574762 h 757168"/>
                <a:gd name="connsiteX124" fmla="*/ 8079520 w 12192000"/>
                <a:gd name="connsiteY124" fmla="*/ 558685 h 757168"/>
                <a:gd name="connsiteX125" fmla="*/ 7773327 w 12192000"/>
                <a:gd name="connsiteY125" fmla="*/ 558854 h 757168"/>
                <a:gd name="connsiteX126" fmla="*/ 7652477 w 12192000"/>
                <a:gd name="connsiteY126" fmla="*/ 547561 h 757168"/>
                <a:gd name="connsiteX127" fmla="*/ 7522274 w 12192000"/>
                <a:gd name="connsiteY127" fmla="*/ 532150 h 757168"/>
                <a:gd name="connsiteX128" fmla="*/ 7484080 w 12192000"/>
                <a:gd name="connsiteY128" fmla="*/ 530532 h 757168"/>
                <a:gd name="connsiteX129" fmla="*/ 7282277 w 12192000"/>
                <a:gd name="connsiteY129" fmla="*/ 540177 h 757168"/>
                <a:gd name="connsiteX130" fmla="*/ 7235690 w 12192000"/>
                <a:gd name="connsiteY130" fmla="*/ 551282 h 757168"/>
                <a:gd name="connsiteX131" fmla="*/ 7116339 w 12192000"/>
                <a:gd name="connsiteY131" fmla="*/ 539494 h 757168"/>
                <a:gd name="connsiteX132" fmla="*/ 7011067 w 12192000"/>
                <a:gd name="connsiteY132" fmla="*/ 511848 h 757168"/>
                <a:gd name="connsiteX133" fmla="*/ 6403234 w 12192000"/>
                <a:gd name="connsiteY133" fmla="*/ 432296 h 757168"/>
                <a:gd name="connsiteX134" fmla="*/ 6036273 w 12192000"/>
                <a:gd name="connsiteY134" fmla="*/ 412301 h 757168"/>
                <a:gd name="connsiteX135" fmla="*/ 5780467 w 12192000"/>
                <a:gd name="connsiteY135" fmla="*/ 377910 h 757168"/>
                <a:gd name="connsiteX136" fmla="*/ 5739051 w 12192000"/>
                <a:gd name="connsiteY136" fmla="*/ 353609 h 757168"/>
                <a:gd name="connsiteX137" fmla="*/ 5583566 w 12192000"/>
                <a:gd name="connsiteY137" fmla="*/ 321995 h 757168"/>
                <a:gd name="connsiteX138" fmla="*/ 5432030 w 12192000"/>
                <a:gd name="connsiteY138" fmla="*/ 362512 h 757168"/>
                <a:gd name="connsiteX139" fmla="*/ 5241398 w 12192000"/>
                <a:gd name="connsiteY139" fmla="*/ 425781 h 757168"/>
                <a:gd name="connsiteX140" fmla="*/ 5139710 w 12192000"/>
                <a:gd name="connsiteY140" fmla="*/ 421022 h 757168"/>
                <a:gd name="connsiteX141" fmla="*/ 4929402 w 12192000"/>
                <a:gd name="connsiteY141" fmla="*/ 424310 h 757168"/>
                <a:gd name="connsiteX142" fmla="*/ 4782793 w 12192000"/>
                <a:gd name="connsiteY142" fmla="*/ 441046 h 757168"/>
                <a:gd name="connsiteX143" fmla="*/ 4577594 w 12192000"/>
                <a:gd name="connsiteY143" fmla="*/ 459290 h 757168"/>
                <a:gd name="connsiteX144" fmla="*/ 4500826 w 12192000"/>
                <a:gd name="connsiteY144" fmla="*/ 470529 h 757168"/>
                <a:gd name="connsiteX145" fmla="*/ 4317973 w 12192000"/>
                <a:gd name="connsiteY145" fmla="*/ 483649 h 757168"/>
                <a:gd name="connsiteX146" fmla="*/ 4166722 w 12192000"/>
                <a:gd name="connsiteY146" fmla="*/ 490602 h 757168"/>
                <a:gd name="connsiteX147" fmla="*/ 4042814 w 12192000"/>
                <a:gd name="connsiteY147" fmla="*/ 530660 h 757168"/>
                <a:gd name="connsiteX148" fmla="*/ 4002653 w 12192000"/>
                <a:gd name="connsiteY148" fmla="*/ 552594 h 757168"/>
                <a:gd name="connsiteX149" fmla="*/ 3969549 w 12192000"/>
                <a:gd name="connsiteY149" fmla="*/ 566312 h 757168"/>
                <a:gd name="connsiteX150" fmla="*/ 3821685 w 12192000"/>
                <a:gd name="connsiteY150" fmla="*/ 649183 h 757168"/>
                <a:gd name="connsiteX151" fmla="*/ 3805138 w 12192000"/>
                <a:gd name="connsiteY151" fmla="*/ 655947 h 757168"/>
                <a:gd name="connsiteX152" fmla="*/ 3609177 w 12192000"/>
                <a:gd name="connsiteY152" fmla="*/ 687459 h 757168"/>
                <a:gd name="connsiteX153" fmla="*/ 3539727 w 12192000"/>
                <a:gd name="connsiteY153" fmla="*/ 706521 h 757168"/>
                <a:gd name="connsiteX154" fmla="*/ 3396572 w 12192000"/>
                <a:gd name="connsiteY154" fmla="*/ 755681 h 757168"/>
                <a:gd name="connsiteX155" fmla="*/ 3341054 w 12192000"/>
                <a:gd name="connsiteY155" fmla="*/ 754679 h 757168"/>
                <a:gd name="connsiteX156" fmla="*/ 3138775 w 12192000"/>
                <a:gd name="connsiteY156" fmla="*/ 710120 h 757168"/>
                <a:gd name="connsiteX157" fmla="*/ 3037283 w 12192000"/>
                <a:gd name="connsiteY157" fmla="*/ 666453 h 757168"/>
                <a:gd name="connsiteX158" fmla="*/ 3002117 w 12192000"/>
                <a:gd name="connsiteY158" fmla="*/ 649347 h 757168"/>
                <a:gd name="connsiteX159" fmla="*/ 2747294 w 12192000"/>
                <a:gd name="connsiteY159" fmla="*/ 652400 h 757168"/>
                <a:gd name="connsiteX160" fmla="*/ 2676273 w 12192000"/>
                <a:gd name="connsiteY160" fmla="*/ 652304 h 757168"/>
                <a:gd name="connsiteX161" fmla="*/ 2432360 w 12192000"/>
                <a:gd name="connsiteY161" fmla="*/ 657836 h 757168"/>
                <a:gd name="connsiteX162" fmla="*/ 2382311 w 12192000"/>
                <a:gd name="connsiteY162" fmla="*/ 650824 h 757168"/>
                <a:gd name="connsiteX163" fmla="*/ 2055134 w 12192000"/>
                <a:gd name="connsiteY163" fmla="*/ 630053 h 757168"/>
                <a:gd name="connsiteX164" fmla="*/ 2031829 w 12192000"/>
                <a:gd name="connsiteY164" fmla="*/ 639324 h 757168"/>
                <a:gd name="connsiteX165" fmla="*/ 1912764 w 12192000"/>
                <a:gd name="connsiteY165" fmla="*/ 664183 h 757168"/>
                <a:gd name="connsiteX166" fmla="*/ 1755637 w 12192000"/>
                <a:gd name="connsiteY166" fmla="*/ 663960 h 757168"/>
                <a:gd name="connsiteX167" fmla="*/ 1727159 w 12192000"/>
                <a:gd name="connsiteY167" fmla="*/ 659605 h 757168"/>
                <a:gd name="connsiteX168" fmla="*/ 1622470 w 12192000"/>
                <a:gd name="connsiteY168" fmla="*/ 634850 h 757168"/>
                <a:gd name="connsiteX169" fmla="*/ 1385955 w 12192000"/>
                <a:gd name="connsiteY169" fmla="*/ 604522 h 757168"/>
                <a:gd name="connsiteX170" fmla="*/ 1340055 w 12192000"/>
                <a:gd name="connsiteY170" fmla="*/ 595629 h 757168"/>
                <a:gd name="connsiteX171" fmla="*/ 1257271 w 12192000"/>
                <a:gd name="connsiteY171" fmla="*/ 581180 h 757168"/>
                <a:gd name="connsiteX172" fmla="*/ 1031914 w 12192000"/>
                <a:gd name="connsiteY172" fmla="*/ 562692 h 757168"/>
                <a:gd name="connsiteX173" fmla="*/ 922031 w 12192000"/>
                <a:gd name="connsiteY173" fmla="*/ 566853 h 757168"/>
                <a:gd name="connsiteX174" fmla="*/ 873250 w 12192000"/>
                <a:gd name="connsiteY174" fmla="*/ 563724 h 757168"/>
                <a:gd name="connsiteX175" fmla="*/ 711627 w 12192000"/>
                <a:gd name="connsiteY175" fmla="*/ 529880 h 757168"/>
                <a:gd name="connsiteX176" fmla="*/ 311112 w 12192000"/>
                <a:gd name="connsiteY176" fmla="*/ 525106 h 757168"/>
                <a:gd name="connsiteX177" fmla="*/ 184145 w 12192000"/>
                <a:gd name="connsiteY177" fmla="*/ 532188 h 757168"/>
                <a:gd name="connsiteX178" fmla="*/ 116886 w 12192000"/>
                <a:gd name="connsiteY178" fmla="*/ 530572 h 757168"/>
                <a:gd name="connsiteX179" fmla="*/ 23941 w 12192000"/>
                <a:gd name="connsiteY179" fmla="*/ 506433 h 757168"/>
                <a:gd name="connsiteX180" fmla="*/ 0 w 12192000"/>
                <a:gd name="connsiteY180" fmla="*/ 502149 h 7571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</a:cxnLst>
              <a:rect l="l" t="t" r="r" b="b"/>
              <a:pathLst>
                <a:path w="12192000" h="757168">
                  <a:moveTo>
                    <a:pt x="0" y="0"/>
                  </a:moveTo>
                  <a:lnTo>
                    <a:pt x="41653" y="6945"/>
                  </a:lnTo>
                  <a:cubicBezTo>
                    <a:pt x="55151" y="9178"/>
                    <a:pt x="68996" y="11810"/>
                    <a:pt x="81317" y="15509"/>
                  </a:cubicBezTo>
                  <a:cubicBezTo>
                    <a:pt x="92911" y="18978"/>
                    <a:pt x="102562" y="24446"/>
                    <a:pt x="114150" y="28105"/>
                  </a:cubicBezTo>
                  <a:cubicBezTo>
                    <a:pt x="145644" y="37958"/>
                    <a:pt x="177914" y="47281"/>
                    <a:pt x="214865" y="58374"/>
                  </a:cubicBezTo>
                  <a:cubicBezTo>
                    <a:pt x="236680" y="42349"/>
                    <a:pt x="264438" y="53534"/>
                    <a:pt x="299237" y="63560"/>
                  </a:cubicBezTo>
                  <a:cubicBezTo>
                    <a:pt x="334763" y="73816"/>
                    <a:pt x="376093" y="78654"/>
                    <a:pt x="415570" y="83774"/>
                  </a:cubicBezTo>
                  <a:cubicBezTo>
                    <a:pt x="487949" y="93100"/>
                    <a:pt x="560804" y="100354"/>
                    <a:pt x="633210" y="109108"/>
                  </a:cubicBezTo>
                  <a:cubicBezTo>
                    <a:pt x="648566" y="111058"/>
                    <a:pt x="666073" y="114072"/>
                    <a:pt x="677567" y="119446"/>
                  </a:cubicBezTo>
                  <a:cubicBezTo>
                    <a:pt x="756262" y="155621"/>
                    <a:pt x="853422" y="169678"/>
                    <a:pt x="946429" y="171502"/>
                  </a:cubicBezTo>
                  <a:cubicBezTo>
                    <a:pt x="1019582" y="173044"/>
                    <a:pt x="1091239" y="175083"/>
                    <a:pt x="1163367" y="182106"/>
                  </a:cubicBezTo>
                  <a:cubicBezTo>
                    <a:pt x="1168863" y="182586"/>
                    <a:pt x="1176224" y="182589"/>
                    <a:pt x="1180337" y="181279"/>
                  </a:cubicBezTo>
                  <a:cubicBezTo>
                    <a:pt x="1205822" y="172503"/>
                    <a:pt x="1231920" y="173109"/>
                    <a:pt x="1263939" y="173070"/>
                  </a:cubicBezTo>
                  <a:cubicBezTo>
                    <a:pt x="1309211" y="172961"/>
                    <a:pt x="1350592" y="176848"/>
                    <a:pt x="1392213" y="183225"/>
                  </a:cubicBezTo>
                  <a:cubicBezTo>
                    <a:pt x="1422516" y="187866"/>
                    <a:pt x="1453010" y="195759"/>
                    <a:pt x="1479752" y="205174"/>
                  </a:cubicBezTo>
                  <a:cubicBezTo>
                    <a:pt x="1516962" y="218381"/>
                    <a:pt x="1553071" y="224660"/>
                    <a:pt x="1589813" y="211706"/>
                  </a:cubicBezTo>
                  <a:cubicBezTo>
                    <a:pt x="1629541" y="197953"/>
                    <a:pt x="1673292" y="205778"/>
                    <a:pt x="1716264" y="207459"/>
                  </a:cubicBezTo>
                  <a:cubicBezTo>
                    <a:pt x="1734988" y="208248"/>
                    <a:pt x="1754789" y="209668"/>
                    <a:pt x="1772900" y="208137"/>
                  </a:cubicBezTo>
                  <a:cubicBezTo>
                    <a:pt x="1825381" y="203828"/>
                    <a:pt x="1876222" y="195808"/>
                    <a:pt x="1929319" y="193822"/>
                  </a:cubicBezTo>
                  <a:cubicBezTo>
                    <a:pt x="1958819" y="192698"/>
                    <a:pt x="1991232" y="199166"/>
                    <a:pt x="2021514" y="204186"/>
                  </a:cubicBezTo>
                  <a:cubicBezTo>
                    <a:pt x="2052154" y="209417"/>
                    <a:pt x="2082323" y="216530"/>
                    <a:pt x="2111753" y="223797"/>
                  </a:cubicBezTo>
                  <a:cubicBezTo>
                    <a:pt x="2131736" y="228659"/>
                    <a:pt x="2153567" y="233429"/>
                    <a:pt x="2169356" y="241125"/>
                  </a:cubicBezTo>
                  <a:cubicBezTo>
                    <a:pt x="2205243" y="258649"/>
                    <a:pt x="2242901" y="263295"/>
                    <a:pt x="2286638" y="257382"/>
                  </a:cubicBezTo>
                  <a:cubicBezTo>
                    <a:pt x="2293313" y="256396"/>
                    <a:pt x="2301018" y="256799"/>
                    <a:pt x="2308368" y="256995"/>
                  </a:cubicBezTo>
                  <a:cubicBezTo>
                    <a:pt x="2426026" y="259155"/>
                    <a:pt x="2543593" y="262834"/>
                    <a:pt x="2660621" y="262863"/>
                  </a:cubicBezTo>
                  <a:cubicBezTo>
                    <a:pt x="2708088" y="262871"/>
                    <a:pt x="2754165" y="254412"/>
                    <a:pt x="2801134" y="250006"/>
                  </a:cubicBezTo>
                  <a:cubicBezTo>
                    <a:pt x="2810748" y="249174"/>
                    <a:pt x="2821504" y="247638"/>
                    <a:pt x="2830994" y="249091"/>
                  </a:cubicBezTo>
                  <a:cubicBezTo>
                    <a:pt x="2934354" y="264045"/>
                    <a:pt x="3032340" y="255254"/>
                    <a:pt x="3129084" y="242009"/>
                  </a:cubicBezTo>
                  <a:cubicBezTo>
                    <a:pt x="3139090" y="240625"/>
                    <a:pt x="3151170" y="241831"/>
                    <a:pt x="3162162" y="242789"/>
                  </a:cubicBezTo>
                  <a:cubicBezTo>
                    <a:pt x="3192925" y="245736"/>
                    <a:pt x="3225969" y="254145"/>
                    <a:pt x="3254072" y="251612"/>
                  </a:cubicBezTo>
                  <a:cubicBezTo>
                    <a:pt x="3328782" y="244461"/>
                    <a:pt x="3402881" y="234992"/>
                    <a:pt x="3473491" y="221903"/>
                  </a:cubicBezTo>
                  <a:cubicBezTo>
                    <a:pt x="3545212" y="208683"/>
                    <a:pt x="3611651" y="197856"/>
                    <a:pt x="3691860" y="219228"/>
                  </a:cubicBezTo>
                  <a:cubicBezTo>
                    <a:pt x="3725977" y="228268"/>
                    <a:pt x="3771754" y="225515"/>
                    <a:pt x="3811494" y="225691"/>
                  </a:cubicBezTo>
                  <a:cubicBezTo>
                    <a:pt x="3840564" y="225687"/>
                    <a:pt x="3868906" y="218586"/>
                    <a:pt x="3897533" y="220087"/>
                  </a:cubicBezTo>
                  <a:cubicBezTo>
                    <a:pt x="3973874" y="224087"/>
                    <a:pt x="4042293" y="217563"/>
                    <a:pt x="4109430" y="200477"/>
                  </a:cubicBezTo>
                  <a:cubicBezTo>
                    <a:pt x="4135544" y="193834"/>
                    <a:pt x="4175268" y="201258"/>
                    <a:pt x="4208772" y="200914"/>
                  </a:cubicBezTo>
                  <a:cubicBezTo>
                    <a:pt x="4244136" y="200288"/>
                    <a:pt x="4280583" y="199908"/>
                    <a:pt x="4314641" y="196159"/>
                  </a:cubicBezTo>
                  <a:cubicBezTo>
                    <a:pt x="4402743" y="186278"/>
                    <a:pt x="4489848" y="174436"/>
                    <a:pt x="4577622" y="163774"/>
                  </a:cubicBezTo>
                  <a:cubicBezTo>
                    <a:pt x="4649843" y="154967"/>
                    <a:pt x="4719794" y="168553"/>
                    <a:pt x="4790345" y="177592"/>
                  </a:cubicBezTo>
                  <a:cubicBezTo>
                    <a:pt x="4834576" y="183345"/>
                    <a:pt x="4875614" y="193701"/>
                    <a:pt x="4926164" y="184139"/>
                  </a:cubicBezTo>
                  <a:cubicBezTo>
                    <a:pt x="4974485" y="175032"/>
                    <a:pt x="5034899" y="180870"/>
                    <a:pt x="5088812" y="177401"/>
                  </a:cubicBezTo>
                  <a:cubicBezTo>
                    <a:pt x="5134238" y="174439"/>
                    <a:pt x="5178353" y="168165"/>
                    <a:pt x="5222466" y="162082"/>
                  </a:cubicBezTo>
                  <a:cubicBezTo>
                    <a:pt x="5282519" y="153783"/>
                    <a:pt x="5341864" y="144876"/>
                    <a:pt x="5406528" y="153987"/>
                  </a:cubicBezTo>
                  <a:cubicBezTo>
                    <a:pt x="5479960" y="164323"/>
                    <a:pt x="5531876" y="142624"/>
                    <a:pt x="5590716" y="129490"/>
                  </a:cubicBezTo>
                  <a:cubicBezTo>
                    <a:pt x="5631296" y="120553"/>
                    <a:pt x="5675395" y="114659"/>
                    <a:pt x="5719429" y="110099"/>
                  </a:cubicBezTo>
                  <a:cubicBezTo>
                    <a:pt x="5778247" y="104215"/>
                    <a:pt x="5838715" y="102042"/>
                    <a:pt x="5897895" y="96368"/>
                  </a:cubicBezTo>
                  <a:cubicBezTo>
                    <a:pt x="5987399" y="87895"/>
                    <a:pt x="6077855" y="82333"/>
                    <a:pt x="6169957" y="94411"/>
                  </a:cubicBezTo>
                  <a:cubicBezTo>
                    <a:pt x="6212360" y="99875"/>
                    <a:pt x="6252010" y="101763"/>
                    <a:pt x="6294827" y="99236"/>
                  </a:cubicBezTo>
                  <a:cubicBezTo>
                    <a:pt x="6364965" y="95091"/>
                    <a:pt x="6436581" y="97891"/>
                    <a:pt x="6494261" y="71724"/>
                  </a:cubicBezTo>
                  <a:cubicBezTo>
                    <a:pt x="6514615" y="62488"/>
                    <a:pt x="6550354" y="61691"/>
                    <a:pt x="6579627" y="57883"/>
                  </a:cubicBezTo>
                  <a:cubicBezTo>
                    <a:pt x="6613354" y="53353"/>
                    <a:pt x="6637770" y="57878"/>
                    <a:pt x="6654800" y="77086"/>
                  </a:cubicBezTo>
                  <a:cubicBezTo>
                    <a:pt x="6662444" y="85688"/>
                    <a:pt x="6685147" y="94892"/>
                    <a:pt x="6703059" y="97166"/>
                  </a:cubicBezTo>
                  <a:cubicBezTo>
                    <a:pt x="6756799" y="103989"/>
                    <a:pt x="6806654" y="100687"/>
                    <a:pt x="6859445" y="90481"/>
                  </a:cubicBezTo>
                  <a:cubicBezTo>
                    <a:pt x="6908894" y="80861"/>
                    <a:pt x="6969747" y="85387"/>
                    <a:pt x="7025414" y="83536"/>
                  </a:cubicBezTo>
                  <a:cubicBezTo>
                    <a:pt x="7064862" y="82168"/>
                    <a:pt x="7104501" y="77186"/>
                    <a:pt x="7144137" y="79264"/>
                  </a:cubicBezTo>
                  <a:cubicBezTo>
                    <a:pt x="7193316" y="81841"/>
                    <a:pt x="7241809" y="90488"/>
                    <a:pt x="7291235" y="95367"/>
                  </a:cubicBezTo>
                  <a:cubicBezTo>
                    <a:pt x="7329668" y="99288"/>
                    <a:pt x="7368978" y="100585"/>
                    <a:pt x="7407395" y="104888"/>
                  </a:cubicBezTo>
                  <a:cubicBezTo>
                    <a:pt x="7438868" y="108256"/>
                    <a:pt x="7469832" y="114265"/>
                    <a:pt x="7500837" y="119515"/>
                  </a:cubicBezTo>
                  <a:cubicBezTo>
                    <a:pt x="7512146" y="121444"/>
                    <a:pt x="7523255" y="127178"/>
                    <a:pt x="7533567" y="126955"/>
                  </a:cubicBezTo>
                  <a:cubicBezTo>
                    <a:pt x="7636025" y="124121"/>
                    <a:pt x="7707510" y="164497"/>
                    <a:pt x="7792910" y="185188"/>
                  </a:cubicBezTo>
                  <a:cubicBezTo>
                    <a:pt x="7882663" y="207063"/>
                    <a:pt x="7969001" y="237914"/>
                    <a:pt x="8070699" y="235423"/>
                  </a:cubicBezTo>
                  <a:cubicBezTo>
                    <a:pt x="8132239" y="233879"/>
                    <a:pt x="8191903" y="225939"/>
                    <a:pt x="8253177" y="222473"/>
                  </a:cubicBezTo>
                  <a:cubicBezTo>
                    <a:pt x="8274949" y="221324"/>
                    <a:pt x="8299150" y="222976"/>
                    <a:pt x="8320683" y="226393"/>
                  </a:cubicBezTo>
                  <a:cubicBezTo>
                    <a:pt x="8424731" y="242340"/>
                    <a:pt x="8527777" y="249266"/>
                    <a:pt x="8631438" y="237528"/>
                  </a:cubicBezTo>
                  <a:cubicBezTo>
                    <a:pt x="8649201" y="235596"/>
                    <a:pt x="8668058" y="233915"/>
                    <a:pt x="8686410" y="234877"/>
                  </a:cubicBezTo>
                  <a:cubicBezTo>
                    <a:pt x="8786966" y="240146"/>
                    <a:pt x="8885480" y="249315"/>
                    <a:pt x="8980658" y="273001"/>
                  </a:cubicBezTo>
                  <a:cubicBezTo>
                    <a:pt x="9012626" y="280972"/>
                    <a:pt x="9052108" y="279035"/>
                    <a:pt x="9087625" y="282423"/>
                  </a:cubicBezTo>
                  <a:cubicBezTo>
                    <a:pt x="9120583" y="285484"/>
                    <a:pt x="9154319" y="287825"/>
                    <a:pt x="9186017" y="293875"/>
                  </a:cubicBezTo>
                  <a:cubicBezTo>
                    <a:pt x="9232288" y="302785"/>
                    <a:pt x="9275554" y="305815"/>
                    <a:pt x="9323931" y="302628"/>
                  </a:cubicBezTo>
                  <a:cubicBezTo>
                    <a:pt x="9370084" y="299705"/>
                    <a:pt x="9419491" y="304964"/>
                    <a:pt x="9467213" y="307275"/>
                  </a:cubicBezTo>
                  <a:cubicBezTo>
                    <a:pt x="9520438" y="309874"/>
                    <a:pt x="9573661" y="312473"/>
                    <a:pt x="9626826" y="316213"/>
                  </a:cubicBezTo>
                  <a:cubicBezTo>
                    <a:pt x="9648094" y="317708"/>
                    <a:pt x="9671915" y="326588"/>
                    <a:pt x="9689696" y="324467"/>
                  </a:cubicBezTo>
                  <a:cubicBezTo>
                    <a:pt x="9747117" y="317175"/>
                    <a:pt x="9803355" y="332523"/>
                    <a:pt x="9860526" y="329986"/>
                  </a:cubicBezTo>
                  <a:cubicBezTo>
                    <a:pt x="9888572" y="328594"/>
                    <a:pt x="9919723" y="338048"/>
                    <a:pt x="9949775" y="340386"/>
                  </a:cubicBezTo>
                  <a:cubicBezTo>
                    <a:pt x="9998886" y="344296"/>
                    <a:pt x="10048092" y="346302"/>
                    <a:pt x="10097252" y="349262"/>
                  </a:cubicBezTo>
                  <a:cubicBezTo>
                    <a:pt x="10113390" y="350297"/>
                    <a:pt x="10129133" y="351886"/>
                    <a:pt x="10145261" y="353113"/>
                  </a:cubicBezTo>
                  <a:cubicBezTo>
                    <a:pt x="10159555" y="354243"/>
                    <a:pt x="10174512" y="356743"/>
                    <a:pt x="10188159" y="356124"/>
                  </a:cubicBezTo>
                  <a:cubicBezTo>
                    <a:pt x="10237589" y="353944"/>
                    <a:pt x="10286441" y="348682"/>
                    <a:pt x="10336144" y="348235"/>
                  </a:cubicBezTo>
                  <a:cubicBezTo>
                    <a:pt x="10379222" y="347822"/>
                    <a:pt x="10423443" y="353764"/>
                    <a:pt x="10466847" y="354131"/>
                  </a:cubicBezTo>
                  <a:cubicBezTo>
                    <a:pt x="10543353" y="354898"/>
                    <a:pt x="10619988" y="353190"/>
                    <a:pt x="10696514" y="353575"/>
                  </a:cubicBezTo>
                  <a:cubicBezTo>
                    <a:pt x="10713071" y="353680"/>
                    <a:pt x="10730069" y="359342"/>
                    <a:pt x="10746932" y="360606"/>
                  </a:cubicBezTo>
                  <a:cubicBezTo>
                    <a:pt x="10799731" y="364326"/>
                    <a:pt x="10852569" y="367289"/>
                    <a:pt x="10905388" y="370627"/>
                  </a:cubicBezTo>
                  <a:cubicBezTo>
                    <a:pt x="10935470" y="372396"/>
                    <a:pt x="10965963" y="373421"/>
                    <a:pt x="10995602" y="376691"/>
                  </a:cubicBezTo>
                  <a:cubicBezTo>
                    <a:pt x="11034750" y="381032"/>
                    <a:pt x="11070168" y="386324"/>
                    <a:pt x="11107647" y="373405"/>
                  </a:cubicBezTo>
                  <a:cubicBezTo>
                    <a:pt x="11165372" y="353347"/>
                    <a:pt x="11236837" y="366060"/>
                    <a:pt x="11302440" y="364156"/>
                  </a:cubicBezTo>
                  <a:cubicBezTo>
                    <a:pt x="11319394" y="363708"/>
                    <a:pt x="11336655" y="364422"/>
                    <a:pt x="11353613" y="363785"/>
                  </a:cubicBezTo>
                  <a:cubicBezTo>
                    <a:pt x="11384961" y="362566"/>
                    <a:pt x="11415955" y="360947"/>
                    <a:pt x="11447323" y="359346"/>
                  </a:cubicBezTo>
                  <a:cubicBezTo>
                    <a:pt x="11452855" y="359066"/>
                    <a:pt x="11459104" y="359200"/>
                    <a:pt x="11464292" y="358519"/>
                  </a:cubicBezTo>
                  <a:cubicBezTo>
                    <a:pt x="11512058" y="353010"/>
                    <a:pt x="11559143" y="346321"/>
                    <a:pt x="11607560" y="342370"/>
                  </a:cubicBezTo>
                  <a:cubicBezTo>
                    <a:pt x="11631218" y="340368"/>
                    <a:pt x="11657295" y="341352"/>
                    <a:pt x="11681426" y="344335"/>
                  </a:cubicBezTo>
                  <a:cubicBezTo>
                    <a:pt x="11751997" y="352993"/>
                    <a:pt x="11821986" y="358760"/>
                    <a:pt x="11893565" y="355261"/>
                  </a:cubicBezTo>
                  <a:cubicBezTo>
                    <a:pt x="11921973" y="353889"/>
                    <a:pt x="11953288" y="360300"/>
                    <a:pt x="11983290" y="363588"/>
                  </a:cubicBezTo>
                  <a:lnTo>
                    <a:pt x="12192000" y="388018"/>
                  </a:lnTo>
                  <a:lnTo>
                    <a:pt x="12192000" y="577115"/>
                  </a:lnTo>
                  <a:lnTo>
                    <a:pt x="12157329" y="588862"/>
                  </a:lnTo>
                  <a:cubicBezTo>
                    <a:pt x="12118393" y="608572"/>
                    <a:pt x="12109715" y="605637"/>
                    <a:pt x="12066948" y="586034"/>
                  </a:cubicBezTo>
                  <a:cubicBezTo>
                    <a:pt x="12016991" y="563193"/>
                    <a:pt x="11965119" y="541779"/>
                    <a:pt x="11911344" y="521599"/>
                  </a:cubicBezTo>
                  <a:cubicBezTo>
                    <a:pt x="11894383" y="515178"/>
                    <a:pt x="11869417" y="514060"/>
                    <a:pt x="11847823" y="511785"/>
                  </a:cubicBezTo>
                  <a:cubicBezTo>
                    <a:pt x="11811233" y="507768"/>
                    <a:pt x="11773630" y="501982"/>
                    <a:pt x="11737547" y="502380"/>
                  </a:cubicBezTo>
                  <a:cubicBezTo>
                    <a:pt x="11702930" y="502855"/>
                    <a:pt x="11668388" y="508866"/>
                    <a:pt x="11636052" y="514993"/>
                  </a:cubicBezTo>
                  <a:cubicBezTo>
                    <a:pt x="11545722" y="532199"/>
                    <a:pt x="11462455" y="555118"/>
                    <a:pt x="11394706" y="590867"/>
                  </a:cubicBezTo>
                  <a:cubicBezTo>
                    <a:pt x="11385999" y="595562"/>
                    <a:pt x="11369016" y="596581"/>
                    <a:pt x="11354978" y="597561"/>
                  </a:cubicBezTo>
                  <a:cubicBezTo>
                    <a:pt x="11332076" y="599224"/>
                    <a:pt x="11308448" y="600655"/>
                    <a:pt x="11285306" y="599825"/>
                  </a:cubicBezTo>
                  <a:cubicBezTo>
                    <a:pt x="11172906" y="595841"/>
                    <a:pt x="11083430" y="617861"/>
                    <a:pt x="11008528" y="656670"/>
                  </a:cubicBezTo>
                  <a:cubicBezTo>
                    <a:pt x="10986971" y="667750"/>
                    <a:pt x="10970753" y="668236"/>
                    <a:pt x="10948735" y="652964"/>
                  </a:cubicBezTo>
                  <a:cubicBezTo>
                    <a:pt x="10923173" y="635218"/>
                    <a:pt x="10885031" y="639705"/>
                    <a:pt x="10850698" y="641721"/>
                  </a:cubicBezTo>
                  <a:cubicBezTo>
                    <a:pt x="10815269" y="643680"/>
                    <a:pt x="10779458" y="645811"/>
                    <a:pt x="10744026" y="647769"/>
                  </a:cubicBezTo>
                  <a:cubicBezTo>
                    <a:pt x="10717832" y="649066"/>
                    <a:pt x="10692021" y="650003"/>
                    <a:pt x="10666160" y="651891"/>
                  </a:cubicBezTo>
                  <a:cubicBezTo>
                    <a:pt x="10585627" y="657783"/>
                    <a:pt x="10513854" y="650969"/>
                    <a:pt x="10450521" y="616552"/>
                  </a:cubicBezTo>
                  <a:cubicBezTo>
                    <a:pt x="10402221" y="590175"/>
                    <a:pt x="10339099" y="579806"/>
                    <a:pt x="10271192" y="583498"/>
                  </a:cubicBezTo>
                  <a:cubicBezTo>
                    <a:pt x="10262701" y="584006"/>
                    <a:pt x="10251859" y="587254"/>
                    <a:pt x="10246067" y="585423"/>
                  </a:cubicBezTo>
                  <a:cubicBezTo>
                    <a:pt x="10158786" y="558528"/>
                    <a:pt x="10086634" y="594049"/>
                    <a:pt x="10005027" y="592252"/>
                  </a:cubicBezTo>
                  <a:cubicBezTo>
                    <a:pt x="9969004" y="591507"/>
                    <a:pt x="9931565" y="603664"/>
                    <a:pt x="9898681" y="613195"/>
                  </a:cubicBezTo>
                  <a:cubicBezTo>
                    <a:pt x="9853463" y="626281"/>
                    <a:pt x="9813049" y="639042"/>
                    <a:pt x="9753225" y="629038"/>
                  </a:cubicBezTo>
                  <a:cubicBezTo>
                    <a:pt x="9693404" y="618845"/>
                    <a:pt x="9637675" y="628898"/>
                    <a:pt x="9591376" y="648601"/>
                  </a:cubicBezTo>
                  <a:cubicBezTo>
                    <a:pt x="9556001" y="663537"/>
                    <a:pt x="9518120" y="663077"/>
                    <a:pt x="9472860" y="655936"/>
                  </a:cubicBezTo>
                  <a:cubicBezTo>
                    <a:pt x="9416283" y="647056"/>
                    <a:pt x="9357217" y="643578"/>
                    <a:pt x="9299788" y="636945"/>
                  </a:cubicBezTo>
                  <a:cubicBezTo>
                    <a:pt x="9287347" y="635531"/>
                    <a:pt x="9271710" y="632039"/>
                    <a:pt x="9264605" y="627087"/>
                  </a:cubicBezTo>
                  <a:cubicBezTo>
                    <a:pt x="9177661" y="565680"/>
                    <a:pt x="9051076" y="558473"/>
                    <a:pt x="8926435" y="549269"/>
                  </a:cubicBezTo>
                  <a:cubicBezTo>
                    <a:pt x="8850925" y="543595"/>
                    <a:pt x="8774954" y="539613"/>
                    <a:pt x="8698934" y="536583"/>
                  </a:cubicBezTo>
                  <a:cubicBezTo>
                    <a:pt x="8673232" y="535428"/>
                    <a:pt x="8645916" y="537050"/>
                    <a:pt x="8622862" y="541563"/>
                  </a:cubicBezTo>
                  <a:cubicBezTo>
                    <a:pt x="8574890" y="551069"/>
                    <a:pt x="8530403" y="564380"/>
                    <a:pt x="8482784" y="574094"/>
                  </a:cubicBezTo>
                  <a:cubicBezTo>
                    <a:pt x="8464923" y="577929"/>
                    <a:pt x="8442157" y="576927"/>
                    <a:pt x="8421565" y="576610"/>
                  </a:cubicBezTo>
                  <a:cubicBezTo>
                    <a:pt x="8385152" y="576229"/>
                    <a:pt x="8345023" y="569546"/>
                    <a:pt x="8313469" y="574762"/>
                  </a:cubicBezTo>
                  <a:cubicBezTo>
                    <a:pt x="8231431" y="588203"/>
                    <a:pt x="8155671" y="580227"/>
                    <a:pt x="8079520" y="558685"/>
                  </a:cubicBezTo>
                  <a:cubicBezTo>
                    <a:pt x="7972906" y="528487"/>
                    <a:pt x="7870782" y="525043"/>
                    <a:pt x="7773327" y="558854"/>
                  </a:cubicBezTo>
                  <a:cubicBezTo>
                    <a:pt x="7729470" y="574107"/>
                    <a:pt x="7688069" y="563543"/>
                    <a:pt x="7652477" y="547561"/>
                  </a:cubicBezTo>
                  <a:cubicBezTo>
                    <a:pt x="7611494" y="529005"/>
                    <a:pt x="7570974" y="522685"/>
                    <a:pt x="7522274" y="532150"/>
                  </a:cubicBezTo>
                  <a:cubicBezTo>
                    <a:pt x="7511488" y="534257"/>
                    <a:pt x="7496511" y="532136"/>
                    <a:pt x="7484080" y="530532"/>
                  </a:cubicBezTo>
                  <a:cubicBezTo>
                    <a:pt x="7413133" y="522044"/>
                    <a:pt x="7341987" y="510303"/>
                    <a:pt x="7282277" y="540177"/>
                  </a:cubicBezTo>
                  <a:cubicBezTo>
                    <a:pt x="7270558" y="546051"/>
                    <a:pt x="7251336" y="547713"/>
                    <a:pt x="7235690" y="551282"/>
                  </a:cubicBezTo>
                  <a:cubicBezTo>
                    <a:pt x="7170161" y="565782"/>
                    <a:pt x="7172820" y="564203"/>
                    <a:pt x="7116339" y="539494"/>
                  </a:cubicBezTo>
                  <a:cubicBezTo>
                    <a:pt x="7086841" y="526502"/>
                    <a:pt x="7045980" y="512724"/>
                    <a:pt x="7011067" y="511848"/>
                  </a:cubicBezTo>
                  <a:cubicBezTo>
                    <a:pt x="6800473" y="506533"/>
                    <a:pt x="6601893" y="468653"/>
                    <a:pt x="6403234" y="432296"/>
                  </a:cubicBezTo>
                  <a:cubicBezTo>
                    <a:pt x="6280760" y="409851"/>
                    <a:pt x="6160432" y="402592"/>
                    <a:pt x="6036273" y="412301"/>
                  </a:cubicBezTo>
                  <a:cubicBezTo>
                    <a:pt x="5946471" y="419425"/>
                    <a:pt x="5863077" y="395593"/>
                    <a:pt x="5780467" y="377910"/>
                  </a:cubicBezTo>
                  <a:cubicBezTo>
                    <a:pt x="5763357" y="374343"/>
                    <a:pt x="5747757" y="363033"/>
                    <a:pt x="5739051" y="353609"/>
                  </a:cubicBezTo>
                  <a:cubicBezTo>
                    <a:pt x="5707675" y="320294"/>
                    <a:pt x="5653252" y="312483"/>
                    <a:pt x="5583566" y="321995"/>
                  </a:cubicBezTo>
                  <a:cubicBezTo>
                    <a:pt x="5528347" y="329404"/>
                    <a:pt x="5477716" y="340486"/>
                    <a:pt x="5432030" y="362512"/>
                  </a:cubicBezTo>
                  <a:cubicBezTo>
                    <a:pt x="5378421" y="388318"/>
                    <a:pt x="5322767" y="418026"/>
                    <a:pt x="5241398" y="425781"/>
                  </a:cubicBezTo>
                  <a:cubicBezTo>
                    <a:pt x="5206262" y="429089"/>
                    <a:pt x="5176131" y="428273"/>
                    <a:pt x="5139710" y="421022"/>
                  </a:cubicBezTo>
                  <a:cubicBezTo>
                    <a:pt x="5069048" y="407018"/>
                    <a:pt x="4997864" y="396037"/>
                    <a:pt x="4929402" y="424310"/>
                  </a:cubicBezTo>
                  <a:cubicBezTo>
                    <a:pt x="4891785" y="439890"/>
                    <a:pt x="4841650" y="448519"/>
                    <a:pt x="4782793" y="441046"/>
                  </a:cubicBezTo>
                  <a:cubicBezTo>
                    <a:pt x="4709316" y="431663"/>
                    <a:pt x="4641426" y="442031"/>
                    <a:pt x="4577594" y="459290"/>
                  </a:cubicBezTo>
                  <a:cubicBezTo>
                    <a:pt x="4554816" y="465538"/>
                    <a:pt x="4527069" y="468279"/>
                    <a:pt x="4500826" y="470529"/>
                  </a:cubicBezTo>
                  <a:cubicBezTo>
                    <a:pt x="4440199" y="475746"/>
                    <a:pt x="4379252" y="479993"/>
                    <a:pt x="4317973" y="483649"/>
                  </a:cubicBezTo>
                  <a:cubicBezTo>
                    <a:pt x="4267762" y="486741"/>
                    <a:pt x="4217264" y="488292"/>
                    <a:pt x="4166722" y="490602"/>
                  </a:cubicBezTo>
                  <a:cubicBezTo>
                    <a:pt x="4111394" y="493045"/>
                    <a:pt x="4067073" y="503124"/>
                    <a:pt x="4042814" y="530660"/>
                  </a:cubicBezTo>
                  <a:cubicBezTo>
                    <a:pt x="4034996" y="539407"/>
                    <a:pt x="4017001" y="545715"/>
                    <a:pt x="4002653" y="552594"/>
                  </a:cubicBezTo>
                  <a:cubicBezTo>
                    <a:pt x="3992459" y="557592"/>
                    <a:pt x="3979023" y="561086"/>
                    <a:pt x="3969549" y="566312"/>
                  </a:cubicBezTo>
                  <a:cubicBezTo>
                    <a:pt x="3919896" y="593854"/>
                    <a:pt x="3870968" y="621622"/>
                    <a:pt x="3821685" y="649183"/>
                  </a:cubicBezTo>
                  <a:cubicBezTo>
                    <a:pt x="3816761" y="651788"/>
                    <a:pt x="3811445" y="654943"/>
                    <a:pt x="3805138" y="655947"/>
                  </a:cubicBezTo>
                  <a:cubicBezTo>
                    <a:pt x="3739817" y="666451"/>
                    <a:pt x="3673801" y="676154"/>
                    <a:pt x="3609177" y="687459"/>
                  </a:cubicBezTo>
                  <a:cubicBezTo>
                    <a:pt x="3584288" y="691878"/>
                    <a:pt x="3558597" y="697589"/>
                    <a:pt x="3539727" y="706521"/>
                  </a:cubicBezTo>
                  <a:cubicBezTo>
                    <a:pt x="3496714" y="726780"/>
                    <a:pt x="3457268" y="749132"/>
                    <a:pt x="3396572" y="755681"/>
                  </a:cubicBezTo>
                  <a:cubicBezTo>
                    <a:pt x="3378807" y="757611"/>
                    <a:pt x="3357809" y="758036"/>
                    <a:pt x="3341054" y="754679"/>
                  </a:cubicBezTo>
                  <a:cubicBezTo>
                    <a:pt x="3272962" y="740809"/>
                    <a:pt x="3206471" y="724541"/>
                    <a:pt x="3138775" y="710120"/>
                  </a:cubicBezTo>
                  <a:cubicBezTo>
                    <a:pt x="3095820" y="701191"/>
                    <a:pt x="3056969" y="691141"/>
                    <a:pt x="3037283" y="666453"/>
                  </a:cubicBezTo>
                  <a:cubicBezTo>
                    <a:pt x="3031764" y="659487"/>
                    <a:pt x="3015626" y="651391"/>
                    <a:pt x="3002117" y="649347"/>
                  </a:cubicBezTo>
                  <a:cubicBezTo>
                    <a:pt x="2915220" y="636209"/>
                    <a:pt x="2829194" y="627503"/>
                    <a:pt x="2747294" y="652400"/>
                  </a:cubicBezTo>
                  <a:cubicBezTo>
                    <a:pt x="2730084" y="657794"/>
                    <a:pt x="2698519" y="656140"/>
                    <a:pt x="2676273" y="652304"/>
                  </a:cubicBezTo>
                  <a:cubicBezTo>
                    <a:pt x="2590546" y="637890"/>
                    <a:pt x="2508883" y="630176"/>
                    <a:pt x="2432360" y="657836"/>
                  </a:cubicBezTo>
                  <a:cubicBezTo>
                    <a:pt x="2423352" y="661179"/>
                    <a:pt x="2395274" y="656272"/>
                    <a:pt x="2382311" y="650824"/>
                  </a:cubicBezTo>
                  <a:cubicBezTo>
                    <a:pt x="2257393" y="597728"/>
                    <a:pt x="2187724" y="592930"/>
                    <a:pt x="2055134" y="630053"/>
                  </a:cubicBezTo>
                  <a:cubicBezTo>
                    <a:pt x="2046542" y="632464"/>
                    <a:pt x="2035364" y="635121"/>
                    <a:pt x="2031829" y="639324"/>
                  </a:cubicBezTo>
                  <a:cubicBezTo>
                    <a:pt x="2007977" y="666120"/>
                    <a:pt x="1960229" y="664380"/>
                    <a:pt x="1912764" y="664183"/>
                  </a:cubicBezTo>
                  <a:cubicBezTo>
                    <a:pt x="1860521" y="663924"/>
                    <a:pt x="1808236" y="664426"/>
                    <a:pt x="1755637" y="663960"/>
                  </a:cubicBezTo>
                  <a:cubicBezTo>
                    <a:pt x="1746439" y="663859"/>
                    <a:pt x="1736243" y="661799"/>
                    <a:pt x="1727159" y="659605"/>
                  </a:cubicBezTo>
                  <a:cubicBezTo>
                    <a:pt x="1692256" y="651480"/>
                    <a:pt x="1658604" y="640559"/>
                    <a:pt x="1622470" y="634850"/>
                  </a:cubicBezTo>
                  <a:cubicBezTo>
                    <a:pt x="1544362" y="622552"/>
                    <a:pt x="1469248" y="602210"/>
                    <a:pt x="1385955" y="604522"/>
                  </a:cubicBezTo>
                  <a:cubicBezTo>
                    <a:pt x="1371585" y="604913"/>
                    <a:pt x="1355357" y="598530"/>
                    <a:pt x="1340055" y="595629"/>
                  </a:cubicBezTo>
                  <a:cubicBezTo>
                    <a:pt x="1312351" y="590552"/>
                    <a:pt x="1285460" y="583993"/>
                    <a:pt x="1257271" y="581180"/>
                  </a:cubicBezTo>
                  <a:cubicBezTo>
                    <a:pt x="1182583" y="573830"/>
                    <a:pt x="1107142" y="566824"/>
                    <a:pt x="1031914" y="562692"/>
                  </a:cubicBezTo>
                  <a:cubicBezTo>
                    <a:pt x="995593" y="560597"/>
                    <a:pt x="958880" y="565923"/>
                    <a:pt x="922031" y="566853"/>
                  </a:cubicBezTo>
                  <a:cubicBezTo>
                    <a:pt x="905446" y="567320"/>
                    <a:pt x="878533" y="568199"/>
                    <a:pt x="873250" y="563724"/>
                  </a:cubicBezTo>
                  <a:cubicBezTo>
                    <a:pt x="832343" y="529722"/>
                    <a:pt x="772202" y="532674"/>
                    <a:pt x="711627" y="529880"/>
                  </a:cubicBezTo>
                  <a:cubicBezTo>
                    <a:pt x="577999" y="523641"/>
                    <a:pt x="447408" y="543696"/>
                    <a:pt x="311112" y="525106"/>
                  </a:cubicBezTo>
                  <a:cubicBezTo>
                    <a:pt x="271645" y="519795"/>
                    <a:pt x="226936" y="530235"/>
                    <a:pt x="184145" y="532188"/>
                  </a:cubicBezTo>
                  <a:cubicBezTo>
                    <a:pt x="162015" y="533128"/>
                    <a:pt x="137665" y="534333"/>
                    <a:pt x="116886" y="530572"/>
                  </a:cubicBezTo>
                  <a:cubicBezTo>
                    <a:pt x="84810" y="524693"/>
                    <a:pt x="54011" y="515448"/>
                    <a:pt x="23941" y="506433"/>
                  </a:cubicBezTo>
                  <a:lnTo>
                    <a:pt x="0" y="502149"/>
                  </a:lnTo>
                  <a:close/>
                </a:path>
              </a:pathLst>
            </a:custGeom>
            <a:blipFill>
              <a:blip r:embed="rId4">
                <a:alphaModFix amt="57000"/>
              </a:blip>
              <a:tile tx="0" ty="0" sx="100000" sy="100000" flip="none" algn="tl"/>
            </a:blip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pic>
        <p:nvPicPr>
          <p:cNvPr id="3" name="Image 2">
            <a:extLst>
              <a:ext uri="{FF2B5EF4-FFF2-40B4-BE49-F238E27FC236}">
                <a16:creationId xmlns:a16="http://schemas.microsoft.com/office/drawing/2014/main" id="{D4694DA8-56CB-00BB-7044-295F4FE6641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/>
        </p:blipFill>
        <p:spPr bwMode="auto">
          <a:xfrm>
            <a:off x="11228927" y="58020"/>
            <a:ext cx="963073" cy="963073"/>
          </a:xfrm>
          <a:prstGeom prst="rect">
            <a:avLst/>
          </a:prstGeom>
        </p:spPr>
      </p:pic>
      <p:sp>
        <p:nvSpPr>
          <p:cNvPr id="8" name="ZoneTexte 7">
            <a:extLst>
              <a:ext uri="{FF2B5EF4-FFF2-40B4-BE49-F238E27FC236}">
                <a16:creationId xmlns:a16="http://schemas.microsoft.com/office/drawing/2014/main" id="{53C2D4FD-EA10-AF40-1DB6-9AA1F5FB0B89}"/>
              </a:ext>
            </a:extLst>
          </p:cNvPr>
          <p:cNvSpPr txBox="1"/>
          <p:nvPr/>
        </p:nvSpPr>
        <p:spPr bwMode="auto">
          <a:xfrm>
            <a:off x="11399874" y="6153741"/>
            <a:ext cx="1056029" cy="800155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compatLnSpc="0">
            <a:spAutoFit/>
          </a:bodyPr>
          <a:lstStyle/>
          <a:p>
            <a:pPr>
              <a:defRPr/>
            </a:pPr>
            <a:r>
              <a:rPr lang="fr-FR" sz="4800" b="1" dirty="0">
                <a:solidFill>
                  <a:schemeClr val="bg1"/>
                </a:solidFill>
              </a:rPr>
              <a:t>27</a:t>
            </a:r>
            <a:endParaRPr sz="80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200762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Rectangle 24">
            <a:extLst>
              <a:ext uri="{FF2B5EF4-FFF2-40B4-BE49-F238E27FC236}">
                <a16:creationId xmlns:a16="http://schemas.microsoft.com/office/drawing/2014/main" id="{5A0118C5-4F8D-4CF4-BADD-53FEACC6C42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4E0A5C5C-2A95-428E-9F6A-0D29EBD57C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88395" y="1040837"/>
            <a:ext cx="4754948" cy="4754948"/>
          </a:xfrm>
          <a:prstGeom prst="ellipse">
            <a:avLst/>
          </a:prstGeom>
          <a:solidFill>
            <a:srgbClr val="FFFFFF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1056F38F-7C4E-461D-8709-7D0024AE1F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79411" y="1029607"/>
            <a:ext cx="4754948" cy="4754948"/>
          </a:xfrm>
          <a:prstGeom prst="ellipse">
            <a:avLst/>
          </a:prstGeom>
          <a:solidFill>
            <a:schemeClr val="accent6">
              <a:alpha val="30000"/>
            </a:schemeClr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Oval 30">
            <a:extLst>
              <a:ext uri="{FF2B5EF4-FFF2-40B4-BE49-F238E27FC236}">
                <a16:creationId xmlns:a16="http://schemas.microsoft.com/office/drawing/2014/main" id="{C7278469-3C3C-49CE-AEEE-E176A4900B7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39960" y="934855"/>
            <a:ext cx="4754948" cy="4754948"/>
          </a:xfrm>
          <a:prstGeom prst="ellipse">
            <a:avLst/>
          </a:prstGeom>
          <a:solidFill>
            <a:schemeClr val="tx1"/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0B670C3E-DCF0-1301-A71C-7970B0657E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02368" y="1877492"/>
            <a:ext cx="4030132" cy="3215373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 rtl="0">
              <a:spcBef>
                <a:spcPct val="0"/>
              </a:spcBef>
            </a:pPr>
            <a:r>
              <a:rPr lang="en-US" kern="120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En conclusion</a:t>
            </a:r>
          </a:p>
        </p:txBody>
      </p:sp>
      <p:grpSp>
        <p:nvGrpSpPr>
          <p:cNvPr id="33" name="Group 32">
            <a:extLst>
              <a:ext uri="{FF2B5EF4-FFF2-40B4-BE49-F238E27FC236}">
                <a16:creationId xmlns:a16="http://schemas.microsoft.com/office/drawing/2014/main" id="{93DC754C-7E09-422D-A8BB-AF632E90DFA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377893"/>
            <a:ext cx="1861854" cy="717514"/>
            <a:chOff x="0" y="377893"/>
            <a:chExt cx="1861854" cy="717514"/>
          </a:xfrm>
          <a:solidFill>
            <a:schemeClr val="bg1"/>
          </a:solidFill>
        </p:grpSpPr>
        <p:sp>
          <p:nvSpPr>
            <p:cNvPr id="34" name="Freeform: Shape 33">
              <a:extLst>
                <a:ext uri="{FF2B5EF4-FFF2-40B4-BE49-F238E27FC236}">
                  <a16:creationId xmlns:a16="http://schemas.microsoft.com/office/drawing/2014/main" id="{C5A741B9-65EC-4C5B-9FE0-4A18575771A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377893"/>
              <a:ext cx="1861854" cy="277779"/>
            </a:xfrm>
            <a:custGeom>
              <a:avLst/>
              <a:gdLst>
                <a:gd name="connsiteX0" fmla="*/ 180458 w 1861854"/>
                <a:gd name="connsiteY0" fmla="*/ 0 h 277779"/>
                <a:gd name="connsiteX1" fmla="*/ 419222 w 1861854"/>
                <a:gd name="connsiteY1" fmla="*/ 238761 h 277779"/>
                <a:gd name="connsiteX2" fmla="*/ 657984 w 1861854"/>
                <a:gd name="connsiteY2" fmla="*/ 0 h 277779"/>
                <a:gd name="connsiteX3" fmla="*/ 896745 w 1861854"/>
                <a:gd name="connsiteY3" fmla="*/ 238761 h 277779"/>
                <a:gd name="connsiteX4" fmla="*/ 1135754 w 1861854"/>
                <a:gd name="connsiteY4" fmla="*/ 0 h 277779"/>
                <a:gd name="connsiteX5" fmla="*/ 1374516 w 1861854"/>
                <a:gd name="connsiteY5" fmla="*/ 238761 h 277779"/>
                <a:gd name="connsiteX6" fmla="*/ 1613277 w 1861854"/>
                <a:gd name="connsiteY6" fmla="*/ 0 h 277779"/>
                <a:gd name="connsiteX7" fmla="*/ 1861854 w 1861854"/>
                <a:gd name="connsiteY7" fmla="*/ 248577 h 277779"/>
                <a:gd name="connsiteX8" fmla="*/ 1842470 w 1861854"/>
                <a:gd name="connsiteY8" fmla="*/ 267963 h 277779"/>
                <a:gd name="connsiteX9" fmla="*/ 1613277 w 1861854"/>
                <a:gd name="connsiteY9" fmla="*/ 39017 h 277779"/>
                <a:gd name="connsiteX10" fmla="*/ 1374516 w 1861854"/>
                <a:gd name="connsiteY10" fmla="*/ 277779 h 277779"/>
                <a:gd name="connsiteX11" fmla="*/ 1135754 w 1861854"/>
                <a:gd name="connsiteY11" fmla="*/ 39017 h 277779"/>
                <a:gd name="connsiteX12" fmla="*/ 896745 w 1861854"/>
                <a:gd name="connsiteY12" fmla="*/ 277779 h 277779"/>
                <a:gd name="connsiteX13" fmla="*/ 657984 w 1861854"/>
                <a:gd name="connsiteY13" fmla="*/ 39017 h 277779"/>
                <a:gd name="connsiteX14" fmla="*/ 419222 w 1861854"/>
                <a:gd name="connsiteY14" fmla="*/ 277779 h 277779"/>
                <a:gd name="connsiteX15" fmla="*/ 180458 w 1861854"/>
                <a:gd name="connsiteY15" fmla="*/ 39017 h 277779"/>
                <a:gd name="connsiteX16" fmla="*/ 0 w 1861854"/>
                <a:gd name="connsiteY16" fmla="*/ 219283 h 277779"/>
                <a:gd name="connsiteX17" fmla="*/ 0 w 1861854"/>
                <a:gd name="connsiteY17" fmla="*/ 180458 h 2777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861854" h="277779">
                  <a:moveTo>
                    <a:pt x="180458" y="0"/>
                  </a:moveTo>
                  <a:lnTo>
                    <a:pt x="419222" y="238761"/>
                  </a:lnTo>
                  <a:lnTo>
                    <a:pt x="657984" y="0"/>
                  </a:lnTo>
                  <a:lnTo>
                    <a:pt x="896745" y="238761"/>
                  </a:lnTo>
                  <a:lnTo>
                    <a:pt x="1135754" y="0"/>
                  </a:lnTo>
                  <a:lnTo>
                    <a:pt x="1374516" y="238761"/>
                  </a:lnTo>
                  <a:lnTo>
                    <a:pt x="1613277" y="0"/>
                  </a:lnTo>
                  <a:lnTo>
                    <a:pt x="1861854" y="248577"/>
                  </a:lnTo>
                  <a:lnTo>
                    <a:pt x="1842470" y="267963"/>
                  </a:lnTo>
                  <a:lnTo>
                    <a:pt x="1613277" y="39017"/>
                  </a:lnTo>
                  <a:lnTo>
                    <a:pt x="1374516" y="277779"/>
                  </a:lnTo>
                  <a:lnTo>
                    <a:pt x="1135754" y="39017"/>
                  </a:lnTo>
                  <a:lnTo>
                    <a:pt x="896745" y="277779"/>
                  </a:lnTo>
                  <a:lnTo>
                    <a:pt x="657984" y="39017"/>
                  </a:lnTo>
                  <a:lnTo>
                    <a:pt x="419222" y="277779"/>
                  </a:lnTo>
                  <a:lnTo>
                    <a:pt x="180458" y="39017"/>
                  </a:lnTo>
                  <a:lnTo>
                    <a:pt x="0" y="219283"/>
                  </a:lnTo>
                  <a:lnTo>
                    <a:pt x="0" y="180458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wrap="square" rtlCol="0" anchor="ctr">
              <a:noAutofit/>
            </a:bodyPr>
            <a:lstStyle/>
            <a:p>
              <a:endParaRPr lang="en-US"/>
            </a:p>
          </p:txBody>
        </p:sp>
        <p:sp>
          <p:nvSpPr>
            <p:cNvPr id="35" name="Freeform: Shape 34">
              <a:extLst>
                <a:ext uri="{FF2B5EF4-FFF2-40B4-BE49-F238E27FC236}">
                  <a16:creationId xmlns:a16="http://schemas.microsoft.com/office/drawing/2014/main" id="{C0BB4301-41FA-4453-956F-A11CC664B68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817628"/>
              <a:ext cx="1861854" cy="277779"/>
            </a:xfrm>
            <a:custGeom>
              <a:avLst/>
              <a:gdLst>
                <a:gd name="connsiteX0" fmla="*/ 180458 w 1861854"/>
                <a:gd name="connsiteY0" fmla="*/ 0 h 277779"/>
                <a:gd name="connsiteX1" fmla="*/ 419222 w 1861854"/>
                <a:gd name="connsiteY1" fmla="*/ 238761 h 277779"/>
                <a:gd name="connsiteX2" fmla="*/ 657984 w 1861854"/>
                <a:gd name="connsiteY2" fmla="*/ 0 h 277779"/>
                <a:gd name="connsiteX3" fmla="*/ 896745 w 1861854"/>
                <a:gd name="connsiteY3" fmla="*/ 238761 h 277779"/>
                <a:gd name="connsiteX4" fmla="*/ 1135754 w 1861854"/>
                <a:gd name="connsiteY4" fmla="*/ 0 h 277779"/>
                <a:gd name="connsiteX5" fmla="*/ 1374516 w 1861854"/>
                <a:gd name="connsiteY5" fmla="*/ 238761 h 277779"/>
                <a:gd name="connsiteX6" fmla="*/ 1613277 w 1861854"/>
                <a:gd name="connsiteY6" fmla="*/ 0 h 277779"/>
                <a:gd name="connsiteX7" fmla="*/ 1861854 w 1861854"/>
                <a:gd name="connsiteY7" fmla="*/ 248577 h 277779"/>
                <a:gd name="connsiteX8" fmla="*/ 1842470 w 1861854"/>
                <a:gd name="connsiteY8" fmla="*/ 268208 h 277779"/>
                <a:gd name="connsiteX9" fmla="*/ 1613277 w 1861854"/>
                <a:gd name="connsiteY9" fmla="*/ 39017 h 277779"/>
                <a:gd name="connsiteX10" fmla="*/ 1374516 w 1861854"/>
                <a:gd name="connsiteY10" fmla="*/ 277779 h 277779"/>
                <a:gd name="connsiteX11" fmla="*/ 1135754 w 1861854"/>
                <a:gd name="connsiteY11" fmla="*/ 39017 h 277779"/>
                <a:gd name="connsiteX12" fmla="*/ 896745 w 1861854"/>
                <a:gd name="connsiteY12" fmla="*/ 277779 h 277779"/>
                <a:gd name="connsiteX13" fmla="*/ 657984 w 1861854"/>
                <a:gd name="connsiteY13" fmla="*/ 39017 h 277779"/>
                <a:gd name="connsiteX14" fmla="*/ 419222 w 1861854"/>
                <a:gd name="connsiteY14" fmla="*/ 277779 h 277779"/>
                <a:gd name="connsiteX15" fmla="*/ 180458 w 1861854"/>
                <a:gd name="connsiteY15" fmla="*/ 39017 h 277779"/>
                <a:gd name="connsiteX16" fmla="*/ 0 w 1861854"/>
                <a:gd name="connsiteY16" fmla="*/ 219475 h 277779"/>
                <a:gd name="connsiteX17" fmla="*/ 0 w 1861854"/>
                <a:gd name="connsiteY17" fmla="*/ 180458 h 2777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861854" h="277779">
                  <a:moveTo>
                    <a:pt x="180458" y="0"/>
                  </a:moveTo>
                  <a:lnTo>
                    <a:pt x="419222" y="238761"/>
                  </a:lnTo>
                  <a:lnTo>
                    <a:pt x="657984" y="0"/>
                  </a:lnTo>
                  <a:lnTo>
                    <a:pt x="896745" y="238761"/>
                  </a:lnTo>
                  <a:lnTo>
                    <a:pt x="1135754" y="0"/>
                  </a:lnTo>
                  <a:lnTo>
                    <a:pt x="1374516" y="238761"/>
                  </a:lnTo>
                  <a:lnTo>
                    <a:pt x="1613277" y="0"/>
                  </a:lnTo>
                  <a:lnTo>
                    <a:pt x="1861854" y="248577"/>
                  </a:lnTo>
                  <a:lnTo>
                    <a:pt x="1842470" y="268208"/>
                  </a:lnTo>
                  <a:lnTo>
                    <a:pt x="1613277" y="39017"/>
                  </a:lnTo>
                  <a:lnTo>
                    <a:pt x="1374516" y="277779"/>
                  </a:lnTo>
                  <a:lnTo>
                    <a:pt x="1135754" y="39017"/>
                  </a:lnTo>
                  <a:lnTo>
                    <a:pt x="896745" y="277779"/>
                  </a:lnTo>
                  <a:lnTo>
                    <a:pt x="657984" y="39017"/>
                  </a:lnTo>
                  <a:lnTo>
                    <a:pt x="419222" y="277779"/>
                  </a:lnTo>
                  <a:lnTo>
                    <a:pt x="180458" y="39017"/>
                  </a:lnTo>
                  <a:lnTo>
                    <a:pt x="0" y="219475"/>
                  </a:lnTo>
                  <a:lnTo>
                    <a:pt x="0" y="180458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wrap="square" rtlCol="0" anchor="ctr">
              <a:noAutofit/>
            </a:bodyPr>
            <a:lstStyle/>
            <a:p>
              <a:endParaRPr lang="en-US" dirty="0"/>
            </a:p>
          </p:txBody>
        </p:sp>
      </p:grpSp>
      <p:sp>
        <p:nvSpPr>
          <p:cNvPr id="37" name="Graphic 212">
            <a:extLst>
              <a:ext uri="{FF2B5EF4-FFF2-40B4-BE49-F238E27FC236}">
                <a16:creationId xmlns:a16="http://schemas.microsoft.com/office/drawing/2014/main" id="{4C6598AB-1C17-4D54-951C-A082D94ACB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88524" y="457812"/>
            <a:ext cx="914565" cy="914565"/>
          </a:xfrm>
          <a:custGeom>
            <a:avLst/>
            <a:gdLst>
              <a:gd name="connsiteX0" fmla="*/ 403574 w 807148"/>
              <a:gd name="connsiteY0" fmla="*/ 0 h 807148"/>
              <a:gd name="connsiteX1" fmla="*/ 0 w 807148"/>
              <a:gd name="connsiteY1" fmla="*/ 403574 h 807148"/>
              <a:gd name="connsiteX2" fmla="*/ 403574 w 807148"/>
              <a:gd name="connsiteY2" fmla="*/ 807149 h 807148"/>
              <a:gd name="connsiteX3" fmla="*/ 807149 w 807148"/>
              <a:gd name="connsiteY3" fmla="*/ 403574 h 807148"/>
              <a:gd name="connsiteX4" fmla="*/ 403574 w 807148"/>
              <a:gd name="connsiteY4" fmla="*/ 0 h 807148"/>
              <a:gd name="connsiteX5" fmla="*/ 403574 w 807148"/>
              <a:gd name="connsiteY5" fmla="*/ 667988 h 807148"/>
              <a:gd name="connsiteX6" fmla="*/ 139160 w 807148"/>
              <a:gd name="connsiteY6" fmla="*/ 403574 h 807148"/>
              <a:gd name="connsiteX7" fmla="*/ 403574 w 807148"/>
              <a:gd name="connsiteY7" fmla="*/ 139160 h 807148"/>
              <a:gd name="connsiteX8" fmla="*/ 667988 w 807148"/>
              <a:gd name="connsiteY8" fmla="*/ 403574 h 807148"/>
              <a:gd name="connsiteX9" fmla="*/ 403574 w 807148"/>
              <a:gd name="connsiteY9" fmla="*/ 667988 h 8071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807148" h="807148">
                <a:moveTo>
                  <a:pt x="403574" y="0"/>
                </a:moveTo>
                <a:cubicBezTo>
                  <a:pt x="180689" y="0"/>
                  <a:pt x="0" y="180689"/>
                  <a:pt x="0" y="403574"/>
                </a:cubicBezTo>
                <a:cubicBezTo>
                  <a:pt x="0" y="626459"/>
                  <a:pt x="180689" y="807149"/>
                  <a:pt x="403574" y="807149"/>
                </a:cubicBezTo>
                <a:cubicBezTo>
                  <a:pt x="626459" y="807149"/>
                  <a:pt x="807149" y="626459"/>
                  <a:pt x="807149" y="403574"/>
                </a:cubicBezTo>
                <a:cubicBezTo>
                  <a:pt x="807149" y="180689"/>
                  <a:pt x="626459" y="0"/>
                  <a:pt x="403574" y="0"/>
                </a:cubicBezTo>
                <a:close/>
                <a:moveTo>
                  <a:pt x="403574" y="667988"/>
                </a:moveTo>
                <a:cubicBezTo>
                  <a:pt x="257556" y="667988"/>
                  <a:pt x="139160" y="549593"/>
                  <a:pt x="139160" y="403574"/>
                </a:cubicBezTo>
                <a:cubicBezTo>
                  <a:pt x="139160" y="257556"/>
                  <a:pt x="257556" y="139160"/>
                  <a:pt x="403574" y="139160"/>
                </a:cubicBezTo>
                <a:cubicBezTo>
                  <a:pt x="549593" y="139160"/>
                  <a:pt x="667988" y="257556"/>
                  <a:pt x="667988" y="403574"/>
                </a:cubicBezTo>
                <a:cubicBezTo>
                  <a:pt x="667988" y="549593"/>
                  <a:pt x="549593" y="667988"/>
                  <a:pt x="403574" y="667988"/>
                </a:cubicBezTo>
                <a:close/>
              </a:path>
            </a:pathLst>
          </a:custGeom>
          <a:solidFill>
            <a:srgbClr val="FFFFFF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>
              <a:solidFill>
                <a:schemeClr val="lt1"/>
              </a:solidFill>
            </a:endParaRPr>
          </a:p>
        </p:txBody>
      </p:sp>
      <p:sp>
        <p:nvSpPr>
          <p:cNvPr id="39" name="Graphic 212">
            <a:extLst>
              <a:ext uri="{FF2B5EF4-FFF2-40B4-BE49-F238E27FC236}">
                <a16:creationId xmlns:a16="http://schemas.microsoft.com/office/drawing/2014/main" id="{C83B66D7-137D-4AC1-B172-53D60F08BE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88524" y="457812"/>
            <a:ext cx="914565" cy="914565"/>
          </a:xfrm>
          <a:custGeom>
            <a:avLst/>
            <a:gdLst>
              <a:gd name="connsiteX0" fmla="*/ 403574 w 807148"/>
              <a:gd name="connsiteY0" fmla="*/ 0 h 807148"/>
              <a:gd name="connsiteX1" fmla="*/ 0 w 807148"/>
              <a:gd name="connsiteY1" fmla="*/ 403574 h 807148"/>
              <a:gd name="connsiteX2" fmla="*/ 403574 w 807148"/>
              <a:gd name="connsiteY2" fmla="*/ 807149 h 807148"/>
              <a:gd name="connsiteX3" fmla="*/ 807149 w 807148"/>
              <a:gd name="connsiteY3" fmla="*/ 403574 h 807148"/>
              <a:gd name="connsiteX4" fmla="*/ 403574 w 807148"/>
              <a:gd name="connsiteY4" fmla="*/ 0 h 807148"/>
              <a:gd name="connsiteX5" fmla="*/ 403574 w 807148"/>
              <a:gd name="connsiteY5" fmla="*/ 667988 h 807148"/>
              <a:gd name="connsiteX6" fmla="*/ 139160 w 807148"/>
              <a:gd name="connsiteY6" fmla="*/ 403574 h 807148"/>
              <a:gd name="connsiteX7" fmla="*/ 403574 w 807148"/>
              <a:gd name="connsiteY7" fmla="*/ 139160 h 807148"/>
              <a:gd name="connsiteX8" fmla="*/ 667988 w 807148"/>
              <a:gd name="connsiteY8" fmla="*/ 403574 h 807148"/>
              <a:gd name="connsiteX9" fmla="*/ 403574 w 807148"/>
              <a:gd name="connsiteY9" fmla="*/ 667988 h 8071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807148" h="807148">
                <a:moveTo>
                  <a:pt x="403574" y="0"/>
                </a:moveTo>
                <a:cubicBezTo>
                  <a:pt x="180689" y="0"/>
                  <a:pt x="0" y="180689"/>
                  <a:pt x="0" y="403574"/>
                </a:cubicBezTo>
                <a:cubicBezTo>
                  <a:pt x="0" y="626459"/>
                  <a:pt x="180689" y="807149"/>
                  <a:pt x="403574" y="807149"/>
                </a:cubicBezTo>
                <a:cubicBezTo>
                  <a:pt x="626459" y="807149"/>
                  <a:pt x="807149" y="626459"/>
                  <a:pt x="807149" y="403574"/>
                </a:cubicBezTo>
                <a:cubicBezTo>
                  <a:pt x="807149" y="180689"/>
                  <a:pt x="626459" y="0"/>
                  <a:pt x="403574" y="0"/>
                </a:cubicBezTo>
                <a:close/>
                <a:moveTo>
                  <a:pt x="403574" y="667988"/>
                </a:moveTo>
                <a:cubicBezTo>
                  <a:pt x="257556" y="667988"/>
                  <a:pt x="139160" y="549593"/>
                  <a:pt x="139160" y="403574"/>
                </a:cubicBezTo>
                <a:cubicBezTo>
                  <a:pt x="139160" y="257556"/>
                  <a:pt x="257556" y="139160"/>
                  <a:pt x="403574" y="139160"/>
                </a:cubicBezTo>
                <a:cubicBezTo>
                  <a:pt x="549593" y="139160"/>
                  <a:pt x="667988" y="257556"/>
                  <a:pt x="667988" y="403574"/>
                </a:cubicBezTo>
                <a:cubicBezTo>
                  <a:pt x="667988" y="549593"/>
                  <a:pt x="549593" y="667988"/>
                  <a:pt x="403574" y="667988"/>
                </a:cubicBezTo>
                <a:close/>
              </a:path>
            </a:pathLst>
          </a:custGeom>
          <a:solidFill>
            <a:schemeClr val="accent2">
              <a:alpha val="30000"/>
            </a:schemeClr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>
              <a:solidFill>
                <a:schemeClr val="lt1"/>
              </a:solidFill>
            </a:endParaRPr>
          </a:p>
        </p:txBody>
      </p:sp>
      <p:sp>
        <p:nvSpPr>
          <p:cNvPr id="41" name="Oval 40">
            <a:extLst>
              <a:ext uri="{FF2B5EF4-FFF2-40B4-BE49-F238E27FC236}">
                <a16:creationId xmlns:a16="http://schemas.microsoft.com/office/drawing/2014/main" id="{F6B92503-6984-4D15-8B98-8718709B78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2976" y="4946663"/>
            <a:ext cx="319941" cy="319941"/>
          </a:xfrm>
          <a:prstGeom prst="ellipse">
            <a:avLst/>
          </a:prstGeom>
          <a:solidFill>
            <a:srgbClr val="FFFFFF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43" name="Oval 42">
            <a:extLst>
              <a:ext uri="{FF2B5EF4-FFF2-40B4-BE49-F238E27FC236}">
                <a16:creationId xmlns:a16="http://schemas.microsoft.com/office/drawing/2014/main" id="{08DDF938-524E-4C18-A47D-C006278323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2976" y="4946663"/>
            <a:ext cx="319941" cy="319941"/>
          </a:xfrm>
          <a:prstGeom prst="ellipse">
            <a:avLst/>
          </a:prstGeom>
          <a:solidFill>
            <a:schemeClr val="accent2">
              <a:alpha val="30000"/>
            </a:schemeClr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AC4B3C74-1F55-0DEE-FDE7-628C7DC1E6D1}"/>
              </a:ext>
            </a:extLst>
          </p:cNvPr>
          <p:cNvSpPr txBox="1"/>
          <p:nvPr/>
        </p:nvSpPr>
        <p:spPr>
          <a:xfrm>
            <a:off x="6234868" y="1130846"/>
            <a:ext cx="5217173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285750" indent="-228600" rtl="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fr-FR" dirty="0">
                <a:solidFill>
                  <a:schemeClr val="bg1"/>
                </a:solidFill>
              </a:rPr>
              <a:t>Mon travail sur le projet est achevé à 90 %, avec la majorité des objectifs atteints. Cette expérience m’a permis de renforcer mes compétences techniques, notamment sur les postes multi-systèmes et la mise en place d’un serveur de boot PXE. Elle m’a aussi permis de mieux comprendre le travail en équipe. À l’avenir, je souhaite m’orienter vers l’administration système et réseau, en approfondissant la virtualisation et la cybersécurité.</a:t>
            </a:r>
            <a:endParaRPr lang="en-US" kern="1200" dirty="0">
              <a:solidFill>
                <a:schemeClr val="bg1"/>
              </a:solidFill>
            </a:endParaRPr>
          </a:p>
        </p:txBody>
      </p:sp>
      <p:grpSp>
        <p:nvGrpSpPr>
          <p:cNvPr id="45" name="Graphic 185">
            <a:extLst>
              <a:ext uri="{FF2B5EF4-FFF2-40B4-BE49-F238E27FC236}">
                <a16:creationId xmlns:a16="http://schemas.microsoft.com/office/drawing/2014/main" id="{3773FAF5-C452-4455-9411-D6AF5EBD4CA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9812239" y="6139464"/>
            <a:ext cx="1054466" cy="469689"/>
            <a:chOff x="9841624" y="4115729"/>
            <a:chExt cx="602169" cy="268223"/>
          </a:xfrm>
          <a:solidFill>
            <a:schemeClr val="bg1"/>
          </a:solidFill>
        </p:grpSpPr>
        <p:sp>
          <p:nvSpPr>
            <p:cNvPr id="46" name="Freeform: Shape 45">
              <a:extLst>
                <a:ext uri="{FF2B5EF4-FFF2-40B4-BE49-F238E27FC236}">
                  <a16:creationId xmlns:a16="http://schemas.microsoft.com/office/drawing/2014/main" id="{1ECA0D96-F63C-4F7B-BE16-0F3FE76D7D6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841624" y="4115729"/>
              <a:ext cx="202882" cy="268223"/>
            </a:xfrm>
            <a:custGeom>
              <a:avLst/>
              <a:gdLst>
                <a:gd name="connsiteX0" fmla="*/ 20765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765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7" name="Freeform: Shape 46">
              <a:extLst>
                <a:ext uri="{FF2B5EF4-FFF2-40B4-BE49-F238E27FC236}">
                  <a16:creationId xmlns:a16="http://schemas.microsoft.com/office/drawing/2014/main" id="{74F83A81-0546-400A-918A-90C9C48B814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941445" y="4115729"/>
              <a:ext cx="202882" cy="268223"/>
            </a:xfrm>
            <a:custGeom>
              <a:avLst/>
              <a:gdLst>
                <a:gd name="connsiteX0" fmla="*/ 20765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765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8" name="Freeform: Shape 47">
              <a:extLst>
                <a:ext uri="{FF2B5EF4-FFF2-40B4-BE49-F238E27FC236}">
                  <a16:creationId xmlns:a16="http://schemas.microsoft.com/office/drawing/2014/main" id="{9741F692-A5B6-4215-86D9-B1FD4FF26AC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041267" y="4115729"/>
              <a:ext cx="202882" cy="268223"/>
            </a:xfrm>
            <a:custGeom>
              <a:avLst/>
              <a:gdLst>
                <a:gd name="connsiteX0" fmla="*/ 20669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669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9" name="Freeform: Shape 48">
              <a:extLst>
                <a:ext uri="{FF2B5EF4-FFF2-40B4-BE49-F238E27FC236}">
                  <a16:creationId xmlns:a16="http://schemas.microsoft.com/office/drawing/2014/main" id="{CC0876CB-9C60-4580-8FED-CD64EC76645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141090" y="4115729"/>
              <a:ext cx="202882" cy="268223"/>
            </a:xfrm>
            <a:custGeom>
              <a:avLst/>
              <a:gdLst>
                <a:gd name="connsiteX0" fmla="*/ 20669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669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0" name="Freeform: Shape 49">
              <a:extLst>
                <a:ext uri="{FF2B5EF4-FFF2-40B4-BE49-F238E27FC236}">
                  <a16:creationId xmlns:a16="http://schemas.microsoft.com/office/drawing/2014/main" id="{A879B3B7-48DB-4D3A-BB33-02766EAD3D9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240911" y="4115729"/>
              <a:ext cx="202882" cy="268223"/>
            </a:xfrm>
            <a:custGeom>
              <a:avLst/>
              <a:gdLst>
                <a:gd name="connsiteX0" fmla="*/ 20669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669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pic>
        <p:nvPicPr>
          <p:cNvPr id="4" name="Image 3">
            <a:extLst>
              <a:ext uri="{FF2B5EF4-FFF2-40B4-BE49-F238E27FC236}">
                <a16:creationId xmlns:a16="http://schemas.microsoft.com/office/drawing/2014/main" id="{5FADA652-F8FC-3C85-BD38-2D6EF1DDD29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/>
        </p:blipFill>
        <p:spPr bwMode="auto">
          <a:xfrm>
            <a:off x="11228927" y="58020"/>
            <a:ext cx="963073" cy="963073"/>
          </a:xfrm>
          <a:prstGeom prst="rect">
            <a:avLst/>
          </a:prstGeom>
        </p:spPr>
      </p:pic>
      <p:sp>
        <p:nvSpPr>
          <p:cNvPr id="5" name="ZoneTexte 4">
            <a:extLst>
              <a:ext uri="{FF2B5EF4-FFF2-40B4-BE49-F238E27FC236}">
                <a16:creationId xmlns:a16="http://schemas.microsoft.com/office/drawing/2014/main" id="{C5186083-B975-D05E-0587-61C17B607105}"/>
              </a:ext>
            </a:extLst>
          </p:cNvPr>
          <p:cNvSpPr txBox="1"/>
          <p:nvPr/>
        </p:nvSpPr>
        <p:spPr bwMode="auto">
          <a:xfrm>
            <a:off x="11399874" y="6153741"/>
            <a:ext cx="1056029" cy="800155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compatLnSpc="0">
            <a:spAutoFit/>
          </a:bodyPr>
          <a:lstStyle/>
          <a:p>
            <a:pPr>
              <a:defRPr/>
            </a:pPr>
            <a:r>
              <a:rPr lang="fr-FR" sz="4800" b="1" dirty="0">
                <a:solidFill>
                  <a:schemeClr val="bg1"/>
                </a:solidFill>
              </a:rPr>
              <a:t>28</a:t>
            </a:r>
            <a:endParaRPr sz="80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3498782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New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Arial"/>
        <a:ea typeface="Arial"/>
        <a:cs typeface="Arial"/>
      </a:majorFont>
      <a:minorFont>
        <a:latin typeface="Arial"/>
        <a:ea typeface="Arial"/>
        <a:cs typeface="Arial"/>
      </a:minorFont>
    </a:fontScheme>
    <a:fmtScheme name="Office Theme">
      <a:fillStyleLst>
        <a:solidFill>
          <a:schemeClr val="phClr"/>
        </a:solidFill>
        <a:gradFill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Arial">
      <a:majorFont>
        <a:latin typeface="Arial"/>
        <a:ea typeface="Arial"/>
        <a:cs typeface="Arial"/>
      </a:majorFont>
      <a:minorFont>
        <a:latin typeface="Arial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404</TotalTime>
  <Words>694</Words>
  <Application>Microsoft Office PowerPoint</Application>
  <PresentationFormat>Grand écran</PresentationFormat>
  <Paragraphs>129</Paragraphs>
  <Slides>28</Slides>
  <Notes>18</Notes>
  <HiddenSlides>0</HiddenSlides>
  <MMClips>0</MMClips>
  <ScaleCrop>false</ScaleCrop>
  <HeadingPairs>
    <vt:vector size="6" baseType="variant">
      <vt:variant>
        <vt:lpstr>Polices utilisées</vt:lpstr>
      </vt:variant>
      <vt:variant>
        <vt:i4>2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28</vt:i4>
      </vt:variant>
    </vt:vector>
  </HeadingPairs>
  <TitlesOfParts>
    <vt:vector size="31" baseType="lpstr">
      <vt:lpstr>Arial</vt:lpstr>
      <vt:lpstr>Calibri</vt:lpstr>
      <vt:lpstr>Office Theme</vt:lpstr>
      <vt:lpstr>Projet BTS CIEL SESSION 2025 : Système Réseau Saint-Eloi V2</vt:lpstr>
      <vt:lpstr>Sommaire</vt:lpstr>
      <vt:lpstr>Quel est l’objectif de notre projet ?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Elaboration de scénarios</vt:lpstr>
      <vt:lpstr>Présentation de mes travaux sur le projet </vt:lpstr>
      <vt:lpstr>Sommaire</vt:lpstr>
      <vt:lpstr>          Configuration d’un  Dual Boot </vt:lpstr>
      <vt:lpstr>Partition de disque </vt:lpstr>
      <vt:lpstr>RUFUS</vt:lpstr>
      <vt:lpstr>KALI LINUX + GRUB</vt:lpstr>
      <vt:lpstr>Présentation PowerPoint</vt:lpstr>
      <vt:lpstr>Présentation PowerPoint</vt:lpstr>
      <vt:lpstr>Interface GRUB</vt:lpstr>
      <vt:lpstr>Liste des logiciels à installer sur les deux systèmes</vt:lpstr>
      <vt:lpstr>Présentation PowerPoint</vt:lpstr>
      <vt:lpstr>Création d'une image ISO vide dans FOG</vt:lpstr>
      <vt:lpstr>Création d’un hôte pour FOG</vt:lpstr>
      <vt:lpstr>Démarrage du clonage via PXE</vt:lpstr>
      <vt:lpstr>Diagramme de Gantt final  </vt:lpstr>
      <vt:lpstr>En conclusion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DUBUIS Lucas</cp:lastModifiedBy>
  <cp:revision>103</cp:revision>
  <dcterms:created xsi:type="dcterms:W3CDTF">2012-12-03T06:56:55Z</dcterms:created>
  <dcterms:modified xsi:type="dcterms:W3CDTF">2025-06-12T14:48:28Z</dcterms:modified>
</cp:coreProperties>
</file>