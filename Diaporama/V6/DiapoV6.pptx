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9eaJAZ3F7vkBtOsA49n8Y53d+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5348431" y="-277523"/>
            <a:ext cx="9144000" cy="2387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/>
              <a:t>Projet BTS</a:t>
            </a:r>
            <a:br>
              <a:rPr b="1" lang="en-US"/>
            </a:br>
            <a:r>
              <a:rPr b="1" lang="en-US"/>
              <a:t>SRSE V2</a:t>
            </a:r>
            <a:endParaRPr b="1"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276158" y="5528528"/>
            <a:ext cx="9144000" cy="514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i="1" lang="en-US" sz="2200"/>
              <a:t>Billion Alexandre  –  Dubuis Lucas  –  Gadeau Axel</a:t>
            </a:r>
            <a:endParaRPr b="1" i="1" sz="2200"/>
          </a:p>
        </p:txBody>
      </p:sp>
      <p:sp>
        <p:nvSpPr>
          <p:cNvPr id="91" name="Google Shape;91;p1"/>
          <p:cNvSpPr txBox="1"/>
          <p:nvPr/>
        </p:nvSpPr>
        <p:spPr>
          <a:xfrm>
            <a:off x="624812" y="2649637"/>
            <a:ext cx="4085889" cy="396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Présentation du 13 Janvier 2025</a:t>
            </a:r>
            <a:endParaRPr b="0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5766" y="4342754"/>
            <a:ext cx="2371550" cy="23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 rot="2270666">
            <a:off x="-4808546" y="4815716"/>
            <a:ext cx="9975566" cy="2211067"/>
          </a:xfrm>
          <a:prstGeom prst="rect">
            <a:avLst/>
          </a:prstGeom>
          <a:solidFill>
            <a:srgbClr val="A8D08C">
              <a:alpha val="5764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 rot="3989883">
            <a:off x="-4610620" y="3943911"/>
            <a:ext cx="9975566" cy="2211066"/>
          </a:xfrm>
          <a:prstGeom prst="rect">
            <a:avLst/>
          </a:prstGeom>
          <a:solidFill>
            <a:srgbClr val="A8D08C">
              <a:alpha val="5764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905" y="0"/>
            <a:ext cx="9882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408024" y="396874"/>
            <a:ext cx="5129028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Schéma du réseau</a:t>
            </a:r>
            <a:endParaRPr b="1" i="0" sz="28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1617687" y="6153742"/>
            <a:ext cx="1054589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271973" y="6641853"/>
            <a:ext cx="601578" cy="2161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202495" y="6629039"/>
            <a:ext cx="582254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Sud07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128622" y="333373"/>
            <a:ext cx="2636691" cy="1189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Cahier des charges</a:t>
            </a:r>
            <a:endParaRPr b="1" i="0" sz="36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1617686" y="6153741"/>
            <a:ext cx="1055669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5507" y="0"/>
            <a:ext cx="59481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11617686" y="6153741"/>
            <a:ext cx="1055669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7682" y="162409"/>
            <a:ext cx="7820024" cy="621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11617686" y="6153741"/>
            <a:ext cx="1055669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662" y="1866899"/>
            <a:ext cx="6924674" cy="312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/>
        </p:nvSpPr>
        <p:spPr>
          <a:xfrm>
            <a:off x="11617686" y="6153741"/>
            <a:ext cx="1055669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425" y="261937"/>
            <a:ext cx="9963149" cy="633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11617686" y="6153741"/>
            <a:ext cx="1056389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4843" y="533278"/>
            <a:ext cx="6751037" cy="5791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/>
        </p:nvSpPr>
        <p:spPr>
          <a:xfrm>
            <a:off x="11617686" y="6153741"/>
            <a:ext cx="1055669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1153" y="1259237"/>
            <a:ext cx="8118698" cy="4037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24" y="290512"/>
            <a:ext cx="8667749" cy="6276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11617686" y="6153741"/>
            <a:ext cx="1056028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/>
        </p:nvSpPr>
        <p:spPr>
          <a:xfrm>
            <a:off x="11299004" y="6153741"/>
            <a:ext cx="1057108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2468" y="-7819"/>
            <a:ext cx="9928590" cy="687363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 txBox="1"/>
          <p:nvPr/>
        </p:nvSpPr>
        <p:spPr>
          <a:xfrm>
            <a:off x="1164036" y="-7819"/>
            <a:ext cx="2316539" cy="762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Diagramme de Use Cases</a:t>
            </a:r>
            <a:endParaRPr b="1" i="0" sz="22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4" y="1235390"/>
            <a:ext cx="11320499" cy="547497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1"/>
          <p:cNvSpPr txBox="1"/>
          <p:nvPr/>
        </p:nvSpPr>
        <p:spPr>
          <a:xfrm>
            <a:off x="3652874" y="285750"/>
            <a:ext cx="5122549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Diagramme de séquence</a:t>
            </a:r>
            <a:endParaRPr b="1" i="0" sz="28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11399874" y="6153741"/>
            <a:ext cx="105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4800">
                <a:solidFill>
                  <a:schemeClr val="lt1"/>
                </a:solidFill>
              </a:rPr>
              <a:t>1</a:t>
            </a:r>
            <a:endParaRPr b="0" i="0" sz="8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2012-12-03T06:56:55Z</dcterms:created>
</cp:coreProperties>
</file>