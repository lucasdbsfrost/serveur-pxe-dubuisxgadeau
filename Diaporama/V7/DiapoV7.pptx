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fr-FR"/>
    </a:defPPr>
    <a:lvl1pPr marL="0" algn="l" defTabSz="9144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'en-tête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pour la date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fr-FR"/>
              <a:t>10/30/2013</a:t>
            </a:fld>
            <a:endParaRPr lang="fr-FR"/>
          </a:p>
        </p:txBody>
      </p:sp>
      <p:sp>
        <p:nvSpPr>
          <p:cNvPr id="4" name="Espace réservé pour l'image de la diapositiv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fr-FR"/>
          </a:p>
        </p:txBody>
      </p:sp>
      <p:sp>
        <p:nvSpPr>
          <p:cNvPr id="5" name="Remarques Espace réservé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pour l'image de la diapositive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3" name="Remarques Espace réservé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fr-FR">
              <a:latin typeface="Arial"/>
              <a:cs typeface="Arial"/>
            </a:endParaRPr>
          </a:p>
        </p:txBody>
      </p:sp>
      <p:sp>
        <p:nvSpPr>
          <p:cNvPr id="4" name="Espace réservé pour le numéro de diapositive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fr-FR"/>
              <a:t>1</a:t>
            </a:fld>
            <a:endParaRPr lang="fr-FR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24C4B79-9202-3A2B-4EF1-4658339A13A6}" type="slidenum">
              <a:rPr/>
              <a:t/>
            </a:fld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0226C-5E0C-4196-9B31-4476566EAED9}" type="slidenum">
              <a:rPr/>
              <a:t/>
            </a:fld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820D058-5239-2CC9-7847-923720CFB0F0}" type="slidenum">
              <a:rPr/>
              <a:t/>
            </a:fld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A5888F-02AD-FCD2-53E5-61C95BE006A2}" type="slidenum">
              <a:rPr/>
              <a:t/>
            </a:fld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B47985E-AC24-FFFF-283A-ECCBEA65499B}" type="slidenum">
              <a:rPr/>
              <a:t/>
            </a:fld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2734875-05D3-E10E-E493-C03E56FC4F7B}" type="slidenum">
              <a:rPr/>
              <a:t/>
            </a:fld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A8CA56-209C-C474-A6E3-AC5116F27D37}" type="slidenum">
              <a:rPr/>
              <a:t/>
            </a:fld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B7A029-6115-9FC1-EFC8-70169AD0C389}" type="slidenum">
              <a:rPr/>
              <a:t/>
            </a:fld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6BBC41-E5FF-8A66-5624-D1221C3699BC}" type="slidenum">
              <a:rPr/>
              <a:t/>
            </a:fld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5AF1F33-6AD6-DED9-F67A-98DF20E45A35}" type="slidenum">
              <a:rPr/>
              <a:t/>
            </a:fld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Diapositive de titr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fr-FR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re et contenu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Titre de sec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eux contenu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re seu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V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u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 avec légen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pour une image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fr-FR"/>
              <a:t>Cliquez sur l'icône pour ajouter une image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re et texte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itre vertical et text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fr-FR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fr-FR"/>
              <a:t>Modifiez les styles du texte du masque</a:t>
            </a:r>
            <a:endParaRPr/>
          </a:p>
          <a:p>
            <a:pPr lvl="1">
              <a:defRPr/>
            </a:pPr>
            <a:r>
              <a:rPr lang="fr-FR"/>
              <a:t>Deuxième niveau</a:t>
            </a:r>
            <a:endParaRPr/>
          </a:p>
          <a:p>
            <a:pPr lvl="2">
              <a:defRPr/>
            </a:pPr>
            <a:r>
              <a:rPr lang="fr-FR"/>
              <a:t>Troisième niveau</a:t>
            </a:r>
            <a:endParaRPr/>
          </a:p>
          <a:p>
            <a:pPr lvl="3">
              <a:defRPr/>
            </a:pPr>
            <a:r>
              <a:rPr lang="fr-FR"/>
              <a:t>Quatrième niveau</a:t>
            </a:r>
            <a:endParaRPr/>
          </a:p>
          <a:p>
            <a:pPr lvl="4">
              <a:defRPr/>
            </a:pPr>
            <a:r>
              <a:rPr lang="fr-FR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fr-FR"/>
              <a:t>30.10.2013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fr-FR"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accent4">
            <a:lumMod val="20000"/>
            <a:lumOff val="80000"/>
          </a:schemeClr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auto">
          <a:xfrm>
            <a:off x="5348431" y="-277523"/>
            <a:ext cx="9144000" cy="2387599"/>
          </a:xfrm>
        </p:spPr>
        <p:txBody>
          <a:bodyPr/>
          <a:lstStyle/>
          <a:p>
            <a:pPr>
              <a:defRPr/>
            </a:pPr>
            <a:r>
              <a:rPr lang="fr-FR" b="1"/>
              <a:t>Projet BTS</a:t>
            </a:r>
            <a:br>
              <a:rPr lang="fr-FR" b="1"/>
            </a:br>
            <a:r>
              <a:rPr lang="fr-FR" b="1"/>
              <a:t>SRSE V2</a:t>
            </a:r>
            <a:endParaRPr b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auto">
          <a:xfrm flipH="0" flipV="0">
            <a:off x="1276158" y="5528528"/>
            <a:ext cx="9144000" cy="514699"/>
          </a:xfrm>
        </p:spPr>
        <p:txBody>
          <a:bodyPr/>
          <a:lstStyle/>
          <a:p>
            <a:pPr>
              <a:defRPr/>
            </a:pPr>
            <a:r>
              <a:rPr lang="fr-FR" sz="2200" b="1" i="1"/>
              <a:t>Billion Alexandre  –  Dubuis Lucas  –  Gadeau Axel</a:t>
            </a:r>
            <a:endParaRPr sz="2200" b="1" i="1"/>
          </a:p>
        </p:txBody>
      </p:sp>
      <p:sp>
        <p:nvSpPr>
          <p:cNvPr id="1486267439" name=""/>
          <p:cNvSpPr txBox="1"/>
          <p:nvPr/>
        </p:nvSpPr>
        <p:spPr bwMode="auto">
          <a:xfrm flipH="0" flipV="0">
            <a:off x="624812" y="2649637"/>
            <a:ext cx="4085889" cy="3965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2000" i="1"/>
              <a:t>Présentation du 13 Janvier 2025</a:t>
            </a:r>
            <a:endParaRPr sz="2000" i="1"/>
          </a:p>
        </p:txBody>
      </p:sp>
      <p:pic>
        <p:nvPicPr>
          <p:cNvPr id="185564788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655766" y="4342754"/>
            <a:ext cx="2371550" cy="2371550"/>
          </a:xfrm>
          <a:prstGeom prst="rect">
            <a:avLst/>
          </a:prstGeom>
        </p:spPr>
      </p:pic>
      <p:sp>
        <p:nvSpPr>
          <p:cNvPr id="1686964978" name=""/>
          <p:cNvSpPr/>
          <p:nvPr/>
        </p:nvSpPr>
        <p:spPr bwMode="auto">
          <a:xfrm rot="2270666" flipH="0" flipV="0">
            <a:off x="-4808546" y="4815716"/>
            <a:ext cx="9975566" cy="2211067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09549962" name=""/>
          <p:cNvSpPr/>
          <p:nvPr/>
        </p:nvSpPr>
        <p:spPr bwMode="auto">
          <a:xfrm rot="3989883" flipH="0" flipV="0">
            <a:off x="-4610620" y="3943911"/>
            <a:ext cx="9975566" cy="2211066"/>
          </a:xfrm>
          <a:prstGeom prst="rect">
            <a:avLst/>
          </a:prstGeom>
          <a:solidFill>
            <a:schemeClr val="accent6">
              <a:lumMod val="60000"/>
              <a:lumOff val="40000"/>
              <a:alpha val="57999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16225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54905" y="0"/>
            <a:ext cx="9882187" cy="6858000"/>
          </a:xfrm>
          <a:prstGeom prst="rect">
            <a:avLst/>
          </a:prstGeom>
        </p:spPr>
      </p:pic>
      <p:sp>
        <p:nvSpPr>
          <p:cNvPr id="1122952940" name=""/>
          <p:cNvSpPr txBox="1"/>
          <p:nvPr/>
        </p:nvSpPr>
        <p:spPr bwMode="auto">
          <a:xfrm flipH="0" flipV="0">
            <a:off x="408024" y="396874"/>
            <a:ext cx="5129028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Schéma du réseau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1621113" name=""/>
          <p:cNvSpPr txBox="1"/>
          <p:nvPr/>
        </p:nvSpPr>
        <p:spPr bwMode="auto">
          <a:xfrm flipH="0" flipV="0">
            <a:off x="11617687" y="6153742"/>
            <a:ext cx="10545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2</a:t>
            </a:r>
            <a:endParaRPr sz="8000">
              <a:solidFill>
                <a:schemeClr val="bg1"/>
              </a:solidFill>
            </a:endParaRPr>
          </a:p>
        </p:txBody>
      </p:sp>
      <p:sp>
        <p:nvSpPr>
          <p:cNvPr id="1290627527" name=""/>
          <p:cNvSpPr/>
          <p:nvPr/>
        </p:nvSpPr>
        <p:spPr bwMode="auto">
          <a:xfrm flipH="0" flipV="0">
            <a:off x="6271973" y="6641853"/>
            <a:ext cx="601578" cy="21614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 algn="l">
              <a:defRPr/>
            </a:pPr>
            <a:endParaRPr sz="1000">
              <a:solidFill>
                <a:schemeClr val="tx1"/>
              </a:solidFill>
            </a:endParaRPr>
          </a:p>
        </p:txBody>
      </p:sp>
      <p:sp>
        <p:nvSpPr>
          <p:cNvPr id="888147372" name=""/>
          <p:cNvSpPr txBox="1"/>
          <p:nvPr/>
        </p:nvSpPr>
        <p:spPr bwMode="auto">
          <a:xfrm flipH="0" flipV="0">
            <a:off x="6202495" y="6629039"/>
            <a:ext cx="582254" cy="2289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fr-FR" sz="900" b="1" i="0" u="none" strike="noStrike" cap="none" spc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Sud07</a:t>
            </a:r>
            <a:endParaRPr sz="900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703393" name=""/>
          <p:cNvSpPr txBox="1"/>
          <p:nvPr/>
        </p:nvSpPr>
        <p:spPr bwMode="auto">
          <a:xfrm flipH="0" flipV="0">
            <a:off x="128622" y="333373"/>
            <a:ext cx="2636691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 b="1">
                <a:solidFill>
                  <a:schemeClr val="accent6"/>
                </a:solidFill>
              </a:rPr>
              <a:t>Cahier des charges</a:t>
            </a:r>
            <a:endParaRPr sz="3600" b="1">
              <a:solidFill>
                <a:schemeClr val="accent6"/>
              </a:solidFill>
            </a:endParaRPr>
          </a:p>
        </p:txBody>
      </p:sp>
      <p:sp>
        <p:nvSpPr>
          <p:cNvPr id="330864219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3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8799006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25507" y="0"/>
            <a:ext cx="594818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0022200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4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2829445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27682" y="162409"/>
            <a:ext cx="7820024" cy="62102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3057295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5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7938596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633662" y="1866899"/>
            <a:ext cx="6924674" cy="31241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4998414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6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4207233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114425" y="261937"/>
            <a:ext cx="9963148" cy="63341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0258735" name=""/>
          <p:cNvSpPr txBox="1"/>
          <p:nvPr/>
        </p:nvSpPr>
        <p:spPr bwMode="auto">
          <a:xfrm flipH="0" flipV="0">
            <a:off x="11617686" y="6153741"/>
            <a:ext cx="105638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7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90443341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54843" y="533278"/>
            <a:ext cx="6751037" cy="579144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2905337" name=""/>
          <p:cNvSpPr txBox="1"/>
          <p:nvPr/>
        </p:nvSpPr>
        <p:spPr bwMode="auto">
          <a:xfrm flipH="0" flipV="0">
            <a:off x="11617686" y="6153741"/>
            <a:ext cx="105566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8</a:t>
            </a:r>
            <a:endParaRPr sz="8000">
              <a:solidFill>
                <a:schemeClr val="bg1"/>
              </a:solidFill>
            </a:endParaRPr>
          </a:p>
        </p:txBody>
      </p:sp>
      <p:pic>
        <p:nvPicPr>
          <p:cNvPr id="12840740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1152" y="1259237"/>
            <a:ext cx="8118698" cy="40372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4802887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762124" y="290512"/>
            <a:ext cx="8667749" cy="6276974"/>
          </a:xfrm>
          <a:prstGeom prst="rect">
            <a:avLst/>
          </a:prstGeom>
        </p:spPr>
      </p:pic>
      <p:sp>
        <p:nvSpPr>
          <p:cNvPr id="1131676905" name=""/>
          <p:cNvSpPr txBox="1"/>
          <p:nvPr/>
        </p:nvSpPr>
        <p:spPr bwMode="auto">
          <a:xfrm flipH="0" flipV="0">
            <a:off x="11617686" y="6153741"/>
            <a:ext cx="1056028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9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550784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406046" y="-12596"/>
            <a:ext cx="9379907" cy="6873825"/>
          </a:xfrm>
          <a:prstGeom prst="rect">
            <a:avLst/>
          </a:prstGeom>
        </p:spPr>
      </p:pic>
      <p:sp>
        <p:nvSpPr>
          <p:cNvPr id="2120039491" name=""/>
          <p:cNvSpPr txBox="1"/>
          <p:nvPr/>
        </p:nvSpPr>
        <p:spPr bwMode="auto">
          <a:xfrm flipH="0" flipV="0">
            <a:off x="11299004" y="6153741"/>
            <a:ext cx="1057108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10</a:t>
            </a:r>
            <a:endParaRPr sz="8000">
              <a:solidFill>
                <a:schemeClr val="bg1"/>
              </a:solidFill>
            </a:endParaRPr>
          </a:p>
        </p:txBody>
      </p:sp>
      <p:sp>
        <p:nvSpPr>
          <p:cNvPr id="455734024" name=""/>
          <p:cNvSpPr txBox="1"/>
          <p:nvPr/>
        </p:nvSpPr>
        <p:spPr bwMode="auto">
          <a:xfrm flipH="0" flipV="0">
            <a:off x="247776" y="1881036"/>
            <a:ext cx="2316539" cy="762359"/>
          </a:xfrm>
          <a:prstGeom prst="rect">
            <a:avLst/>
          </a:prstGeom>
          <a:solidFill>
            <a:schemeClr val="tx1"/>
          </a:solidFill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200" b="1">
                <a:solidFill>
                  <a:schemeClr val="accent6"/>
                </a:solidFill>
              </a:rPr>
              <a:t>Diagram</a:t>
            </a:r>
            <a:r>
              <a:rPr sz="2200" b="1">
                <a:solidFill>
                  <a:schemeClr val="accent6"/>
                </a:solidFill>
              </a:rPr>
              <a:t>me de Use Cases</a:t>
            </a:r>
            <a:endParaRPr sz="2200" b="1">
              <a:solidFill>
                <a:schemeClr val="accent6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solidFill>
          <a:schemeClr val="tx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384453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9374" y="1235390"/>
            <a:ext cx="11320499" cy="5474971"/>
          </a:xfrm>
          <a:prstGeom prst="rect">
            <a:avLst/>
          </a:prstGeom>
        </p:spPr>
      </p:pic>
      <p:sp>
        <p:nvSpPr>
          <p:cNvPr id="1324695773" name=""/>
          <p:cNvSpPr txBox="1"/>
          <p:nvPr/>
        </p:nvSpPr>
        <p:spPr bwMode="auto">
          <a:xfrm flipH="0" flipV="0">
            <a:off x="3652874" y="285750"/>
            <a:ext cx="51225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2800" b="1">
                <a:solidFill>
                  <a:schemeClr val="accent6"/>
                </a:solidFill>
              </a:rPr>
              <a:t>Diagram</a:t>
            </a:r>
            <a:r>
              <a:rPr sz="2800" b="1">
                <a:solidFill>
                  <a:schemeClr val="accent6"/>
                </a:solidFill>
              </a:rPr>
              <a:t>me de séquence</a:t>
            </a:r>
            <a:endParaRPr sz="2800" b="1">
              <a:solidFill>
                <a:schemeClr val="accent6"/>
              </a:solidFill>
            </a:endParaRPr>
          </a:p>
        </p:txBody>
      </p:sp>
      <p:sp>
        <p:nvSpPr>
          <p:cNvPr id="550952698" name=""/>
          <p:cNvSpPr txBox="1"/>
          <p:nvPr/>
        </p:nvSpPr>
        <p:spPr bwMode="auto">
          <a:xfrm flipH="0" flipV="0">
            <a:off x="11399874" y="6153741"/>
            <a:ext cx="1056029" cy="82332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4800" b="1">
                <a:solidFill>
                  <a:schemeClr val="bg1"/>
                </a:solidFill>
              </a:rPr>
              <a:t>10</a:t>
            </a:r>
            <a:endParaRPr sz="80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ONLYOFFICE/8.2.2.22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</cp:revision>
  <dcterms:created xsi:type="dcterms:W3CDTF">2012-12-03T06:56:55Z</dcterms:created>
  <dcterms:modified xsi:type="dcterms:W3CDTF">2025-01-23T08:25:04Z</dcterms:modified>
</cp:coreProperties>
</file>