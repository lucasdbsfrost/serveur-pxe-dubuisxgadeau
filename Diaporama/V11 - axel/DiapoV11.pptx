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46800" cy="46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492333-428A-B9F0-15C7-C7EB23A450D4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69D164-CDC4-CCC3-7A61-5DA683F015B6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0D058-5239-2CC9-7847-923720CFB0F0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7985E-AC24-FFFF-283A-ECCBEA65499B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B7A029-6115-9FC1-EFC8-70169AD0C389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BBC41-E5FF-8A66-5624-D1221C3699BC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F1F33-6AD6-DED9-F67A-98DF20E45A35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9F727B-200D-5794-DF52-9829CDD32ADD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A232B5-E4A2-4376-94D8-E0F6FE4E49F5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FA7E06-A89E-4CBD-CE75-6ADBA1ABB063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4441A3-2984-BF08-EF62-B1AE391C36F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40137" name="Title 1"/>
          <p:cNvSpPr>
            <a:spLocks noGrp="1"/>
          </p:cNvSpPr>
          <p:nvPr/>
        </p:nvSpPr>
        <p:spPr bwMode="auto">
          <a:xfrm>
            <a:off x="5435346" y="-277522"/>
            <a:ext cx="9144000" cy="2387598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b="1">
                <a:solidFill>
                  <a:schemeClr val="accent2">
                    <a:lumMod val="60000"/>
                    <a:lumOff val="40000"/>
                  </a:schemeClr>
                </a:solidFill>
              </a:rPr>
              <a:t>Projet BTS</a:t>
            </a:r>
            <a:br>
              <a:rPr lang="fr-FR" b="1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fr-FR" b="1">
                <a:solidFill>
                  <a:schemeClr val="accent2">
                    <a:lumMod val="60000"/>
                    <a:lumOff val="40000"/>
                  </a:schemeClr>
                </a:solidFill>
              </a:rPr>
              <a:t>SRSE V2</a:t>
            </a:r>
            <a:endParaRPr b="1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348431" y="-277523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b="1"/>
              <a:t>Projet BTS</a:t>
            </a:r>
            <a:br>
              <a:rPr lang="fr-FR" b="1"/>
            </a:br>
            <a:r>
              <a:rPr lang="fr-FR" b="1"/>
              <a:t>SRSE V2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276158" y="5528528"/>
            <a:ext cx="9144000" cy="5146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000" b="0" i="1"/>
              <a:t>Billion Alexandre  –  Dubuis Lucas  –</a:t>
            </a:r>
            <a:r>
              <a:rPr lang="fr-FR" sz="2200" b="1" i="1"/>
              <a:t>  </a:t>
            </a:r>
            <a:r>
              <a:rPr lang="fr-FR" sz="3000" b="1" i="1"/>
              <a:t>Gadeau Axel</a:t>
            </a:r>
            <a:endParaRPr sz="3000" b="1" i="1"/>
          </a:p>
        </p:txBody>
      </p:sp>
      <p:sp>
        <p:nvSpPr>
          <p:cNvPr id="1486267439" name=""/>
          <p:cNvSpPr txBox="1"/>
          <p:nvPr/>
        </p:nvSpPr>
        <p:spPr bwMode="auto">
          <a:xfrm flipH="0" flipV="0">
            <a:off x="624811" y="2649636"/>
            <a:ext cx="408768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i="1">
                <a:latin typeface="Fira Sans Light"/>
                <a:ea typeface="Fira Sans Light"/>
                <a:cs typeface="Fira Sans Light"/>
              </a:rPr>
              <a:t>Présentation du 28 Janvier 2025</a:t>
            </a:r>
            <a:endParaRPr sz="2000" i="1">
              <a:latin typeface="Fira Sans Light"/>
              <a:cs typeface="Fira Sans Light"/>
            </a:endParaRPr>
          </a:p>
        </p:txBody>
      </p:sp>
      <p:pic>
        <p:nvPicPr>
          <p:cNvPr id="1855647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655766" y="4342754"/>
            <a:ext cx="2371550" cy="2371550"/>
          </a:xfrm>
          <a:prstGeom prst="rect">
            <a:avLst/>
          </a:prstGeom>
        </p:spPr>
      </p:pic>
      <p:sp>
        <p:nvSpPr>
          <p:cNvPr id="1686964978" name=""/>
          <p:cNvSpPr/>
          <p:nvPr/>
        </p:nvSpPr>
        <p:spPr bwMode="auto">
          <a:xfrm rot="2270666" flipH="0" flipV="0">
            <a:off x="-4808546" y="4815716"/>
            <a:ext cx="9975566" cy="2211067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9549962" name=""/>
          <p:cNvSpPr/>
          <p:nvPr/>
        </p:nvSpPr>
        <p:spPr bwMode="auto">
          <a:xfrm rot="3989883" flipH="0" flipV="0">
            <a:off x="-4610620" y="3943911"/>
            <a:ext cx="9975566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21016184" name=""/>
          <p:cNvCxnSpPr>
            <a:cxnSpLocks/>
          </p:cNvCxnSpPr>
          <p:nvPr/>
        </p:nvCxnSpPr>
        <p:spPr bwMode="auto">
          <a:xfrm flipH="0" flipV="0">
            <a:off x="8106268" y="1988129"/>
            <a:ext cx="3628324" cy="0"/>
          </a:xfrm>
          <a:prstGeom prst="line">
            <a:avLst/>
          </a:prstGeom>
          <a:ln w="19049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6">
            <a:lumMod val="40000"/>
            <a:lumOff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414860" name="Title 1"/>
          <p:cNvSpPr>
            <a:spLocks noGrp="1"/>
          </p:cNvSpPr>
          <p:nvPr/>
        </p:nvSpPr>
        <p:spPr bwMode="auto">
          <a:xfrm flipH="0" flipV="0">
            <a:off x="58799" y="-35361"/>
            <a:ext cx="3984491" cy="1488326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fr-FR" b="1">
                <a:solidFill>
                  <a:schemeClr val="accent6">
                    <a:lumMod val="75000"/>
                  </a:schemeClr>
                </a:solidFill>
              </a:rPr>
              <a:t>SOMMAIR</a:t>
            </a:r>
            <a:r>
              <a:rPr lang="fr-FR" b="1">
                <a:solidFill>
                  <a:schemeClr val="accent6">
                    <a:lumMod val="75000"/>
                  </a:schemeClr>
                </a:solidFill>
              </a:rPr>
              <a:t>E</a:t>
            </a:r>
            <a:endParaRPr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01603374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86400" y="-21600"/>
            <a:ext cx="3984492" cy="1488327"/>
          </a:xfrm>
        </p:spPr>
        <p:txBody>
          <a:bodyPr/>
          <a:lstStyle/>
          <a:p>
            <a:pPr algn="ctr">
              <a:defRPr/>
            </a:pPr>
            <a:r>
              <a:rPr lang="fr-FR" b="1">
                <a:solidFill>
                  <a:schemeClr val="tx1"/>
                </a:solidFill>
              </a:rPr>
              <a:t>SOMMAIR</a:t>
            </a:r>
            <a:r>
              <a:rPr lang="fr-FR" b="1">
                <a:solidFill>
                  <a:schemeClr val="tx1"/>
                </a:solidFill>
              </a:rPr>
              <a:t>E</a:t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75700253" name=""/>
          <p:cNvSpPr/>
          <p:nvPr/>
        </p:nvSpPr>
        <p:spPr bwMode="auto">
          <a:xfrm rot="2270631" flipH="0" flipV="0">
            <a:off x="-4808545" y="4815715"/>
            <a:ext cx="9975565" cy="2211066"/>
          </a:xfrm>
          <a:prstGeom prst="rect">
            <a:avLst/>
          </a:prstGeom>
          <a:solidFill>
            <a:schemeClr val="accent5">
              <a:lumMod val="75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3985115" name=""/>
          <p:cNvSpPr/>
          <p:nvPr/>
        </p:nvSpPr>
        <p:spPr bwMode="auto">
          <a:xfrm rot="3989848" flipH="0" flipV="0">
            <a:off x="-4610619" y="3943910"/>
            <a:ext cx="9975565" cy="2211066"/>
          </a:xfrm>
          <a:prstGeom prst="rect">
            <a:avLst/>
          </a:prstGeom>
          <a:solidFill>
            <a:schemeClr val="accent5">
              <a:lumMod val="75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311688" name=""/>
          <p:cNvSpPr txBox="1"/>
          <p:nvPr/>
        </p:nvSpPr>
        <p:spPr bwMode="auto">
          <a:xfrm flipH="0" flipV="0">
            <a:off x="3989236" y="2057992"/>
            <a:ext cx="7167660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Schéma du réseau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Détails des composants systèmes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Cahier des charges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Diagramme de Uses Cases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Scénario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Diagramme de séquence</a:t>
            </a:r>
            <a:endParaRPr sz="2400">
              <a:solidFill>
                <a:schemeClr val="tx1"/>
              </a:solidFill>
            </a:endParaRPr>
          </a:p>
          <a:p>
            <a:pPr marL="283878" indent="-283878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Les solutions pour la mise en place</a:t>
            </a:r>
            <a:endParaRPr sz="2400">
              <a:solidFill>
                <a:schemeClr val="tx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2400">
                <a:solidFill>
                  <a:schemeClr val="tx1"/>
                </a:solidFill>
              </a:rPr>
              <a:t>Gantt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120342221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B502EA7-9614-E268-393C-F8A1128B89ED}" type="slidenum">
              <a:rPr lang="fr-FR"/>
              <a:t/>
            </a:fld>
            <a:endParaRPr/>
          </a:p>
        </p:txBody>
      </p:sp>
      <p:cxnSp>
        <p:nvCxnSpPr>
          <p:cNvPr id="2015028332" name=""/>
          <p:cNvCxnSpPr>
            <a:cxnSpLocks/>
          </p:cNvCxnSpPr>
          <p:nvPr/>
        </p:nvCxnSpPr>
        <p:spPr bwMode="auto">
          <a:xfrm flipH="0" flipV="0">
            <a:off x="236883" y="1001611"/>
            <a:ext cx="3628324" cy="0"/>
          </a:xfrm>
          <a:prstGeom prst="line">
            <a:avLst/>
          </a:prstGeom>
          <a:ln w="19049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16225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61401" y="0"/>
            <a:ext cx="9882187" cy="6858000"/>
          </a:xfrm>
          <a:prstGeom prst="rect">
            <a:avLst/>
          </a:prstGeom>
        </p:spPr>
      </p:pic>
      <p:sp>
        <p:nvSpPr>
          <p:cNvPr id="1122952940" name=""/>
          <p:cNvSpPr txBox="1"/>
          <p:nvPr/>
        </p:nvSpPr>
        <p:spPr bwMode="auto">
          <a:xfrm flipH="0" flipV="0">
            <a:off x="408024" y="396874"/>
            <a:ext cx="512902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Schéma du réseau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1290627527" name=""/>
          <p:cNvSpPr/>
          <p:nvPr/>
        </p:nvSpPr>
        <p:spPr bwMode="auto">
          <a:xfrm flipH="0" flipV="0">
            <a:off x="6376799" y="6635445"/>
            <a:ext cx="601578" cy="21614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l">
              <a:defRPr/>
            </a:pPr>
            <a:endParaRPr sz="1000">
              <a:solidFill>
                <a:schemeClr val="tx1"/>
              </a:solidFill>
            </a:endParaRPr>
          </a:p>
        </p:txBody>
      </p:sp>
      <p:sp>
        <p:nvSpPr>
          <p:cNvPr id="888147372" name=""/>
          <p:cNvSpPr txBox="1"/>
          <p:nvPr/>
        </p:nvSpPr>
        <p:spPr bwMode="auto">
          <a:xfrm flipH="0" flipV="0">
            <a:off x="6291297" y="6635445"/>
            <a:ext cx="58225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9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Sud07</a:t>
            </a:r>
            <a:endParaRPr sz="900" b="1">
              <a:solidFill>
                <a:schemeClr val="tx1"/>
              </a:solidFill>
            </a:endParaRPr>
          </a:p>
        </p:txBody>
      </p:sp>
      <p:sp>
        <p:nvSpPr>
          <p:cNvPr id="206917867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590E085-00DB-FBDE-D0F0-25E7F9C65B04}" type="slidenum">
              <a:rPr lang="fr-FR"/>
              <a:t/>
            </a:fld>
            <a:endParaRPr/>
          </a:p>
        </p:txBody>
      </p:sp>
      <p:sp>
        <p:nvSpPr>
          <p:cNvPr id="813972043" name=""/>
          <p:cNvSpPr/>
          <p:nvPr/>
        </p:nvSpPr>
        <p:spPr bwMode="auto">
          <a:xfrm flipH="0" flipV="0">
            <a:off x="3682460" y="1872711"/>
            <a:ext cx="4633347" cy="3374110"/>
          </a:xfrm>
          <a:prstGeom prst="ellipse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7169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-14491" y="-6187"/>
            <a:ext cx="7515506" cy="781103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3600">
                <a:latin typeface="Fira Sans Condensed Medium"/>
                <a:ea typeface="Fira Sans Condensed Medium"/>
                <a:cs typeface="Fira Sans Condensed Medium"/>
              </a:rPr>
              <a:t>Détails des composants des systèmes</a:t>
            </a:r>
            <a:endParaRPr sz="3600">
              <a:latin typeface="Fira Sans Condensed Medium"/>
              <a:cs typeface="Fira Sans Condensed Medium"/>
            </a:endParaRPr>
          </a:p>
        </p:txBody>
      </p:sp>
      <p:sp>
        <p:nvSpPr>
          <p:cNvPr id="86597715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B358A7F-B052-8D68-75BE-9E96CBC746E0}" type="slidenum">
              <a:rPr lang="fr-FR"/>
              <a:t/>
            </a:fld>
            <a:endParaRPr lang="fr-FR"/>
          </a:p>
        </p:txBody>
      </p:sp>
      <p:pic>
        <p:nvPicPr>
          <p:cNvPr id="11297750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2609" y="1035964"/>
            <a:ext cx="3038504" cy="921046"/>
          </a:xfrm>
          <a:prstGeom prst="rect">
            <a:avLst/>
          </a:prstGeom>
        </p:spPr>
      </p:pic>
      <p:sp>
        <p:nvSpPr>
          <p:cNvPr id="1875352020" name=""/>
          <p:cNvSpPr txBox="1"/>
          <p:nvPr/>
        </p:nvSpPr>
        <p:spPr bwMode="auto">
          <a:xfrm flipH="0" flipV="0">
            <a:off x="72609" y="1957010"/>
            <a:ext cx="3133388" cy="2286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Dell PowerEdge R300</a:t>
            </a:r>
            <a:endParaRPr/>
          </a:p>
          <a:p>
            <a:pPr>
              <a:defRPr/>
            </a:pP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2009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Intel XEON 5130 (4x2Ghz</a:t>
            </a:r>
            <a:r>
              <a:rPr/>
              <a:t>)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8Gb DDR2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2x1Tb HDD</a:t>
            </a: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/>
              <a:t>2 ports Ethernet</a:t>
            </a:r>
            <a:r>
              <a:rPr/>
              <a:t>s</a:t>
            </a:r>
            <a:endParaRPr/>
          </a:p>
        </p:txBody>
      </p:sp>
      <p:sp>
        <p:nvSpPr>
          <p:cNvPr id="1808313947" name=""/>
          <p:cNvSpPr txBox="1"/>
          <p:nvPr/>
        </p:nvSpPr>
        <p:spPr bwMode="auto">
          <a:xfrm flipH="0" flipV="0">
            <a:off x="3786406" y="4084499"/>
            <a:ext cx="3464651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/>
              <a:t>Fortinet 51E</a:t>
            </a:r>
            <a:endParaRPr sz="1600"/>
          </a:p>
          <a:p>
            <a:pPr algn="ctr">
              <a:defRPr/>
            </a:pP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sz="1600"/>
              <a:t>5 ports Ethernet</a:t>
            </a:r>
            <a:r>
              <a:rPr sz="1600"/>
              <a:t>s</a:t>
            </a: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sz="1600"/>
              <a:t>2500mbit/s en traitement firewall</a:t>
            </a:r>
            <a:endParaRPr sz="1600"/>
          </a:p>
          <a:p>
            <a:pPr marL="283879" indent="-283879">
              <a:buFont typeface="Arial"/>
              <a:buChar char="•"/>
              <a:defRPr/>
            </a:pPr>
            <a:r>
              <a:rPr sz="1600"/>
              <a:t>capacité de 100 clients garanti</a:t>
            </a:r>
            <a:endParaRPr sz="1600"/>
          </a:p>
        </p:txBody>
      </p:sp>
      <p:grpSp>
        <p:nvGrpSpPr>
          <p:cNvPr id="1304108190" name=""/>
          <p:cNvGrpSpPr/>
          <p:nvPr/>
        </p:nvGrpSpPr>
        <p:grpSpPr bwMode="auto">
          <a:xfrm flipH="0" flipV="0">
            <a:off x="4017617" y="3010977"/>
            <a:ext cx="3099172" cy="1008771"/>
            <a:chOff x="0" y="0"/>
            <a:chExt cx="3099172" cy="1008771"/>
          </a:xfrm>
        </p:grpSpPr>
        <p:sp>
          <p:nvSpPr>
            <p:cNvPr id="1763427411" name=""/>
            <p:cNvSpPr/>
            <p:nvPr/>
          </p:nvSpPr>
          <p:spPr bwMode="auto">
            <a:xfrm flipH="0" flipV="0">
              <a:off x="0" y="0"/>
              <a:ext cx="3099172" cy="100877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49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pic>
          <p:nvPicPr>
            <p:cNvPr id="790964231" name=""/>
            <p:cNvPicPr>
              <a:picLocks noChangeAspect="1"/>
            </p:cNvPicPr>
            <p:nvPr/>
          </p:nvPicPr>
          <p:blipFill>
            <a:blip r:embed="rId4"/>
            <a:stretch/>
          </p:blipFill>
          <p:spPr bwMode="auto">
            <a:xfrm flipH="0" flipV="0">
              <a:off x="69889" y="83609"/>
              <a:ext cx="2969570" cy="834281"/>
            </a:xfrm>
            <a:prstGeom prst="rect">
              <a:avLst/>
            </a:prstGeom>
          </p:spPr>
        </p:pic>
      </p:grpSp>
      <p:pic>
        <p:nvPicPr>
          <p:cNvPr id="53591435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995903" y="109383"/>
            <a:ext cx="3069096" cy="1040423"/>
          </a:xfrm>
          <a:prstGeom prst="rect">
            <a:avLst/>
          </a:prstGeom>
        </p:spPr>
      </p:pic>
      <p:sp>
        <p:nvSpPr>
          <p:cNvPr id="592638268" name=""/>
          <p:cNvSpPr txBox="1"/>
          <p:nvPr/>
        </p:nvSpPr>
        <p:spPr bwMode="auto">
          <a:xfrm flipH="0" flipV="0">
            <a:off x="9232326" y="1187170"/>
            <a:ext cx="259661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/>
              <a:t>HP J8164A</a:t>
            </a:r>
            <a:endParaRPr sz="1800"/>
          </a:p>
          <a:p>
            <a:pPr algn="ctr">
              <a:defRPr/>
            </a:pPr>
            <a:endParaRPr sz="1800"/>
          </a:p>
          <a:p>
            <a:pPr marL="283878" indent="-283878">
              <a:buFont typeface="Arial"/>
              <a:buChar char="•"/>
              <a:defRPr/>
            </a:pPr>
            <a:r>
              <a:rPr sz="1800"/>
              <a:t>Manageable</a:t>
            </a:r>
            <a:endParaRPr sz="1800"/>
          </a:p>
          <a:p>
            <a:pPr marL="283878" indent="-283878">
              <a:buFont typeface="Arial"/>
              <a:buChar char="•"/>
              <a:defRPr/>
            </a:pPr>
            <a:r>
              <a:rPr sz="1800"/>
              <a:t>24 ports Ethernet</a:t>
            </a:r>
            <a:r>
              <a:rPr sz="1800"/>
              <a:t>s</a:t>
            </a:r>
            <a:endParaRPr sz="1800"/>
          </a:p>
        </p:txBody>
      </p:sp>
      <p:pic>
        <p:nvPicPr>
          <p:cNvPr id="1649251976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7800670" y="3195878"/>
            <a:ext cx="3553129" cy="1998635"/>
          </a:xfrm>
          <a:prstGeom prst="rect">
            <a:avLst/>
          </a:prstGeom>
        </p:spPr>
      </p:pic>
      <p:sp>
        <p:nvSpPr>
          <p:cNvPr id="897823839" name=""/>
          <p:cNvSpPr txBox="1"/>
          <p:nvPr/>
        </p:nvSpPr>
        <p:spPr bwMode="auto">
          <a:xfrm flipH="0" flipV="0">
            <a:off x="8426539" y="5146083"/>
            <a:ext cx="2715239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/>
              <a:t>DLIN DSR-1000N</a:t>
            </a:r>
            <a:endParaRPr sz="1600"/>
          </a:p>
          <a:p>
            <a:pPr algn="ctr">
              <a:defRPr/>
            </a:pP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sz="1600"/>
              <a:t>Support 2,4/5Ghz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r>
              <a:rPr sz="1600"/>
              <a:t>Norme Wifi N</a:t>
            </a:r>
            <a:endParaRPr sz="1600"/>
          </a:p>
          <a:p>
            <a:pPr marL="283878" indent="-283878">
              <a:buFont typeface="Arial"/>
              <a:buChar char="•"/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3393" name=""/>
          <p:cNvSpPr txBox="1"/>
          <p:nvPr/>
        </p:nvSpPr>
        <p:spPr bwMode="auto">
          <a:xfrm flipH="0" flipV="0">
            <a:off x="128622" y="333373"/>
            <a:ext cx="263669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 b="1">
                <a:solidFill>
                  <a:schemeClr val="accent6"/>
                </a:solidFill>
              </a:rPr>
              <a:t>Cahier des charges</a:t>
            </a:r>
            <a:endParaRPr sz="3600" b="1">
              <a:solidFill>
                <a:schemeClr val="accent6"/>
              </a:solidFill>
            </a:endParaRPr>
          </a:p>
        </p:txBody>
      </p:sp>
      <p:pic>
        <p:nvPicPr>
          <p:cNvPr id="8799006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25507" y="0"/>
            <a:ext cx="5948187" cy="6858000"/>
          </a:xfrm>
          <a:prstGeom prst="rect">
            <a:avLst/>
          </a:prstGeom>
        </p:spPr>
      </p:pic>
      <p:sp>
        <p:nvSpPr>
          <p:cNvPr id="35643901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2465540-826C-1A58-3EE9-A8DA101073C2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29445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27682" y="162409"/>
            <a:ext cx="7820024" cy="6210299"/>
          </a:xfrm>
          <a:prstGeom prst="rect">
            <a:avLst/>
          </a:prstGeom>
        </p:spPr>
      </p:pic>
      <p:sp>
        <p:nvSpPr>
          <p:cNvPr id="119389473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83A848A-01DC-D382-99BF-3016EF2FBCB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38596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33662" y="1866899"/>
            <a:ext cx="6924674" cy="3124199"/>
          </a:xfrm>
          <a:prstGeom prst="rect">
            <a:avLst/>
          </a:prstGeom>
        </p:spPr>
      </p:pic>
      <p:sp>
        <p:nvSpPr>
          <p:cNvPr id="17924946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5ADAA86-9AD5-DCAB-88FB-1746862BDA49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998414" name=""/>
          <p:cNvSpPr txBox="1"/>
          <p:nvPr/>
        </p:nvSpPr>
        <p:spPr bwMode="auto">
          <a:xfrm flipH="0" flipV="0">
            <a:off x="11617686" y="6153741"/>
            <a:ext cx="1056028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8000">
              <a:solidFill>
                <a:schemeClr val="bg1"/>
              </a:solidFill>
            </a:endParaRPr>
          </a:p>
        </p:txBody>
      </p:sp>
      <p:pic>
        <p:nvPicPr>
          <p:cNvPr id="4207233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4425" y="261937"/>
            <a:ext cx="9963148" cy="6334124"/>
          </a:xfrm>
          <a:prstGeom prst="rect">
            <a:avLst/>
          </a:prstGeom>
        </p:spPr>
      </p:pic>
      <p:sp>
        <p:nvSpPr>
          <p:cNvPr id="67206742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8F5073-2DE3-DBD0-FFA7-CC2DF3A8D402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44334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54843" y="533278"/>
            <a:ext cx="6751037" cy="5791442"/>
          </a:xfrm>
          <a:prstGeom prst="rect">
            <a:avLst/>
          </a:prstGeom>
        </p:spPr>
      </p:pic>
      <p:sp>
        <p:nvSpPr>
          <p:cNvPr id="212115593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1D3BAA6-6CFD-130E-D016-FACCF0F3010F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40740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1152" y="1259237"/>
            <a:ext cx="8118698" cy="4037227"/>
          </a:xfrm>
          <a:prstGeom prst="rect">
            <a:avLst/>
          </a:prstGeom>
        </p:spPr>
      </p:pic>
      <p:sp>
        <p:nvSpPr>
          <p:cNvPr id="22683879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9B715F-E8A1-29EE-4722-84F2DCE42C5C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0288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62124" y="290512"/>
            <a:ext cx="8667749" cy="6276974"/>
          </a:xfrm>
          <a:prstGeom prst="rect">
            <a:avLst/>
          </a:prstGeom>
        </p:spPr>
      </p:pic>
      <p:sp>
        <p:nvSpPr>
          <p:cNvPr id="126752536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AF17ACD-DD78-62E9-2E28-8F6AD639963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50784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06045" y="-12596"/>
            <a:ext cx="9379906" cy="6873825"/>
          </a:xfrm>
          <a:prstGeom prst="rect">
            <a:avLst/>
          </a:prstGeom>
        </p:spPr>
      </p:pic>
      <p:sp>
        <p:nvSpPr>
          <p:cNvPr id="455734024" name=""/>
          <p:cNvSpPr txBox="1"/>
          <p:nvPr/>
        </p:nvSpPr>
        <p:spPr bwMode="auto">
          <a:xfrm flipH="0" flipV="0">
            <a:off x="247776" y="1881036"/>
            <a:ext cx="2316539" cy="762359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solidFill>
                  <a:schemeClr val="accent6"/>
                </a:solidFill>
              </a:rPr>
              <a:t>Diagram</a:t>
            </a:r>
            <a:r>
              <a:rPr sz="2200" b="1">
                <a:solidFill>
                  <a:schemeClr val="accent6"/>
                </a:solidFill>
              </a:rPr>
              <a:t>me de Use Cases</a:t>
            </a:r>
            <a:endParaRPr sz="2200" b="1">
              <a:solidFill>
                <a:schemeClr val="accent6"/>
              </a:solidFill>
            </a:endParaRPr>
          </a:p>
        </p:txBody>
      </p:sp>
      <p:sp>
        <p:nvSpPr>
          <p:cNvPr id="209906795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9208C99-E586-A78B-8356-43DD3768927D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445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3823" y="804268"/>
            <a:ext cx="11320499" cy="5474971"/>
          </a:xfrm>
          <a:prstGeom prst="rect">
            <a:avLst/>
          </a:prstGeom>
        </p:spPr>
      </p:pic>
      <p:sp>
        <p:nvSpPr>
          <p:cNvPr id="1324695773" name=""/>
          <p:cNvSpPr txBox="1"/>
          <p:nvPr/>
        </p:nvSpPr>
        <p:spPr bwMode="auto">
          <a:xfrm flipH="0" flipV="0">
            <a:off x="3652874" y="285750"/>
            <a:ext cx="51225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Diagram</a:t>
            </a:r>
            <a:r>
              <a:rPr sz="2800" b="1">
                <a:solidFill>
                  <a:schemeClr val="accent6"/>
                </a:solidFill>
              </a:rPr>
              <a:t>me de séquence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191025681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4C50310-7308-9D87-E1AC-2C0A2F96A058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76612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4B4F814-C6D2-9CB0-164D-CB77344E8AA6}" type="slidenum">
              <a:rPr lang="fr-FR"/>
              <a:t/>
            </a:fld>
            <a:endParaRPr lang="fr-FR"/>
          </a:p>
        </p:txBody>
      </p:sp>
      <p:pic>
        <p:nvPicPr>
          <p:cNvPr id="3175135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8064321" cy="68347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72354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2C0244C-A266-C296-CE72-2D2EAA723A19}" type="slidenum">
              <a:rPr lang="fr-FR"/>
              <a:t/>
            </a:fld>
            <a:endParaRPr lang="fr-FR"/>
          </a:p>
        </p:txBody>
      </p:sp>
      <p:sp>
        <p:nvSpPr>
          <p:cNvPr id="581247266" name=""/>
          <p:cNvSpPr txBox="1"/>
          <p:nvPr/>
        </p:nvSpPr>
        <p:spPr bwMode="auto">
          <a:xfrm flipH="0" flipV="0">
            <a:off x="-124836" y="285750"/>
            <a:ext cx="428948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Gantt du projet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507312427" name=""/>
          <p:cNvSpPr txBox="1"/>
          <p:nvPr/>
        </p:nvSpPr>
        <p:spPr bwMode="auto">
          <a:xfrm flipH="0" flipV="0">
            <a:off x="7166721" y="258305"/>
            <a:ext cx="2374257" cy="518519"/>
          </a:xfrm>
          <a:prstGeom prst="rect">
            <a:avLst/>
          </a:prstGeom>
          <a:noFill/>
          <a:ln w="28575">
            <a:solidFill>
              <a:srgbClr val="66FFCC"/>
            </a:solidFill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0">
                <a:solidFill>
                  <a:srgbClr val="66FFCC"/>
                </a:solidFill>
                <a:latin typeface="Fira Sans ExtraBold"/>
                <a:ea typeface="Fira Sans ExtraBold"/>
                <a:cs typeface="Fira Sans ExtraBold"/>
              </a:rPr>
              <a:t>Mes partie</a:t>
            </a:r>
            <a:r>
              <a:rPr sz="2800" b="0">
                <a:solidFill>
                  <a:srgbClr val="66FFCC"/>
                </a:solidFill>
                <a:latin typeface="Fira Sans ExtraBold"/>
                <a:ea typeface="Fira Sans ExtraBold"/>
                <a:cs typeface="Fira Sans ExtraBold"/>
              </a:rPr>
              <a:t>s</a:t>
            </a:r>
            <a:endParaRPr sz="2800" b="0">
              <a:solidFill>
                <a:srgbClr val="66FFCC"/>
              </a:solidFill>
              <a:latin typeface="Fira Sans ExtraBold"/>
              <a:cs typeface="Fira Sans ExtraBold"/>
            </a:endParaRPr>
          </a:p>
        </p:txBody>
      </p:sp>
      <p:pic>
        <p:nvPicPr>
          <p:cNvPr id="6334861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331" y="921533"/>
            <a:ext cx="11998603" cy="49871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31840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EDF4FE3-CF9B-A0BC-381A-244055FDBCAC}" type="slidenum">
              <a:rPr lang="fr-FR"/>
              <a:t/>
            </a:fld>
            <a:endParaRPr lang="fr-FR"/>
          </a:p>
        </p:txBody>
      </p:sp>
      <p:sp>
        <p:nvSpPr>
          <p:cNvPr id="536860830" name=""/>
          <p:cNvSpPr/>
          <p:nvPr/>
        </p:nvSpPr>
        <p:spPr bwMode="auto">
          <a:xfrm rot="2270597" flipH="0" flipV="0">
            <a:off x="-4808544" y="4815714"/>
            <a:ext cx="9975564" cy="2211066"/>
          </a:xfrm>
          <a:prstGeom prst="rect">
            <a:avLst/>
          </a:prstGeom>
          <a:solidFill>
            <a:schemeClr val="accent5">
              <a:lumMod val="75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7849263" name=""/>
          <p:cNvSpPr/>
          <p:nvPr/>
        </p:nvSpPr>
        <p:spPr bwMode="auto">
          <a:xfrm rot="3989814" flipH="0" flipV="0">
            <a:off x="-4610619" y="3943909"/>
            <a:ext cx="9975564" cy="2211066"/>
          </a:xfrm>
          <a:prstGeom prst="rect">
            <a:avLst/>
          </a:prstGeom>
          <a:solidFill>
            <a:schemeClr val="accent5">
              <a:lumMod val="75000"/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3896792" name="Title 1"/>
          <p:cNvSpPr>
            <a:spLocks noGrp="1"/>
          </p:cNvSpPr>
          <p:nvPr>
            <p:ph type="ctrTitle"/>
          </p:nvPr>
        </p:nvSpPr>
        <p:spPr bwMode="auto">
          <a:xfrm>
            <a:off x="3586565" y="-697268"/>
            <a:ext cx="9144000" cy="2387598"/>
          </a:xfrm>
        </p:spPr>
        <p:txBody>
          <a:bodyPr/>
          <a:lstStyle/>
          <a:p>
            <a:pPr>
              <a:defRPr/>
            </a:pPr>
            <a:r>
              <a:rPr lang="fr-FR" b="1"/>
              <a:t>Les solutions de mise en place </a:t>
            </a:r>
            <a:endParaRPr b="1"/>
          </a:p>
        </p:txBody>
      </p:sp>
      <p:pic>
        <p:nvPicPr>
          <p:cNvPr id="3248325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6822" y="2527943"/>
            <a:ext cx="4010262" cy="2253767"/>
          </a:xfrm>
          <a:prstGeom prst="rect">
            <a:avLst/>
          </a:prstGeom>
          <a:ln w="57150">
            <a:solidFill>
              <a:schemeClr val="accent5">
                <a:lumMod val="50196"/>
              </a:schemeClr>
            </a:solidFill>
            <a:prstDash val="solid"/>
          </a:ln>
        </p:spPr>
      </p:pic>
      <p:pic>
        <p:nvPicPr>
          <p:cNvPr id="19733197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675175" y="2976966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384840" name="Titre 1"/>
          <p:cNvSpPr>
            <a:spLocks noGrp="1"/>
          </p:cNvSpPr>
          <p:nvPr>
            <p:ph type="title"/>
          </p:nvPr>
        </p:nvSpPr>
        <p:spPr bwMode="auto">
          <a:xfrm flipH="0" flipV="0">
            <a:off x="6879025" y="-22332"/>
            <a:ext cx="5359830" cy="1572162"/>
          </a:xfrm>
        </p:spPr>
        <p:txBody>
          <a:bodyPr/>
          <a:lstStyle/>
          <a:p>
            <a:pPr algn="ctr">
              <a:defRPr/>
            </a:pPr>
            <a:r>
              <a:rPr b="1"/>
              <a:t>Conclusion</a:t>
            </a:r>
            <a:endParaRPr b="1"/>
          </a:p>
        </p:txBody>
      </p:sp>
      <p:sp>
        <p:nvSpPr>
          <p:cNvPr id="18371603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37DD280-EE85-FA59-11DE-AA6FAE5795FB}" type="slidenum">
              <a:rPr lang="fr-FR"/>
              <a:t/>
            </a:fld>
            <a:endParaRPr lang="fr-FR"/>
          </a:p>
        </p:txBody>
      </p:sp>
      <p:sp>
        <p:nvSpPr>
          <p:cNvPr id="2139967203" name=""/>
          <p:cNvSpPr/>
          <p:nvPr/>
        </p:nvSpPr>
        <p:spPr bwMode="auto">
          <a:xfrm rot="2270631" flipH="0" flipV="0">
            <a:off x="-4808545" y="4815715"/>
            <a:ext cx="9975565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14941391" name=""/>
          <p:cNvSpPr/>
          <p:nvPr/>
        </p:nvSpPr>
        <p:spPr bwMode="auto">
          <a:xfrm rot="3989848" flipH="0" flipV="0">
            <a:off x="-4610619" y="3943910"/>
            <a:ext cx="9975565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0" name=""/>
          <p:cNvCxnSpPr>
            <a:cxnSpLocks/>
          </p:cNvCxnSpPr>
          <p:nvPr/>
        </p:nvCxnSpPr>
        <p:spPr bwMode="auto">
          <a:xfrm flipH="0" flipV="0">
            <a:off x="7725473" y="1069647"/>
            <a:ext cx="3628325" cy="0"/>
          </a:xfrm>
          <a:prstGeom prst="line">
            <a:avLst/>
          </a:prstGeom>
          <a:ln w="19049" cap="flat" cmpd="sng" algn="ctr">
            <a:solidFill>
              <a:schemeClr val="accent2">
                <a:lumMod val="74901"/>
              </a:schemeClr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2012-12-03T06:56:55Z</dcterms:created>
  <dcterms:modified xsi:type="dcterms:W3CDTF">2025-01-28T08:46:48Z</dcterms:modified>
</cp:coreProperties>
</file>